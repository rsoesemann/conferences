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embeddedFontLst>
    <p:embeddedFont>
      <p:font typeface="Helvetica Neue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HelveticaNeue-bold.fntdata"/><Relationship Id="rId52" Type="http://schemas.openxmlformats.org/officeDocument/2006/relationships/font" Target="fonts/HelveticaNeue-regular.fntdata"/><Relationship Id="rId11" Type="http://schemas.openxmlformats.org/officeDocument/2006/relationships/slide" Target="slides/slide5.xml"/><Relationship Id="rId55" Type="http://schemas.openxmlformats.org/officeDocument/2006/relationships/font" Target="fonts/HelveticaNeue-boldItalic.fntdata"/><Relationship Id="rId10" Type="http://schemas.openxmlformats.org/officeDocument/2006/relationships/slide" Target="slides/slide4.xml"/><Relationship Id="rId54" Type="http://schemas.openxmlformats.org/officeDocument/2006/relationships/font" Target="fonts/HelveticaNeue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0a13dbcdc8_0_630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0a13dbcdc8_0_630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64" name="Google Shape;64;g30a13dbcdc8_0_630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a13dbcdc8_0_642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0a13dbcdc8_0_642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7" name="Google Shape;77;g30a13dbcdc8_0_642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0a13dbcdc8_0_652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0a13dbcdc8_0_652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8" name="Google Shape;88;g30a13dbcdc8_0_652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a13dbcdc8_0_659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0a13dbcdc8_0_659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6" name="Google Shape;96;g30a13dbcdc8_0_659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a13dbcdc8_0_668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0a13dbcdc8_0_668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06" name="Google Shape;106;g30a13dbcdc8_0_668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0a13dbcdc8_0_677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0a13dbcdc8_0_677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16" name="Google Shape;116;g30a13dbcdc8_0_677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a13dbcdc8_0_688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0a13dbcdc8_0_688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28" name="Google Shape;128;g30a13dbcdc8_0_688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a13dbcdc8_0_705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0a13dbcdc8_0_705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46" name="Google Shape;146;g30a13dbcdc8_0_705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0a13dbcdc8_0_711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0a13dbcdc8_0_711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53" name="Google Shape;153;g30a13dbcdc8_0_711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a13dbcdc8_0_724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0a13dbcdc8_0_724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67" name="Google Shape;167;g30a13dbcdc8_0_724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0a13dbcdc8_0_741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0a13dbcdc8_0_741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85" name="Google Shape;185;g30a13dbcdc8_0_741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a13dbcdc8_0_752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0a13dbcdc8_0_752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97" name="Google Shape;197;g30a13dbcdc8_0_752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0a13dbcdc8_0_765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0a13dbcdc8_0_765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11" name="Google Shape;211;g30a13dbcdc8_0_765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0a13dbcdc8_0_781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0a13dbcdc8_0_781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28" name="Google Shape;228;g30a13dbcdc8_0_781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0a13dbcdc8_0_791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0a13dbcdc8_0_791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39" name="Google Shape;239;g30a13dbcdc8_0_791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a13dbcdc8_0_802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0a13dbcdc8_0_802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1" name="Google Shape;251;g30a13dbcdc8_0_802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0a13dbcdc8_0_812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0a13dbcdc8_0_812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2" name="Google Shape;262;g30a13dbcdc8_0_812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0a13dbcdc8_0_820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0a13dbcdc8_0_820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1" name="Google Shape;271;g30a13dbcdc8_0_820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0a13dbcdc8_0_831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0a13dbcdc8_0_831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3" name="Google Shape;283;g30a13dbcdc8_0_831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0a13dbcdc8_0_845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0a13dbcdc8_0_845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8" name="Google Shape;298;g30a13dbcdc8_0_845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0a13dbcdc8_0_853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0a13dbcdc8_0_853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7" name="Google Shape;307;g30a13dbcdc8_0_853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0a13dbcdc8_0_867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0a13dbcdc8_0_867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2" name="Google Shape;322;g30a13dbcdc8_0_867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0a13dbcdc8_0_878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0a13dbcdc8_0_878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34" name="Google Shape;334;g30a13dbcdc8_0_878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0a13dbcdc8_0_892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0a13dbcdc8_0_892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49" name="Google Shape;349;g30a13dbcdc8_0_892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0a13dbcdc8_0_918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0a13dbcdc8_0_918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76" name="Google Shape;376;g30a13dbcdc8_0_918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0a13dbcdc8_0_935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0a13dbcdc8_0_935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94" name="Google Shape;394;g30a13dbcdc8_0_935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0a13dbcdc8_0_954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0a13dbcdc8_0_954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13" name="Google Shape;413;g30a13dbcdc8_0_954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0a13dbcdc8_0_970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0a13dbcdc8_0_970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30" name="Google Shape;430;g30a13dbcdc8_0_970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0a13dbcdc8_0_985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0a13dbcdc8_0_985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45" name="Google Shape;445;g30a13dbcdc8_0_985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0a13dbcdc8_0_1005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0a13dbcdc8_0_1005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66" name="Google Shape;466;g30a13dbcdc8_0_1005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0a13dbcdc8_0_1016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0a13dbcdc8_0_1016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78" name="Google Shape;478;g30a13dbcdc8_0_1016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0a13dbcdc8_0_1031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30a13dbcdc8_0_1031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94" name="Google Shape;494;g30a13dbcdc8_0_1031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0a13dbcdc8_0_1047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30a13dbcdc8_0_1047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511" name="Google Shape;511;g30a13dbcdc8_0_1047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0a13dbcdc8_0_1061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g30a13dbcdc8_0_1061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526" name="Google Shape;526;g30a13dbcdc8_0_1061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0a13dbcdc8_0_1073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0a13dbcdc8_0_1073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539" name="Google Shape;539;g30a13dbcdc8_0_1073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0a13dbcdc8_0_1088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g30a13dbcdc8_0_1088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555" name="Google Shape;555;g30a13dbcdc8_0_1088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0a13dbcdc8_0_1104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g30a13dbcdc8_0_1104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572" name="Google Shape;572;g30a13dbcdc8_0_1104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0a13dbcdc8_0_1115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g30a13dbcdc8_0_1115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584" name="Google Shape;584;g30a13dbcdc8_0_1115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0a13dbcdc8_0_1123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g30a13dbcdc8_0_1123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593" name="Google Shape;593;g30a13dbcdc8_0_1123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0a13dbcdc8_0_1130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g30a13dbcdc8_0_1130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601" name="Google Shape;601;g30a13dbcdc8_0_1130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0a13dbcdc8_0_1143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g30a13dbcdc8_0_1143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615" name="Google Shape;615;g30a13dbcdc8_0_1143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0a13dbcdc8_0_1159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g30a13dbcdc8_0_1159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632" name="Google Shape;632;g30a13dbcdc8_0_1159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0a13dbcdc8_0_1169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g30a13dbcdc8_0_1169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643" name="Google Shape;643;g30a13dbcdc8_0_1169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0a13dbcdc8_0_1182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g30a13dbcdc8_0_1182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657" name="Google Shape;657;g30a13dbcdc8_0_1182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0a13dbcdc8_0_1220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g30a13dbcdc8_0_1220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696" name="Google Shape;696;g30a13dbcdc8_0_1220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600"/>
              <a:t>‹#›</a:t>
            </a:fld>
            <a:endParaRPr sz="6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" y="48014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DEFAULT">
    <p:bg>
      <p:bgPr>
        <a:solidFill>
          <a:srgbClr val="F5F4EE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5F4EE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  <a:defRPr b="1" sz="1800">
                <a:solidFill>
                  <a:srgbClr val="2A609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  <a:defRPr b="1" sz="1800">
                <a:solidFill>
                  <a:srgbClr val="2A609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  <a:defRPr b="1" sz="1800">
                <a:solidFill>
                  <a:srgbClr val="2A609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  <a:defRPr b="1" sz="1800">
                <a:solidFill>
                  <a:srgbClr val="2A609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  <a:defRPr b="1" sz="1800">
                <a:solidFill>
                  <a:srgbClr val="2A609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  <a:defRPr b="1" sz="1800">
                <a:solidFill>
                  <a:srgbClr val="2A609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  <a:defRPr b="1" sz="1800">
                <a:solidFill>
                  <a:srgbClr val="2A609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  <a:defRPr b="1" sz="1800">
                <a:solidFill>
                  <a:srgbClr val="2A609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  <a:defRPr b="1" sz="1800">
                <a:solidFill>
                  <a:srgbClr val="2A609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Char char="●"/>
              <a:defRPr sz="1300">
                <a:solidFill>
                  <a:srgbClr val="48474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11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Char char="○"/>
              <a:defRPr sz="1300">
                <a:solidFill>
                  <a:srgbClr val="48474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11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Char char="■"/>
              <a:defRPr sz="1300">
                <a:solidFill>
                  <a:srgbClr val="48474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11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Char char="●"/>
              <a:defRPr sz="1300">
                <a:solidFill>
                  <a:srgbClr val="48474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11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Char char="○"/>
              <a:defRPr sz="1300">
                <a:solidFill>
                  <a:srgbClr val="48474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11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Char char="■"/>
              <a:defRPr sz="1300">
                <a:solidFill>
                  <a:srgbClr val="48474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11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Char char="●"/>
              <a:defRPr sz="1300">
                <a:solidFill>
                  <a:srgbClr val="48474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11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Char char="○"/>
              <a:defRPr sz="1300">
                <a:solidFill>
                  <a:srgbClr val="48474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11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Char char="■"/>
              <a:defRPr sz="1300">
                <a:solidFill>
                  <a:srgbClr val="48474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" y="48014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rgbClr val="2A609D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r">
              <a:buNone/>
              <a:defRPr sz="900">
                <a:solidFill>
                  <a:srgbClr val="2A609D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algn="r">
              <a:buNone/>
              <a:defRPr sz="900">
                <a:solidFill>
                  <a:srgbClr val="2A609D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algn="r">
              <a:buNone/>
              <a:defRPr sz="900">
                <a:solidFill>
                  <a:srgbClr val="2A609D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algn="r">
              <a:buNone/>
              <a:defRPr sz="900">
                <a:solidFill>
                  <a:srgbClr val="2A609D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algn="r">
              <a:buNone/>
              <a:defRPr sz="900">
                <a:solidFill>
                  <a:srgbClr val="2A609D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algn="r">
              <a:buNone/>
              <a:defRPr sz="900">
                <a:solidFill>
                  <a:srgbClr val="2A609D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algn="r">
              <a:buNone/>
              <a:defRPr sz="900">
                <a:solidFill>
                  <a:srgbClr val="2A609D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algn="r">
              <a:buNone/>
              <a:defRPr sz="900">
                <a:solidFill>
                  <a:srgbClr val="2A609D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 " id="54" name="Google Shape;54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4393406"/>
            <a:ext cx="9144010" cy="471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3300" y="4905322"/>
            <a:ext cx="796650" cy="1397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1.png"/><Relationship Id="rId4" Type="http://schemas.openxmlformats.org/officeDocument/2006/relationships/image" Target="../media/image29.png"/><Relationship Id="rId5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Relationship Id="rId4" Type="http://schemas.openxmlformats.org/officeDocument/2006/relationships/image" Target="../media/image4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image" Target="../media/image58.png"/><Relationship Id="rId6" Type="http://schemas.openxmlformats.org/officeDocument/2006/relationships/image" Target="../media/image5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4.png"/><Relationship Id="rId4" Type="http://schemas.openxmlformats.org/officeDocument/2006/relationships/image" Target="../media/image44.png"/><Relationship Id="rId5" Type="http://schemas.openxmlformats.org/officeDocument/2006/relationships/image" Target="../media/image46.png"/><Relationship Id="rId6" Type="http://schemas.openxmlformats.org/officeDocument/2006/relationships/image" Target="../media/image4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7.png"/><Relationship Id="rId4" Type="http://schemas.openxmlformats.org/officeDocument/2006/relationships/image" Target="../media/image5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0.png"/><Relationship Id="rId4" Type="http://schemas.openxmlformats.org/officeDocument/2006/relationships/image" Target="../media/image51.png"/><Relationship Id="rId5" Type="http://schemas.openxmlformats.org/officeDocument/2006/relationships/image" Target="../media/image53.png"/><Relationship Id="rId6" Type="http://schemas.openxmlformats.org/officeDocument/2006/relationships/image" Target="../media/image72.png"/><Relationship Id="rId7" Type="http://schemas.openxmlformats.org/officeDocument/2006/relationships/image" Target="../media/image64.png"/><Relationship Id="rId8" Type="http://schemas.openxmlformats.org/officeDocument/2006/relationships/image" Target="../media/image6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1.png"/><Relationship Id="rId4" Type="http://schemas.openxmlformats.org/officeDocument/2006/relationships/image" Target="../media/image69.png"/><Relationship Id="rId5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5.png"/><Relationship Id="rId4" Type="http://schemas.openxmlformats.org/officeDocument/2006/relationships/image" Target="../media/image63.png"/><Relationship Id="rId9" Type="http://schemas.openxmlformats.org/officeDocument/2006/relationships/image" Target="../media/image23.png"/><Relationship Id="rId5" Type="http://schemas.openxmlformats.org/officeDocument/2006/relationships/image" Target="../media/image62.png"/><Relationship Id="rId6" Type="http://schemas.openxmlformats.org/officeDocument/2006/relationships/image" Target="../media/image70.png"/><Relationship Id="rId7" Type="http://schemas.openxmlformats.org/officeDocument/2006/relationships/image" Target="../media/image61.png"/><Relationship Id="rId8" Type="http://schemas.openxmlformats.org/officeDocument/2006/relationships/image" Target="../media/image6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1.png"/><Relationship Id="rId4" Type="http://schemas.openxmlformats.org/officeDocument/2006/relationships/image" Target="../media/image69.png"/><Relationship Id="rId5" Type="http://schemas.openxmlformats.org/officeDocument/2006/relationships/image" Target="../media/image91.png"/><Relationship Id="rId6" Type="http://schemas.openxmlformats.org/officeDocument/2006/relationships/image" Target="../media/image7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1.png"/><Relationship Id="rId4" Type="http://schemas.openxmlformats.org/officeDocument/2006/relationships/image" Target="../media/image69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114.png"/><Relationship Id="rId6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91.png"/><Relationship Id="rId6" Type="http://schemas.openxmlformats.org/officeDocument/2006/relationships/image" Target="../media/image7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4.png"/><Relationship Id="rId4" Type="http://schemas.openxmlformats.org/officeDocument/2006/relationships/image" Target="../media/image97.png"/><Relationship Id="rId5" Type="http://schemas.openxmlformats.org/officeDocument/2006/relationships/image" Target="../media/image99.png"/><Relationship Id="rId6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5.png"/><Relationship Id="rId4" Type="http://schemas.openxmlformats.org/officeDocument/2006/relationships/image" Target="../media/image101.png"/><Relationship Id="rId5" Type="http://schemas.openxmlformats.org/officeDocument/2006/relationships/image" Target="../media/image2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7.png"/><Relationship Id="rId4" Type="http://schemas.openxmlformats.org/officeDocument/2006/relationships/image" Target="../media/image112.png"/><Relationship Id="rId5" Type="http://schemas.openxmlformats.org/officeDocument/2006/relationships/image" Target="../media/image128.png"/><Relationship Id="rId6" Type="http://schemas.openxmlformats.org/officeDocument/2006/relationships/image" Target="../media/image12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1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5F4EE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609600" y="3957659"/>
            <a:ext cx="3848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b="1" lang="en-GB" sz="900">
                <a:solidFill>
                  <a:srgbClr val="484745"/>
                </a:solidFill>
              </a:rPr>
              <a:t>This is not a typical template</a:t>
            </a:r>
            <a:r>
              <a:rPr lang="en-GB" sz="900">
                <a:solidFill>
                  <a:srgbClr val="484745"/>
                </a:solidFill>
              </a:rPr>
              <a:t>. Whenever you want to use one or multiple slides from this deck, copy them and paste them into your own new deck.</a:t>
            </a:r>
            <a:endParaRPr sz="900">
              <a:solidFill>
                <a:srgbClr val="48474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484745"/>
                </a:solidFill>
              </a:rPr>
              <a:t>Always select an option to </a:t>
            </a:r>
            <a:r>
              <a:rPr b="1" lang="en-GB" sz="900">
                <a:solidFill>
                  <a:srgbClr val="484745"/>
                </a:solidFill>
              </a:rPr>
              <a:t>‘Keep original styles’</a:t>
            </a:r>
            <a:r>
              <a:rPr lang="en-GB" sz="900">
                <a:solidFill>
                  <a:srgbClr val="484745"/>
                </a:solidFill>
              </a:rPr>
              <a:t>.</a:t>
            </a:r>
            <a:endParaRPr sz="900">
              <a:solidFill>
                <a:srgbClr val="484745"/>
              </a:solidFill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609600" y="609600"/>
            <a:ext cx="7620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lang="en-GB" sz="1800">
                <a:solidFill>
                  <a:srgbClr val="2A609D"/>
                </a:solidFill>
              </a:rPr>
              <a:t>How To Use This Template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609601" y="3652838"/>
            <a:ext cx="3867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lang="en-GB" sz="1300">
                <a:solidFill>
                  <a:srgbClr val="484745"/>
                </a:solidFill>
              </a:rPr>
              <a:t>Keep Style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4724405" y="3652838"/>
            <a:ext cx="3867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lang="en-GB" sz="1300">
                <a:solidFill>
                  <a:srgbClr val="484745"/>
                </a:solidFill>
              </a:rPr>
              <a:t>Replacing Images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4724405" y="3957638"/>
            <a:ext cx="3848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lang="en-GB" sz="900">
                <a:solidFill>
                  <a:srgbClr val="484745"/>
                </a:solidFill>
              </a:rPr>
              <a:t>To replace any placeholders, select the given placeholder image and then click on </a:t>
            </a:r>
            <a:r>
              <a:rPr b="1" lang="en-GB" sz="900">
                <a:solidFill>
                  <a:srgbClr val="484745"/>
                </a:solidFill>
              </a:rPr>
              <a:t>‘Replace image’ button</a:t>
            </a:r>
            <a:r>
              <a:rPr lang="en-GB" sz="900">
                <a:solidFill>
                  <a:srgbClr val="484745"/>
                </a:solidFill>
              </a:rPr>
              <a:t>.</a:t>
            </a:r>
            <a:endParaRPr b="1"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309700"/>
            <a:ext cx="2953010" cy="21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3884" y="911968"/>
            <a:ext cx="3616845" cy="238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6025" y="2301063"/>
            <a:ext cx="2405675" cy="116100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9050">
              <a:srgbClr val="000000">
                <a:alpha val="7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50" y="4372850"/>
            <a:ext cx="9144000" cy="7707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609600" y="2124075"/>
            <a:ext cx="5715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609600" y="2124075"/>
            <a:ext cx="58674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3600"/>
              <a:buFont typeface="Inter"/>
              <a:buNone/>
            </a:pPr>
            <a:r>
              <a:rPr b="1" i="0" lang="en-GB" sz="3600" u="none" cap="none" strike="noStrike">
                <a:solidFill>
                  <a:srgbClr val="2A609D"/>
                </a:solidFill>
              </a:rPr>
              <a:t>Slide Deck Title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609600" y="2786063"/>
            <a:ext cx="57723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300"/>
              <a:buFont typeface="Helvetica Neue"/>
              <a:buNone/>
            </a:pPr>
            <a:r>
              <a:rPr i="0" lang="en-GB" sz="1300" u="none" cap="none" strike="noStrike">
                <a:solidFill>
                  <a:srgbClr val="747474"/>
                </a:solidFill>
              </a:rPr>
              <a:t>This is just the beginning of something big.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83" name="Google Shape;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17069"/>
            <a:ext cx="9144010" cy="1652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9925" y="4736587"/>
            <a:ext cx="1068350" cy="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50" y="4372850"/>
            <a:ext cx="9144000" cy="7707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609600" y="2224088"/>
            <a:ext cx="58674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3600"/>
              <a:buFont typeface="Inter"/>
              <a:buNone/>
            </a:pPr>
            <a:r>
              <a:rPr b="1" i="0" lang="en-GB" sz="3600" u="none" cap="none" strike="noStrike">
                <a:solidFill>
                  <a:srgbClr val="2A609D"/>
                </a:solidFill>
              </a:rPr>
              <a:t>Section title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92" name="Google Shape;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17069"/>
            <a:ext cx="9144010" cy="1652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/>
          <p:nvPr/>
        </p:nvSpPr>
        <p:spPr>
          <a:xfrm>
            <a:off x="50" y="4372850"/>
            <a:ext cx="9144000" cy="7707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9"/>
          <p:cNvSpPr/>
          <p:nvPr/>
        </p:nvSpPr>
        <p:spPr>
          <a:xfrm>
            <a:off x="609600" y="2119313"/>
            <a:ext cx="5715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609600" y="2119313"/>
            <a:ext cx="58674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3600"/>
              <a:buFont typeface="Inter"/>
              <a:buNone/>
            </a:pPr>
            <a:r>
              <a:rPr b="1" i="0" lang="en-GB" sz="3600" u="none" cap="none" strike="noStrike">
                <a:solidFill>
                  <a:srgbClr val="2A609D"/>
                </a:solidFill>
              </a:rPr>
              <a:t>Section Title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609600" y="2781300"/>
            <a:ext cx="57723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300"/>
              <a:buFont typeface="Helvetica Neue"/>
              <a:buNone/>
            </a:pPr>
            <a:r>
              <a:rPr i="0" lang="en-GB" sz="1300" u="none" cap="none" strike="noStrike">
                <a:solidFill>
                  <a:srgbClr val="747474"/>
                </a:solidFill>
              </a:rPr>
              <a:t>Quick description about the section.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102" name="Google Shape;1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17069"/>
            <a:ext cx="9144010" cy="1652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/>
          <p:nvPr/>
        </p:nvSpPr>
        <p:spPr>
          <a:xfrm>
            <a:off x="50" y="4372850"/>
            <a:ext cx="9144000" cy="7707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 " id="109" name="Google Shape;1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17069"/>
            <a:ext cx="9144010" cy="165238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609601" y="3605213"/>
            <a:ext cx="46434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/>
          <p:nvPr/>
        </p:nvSpPr>
        <p:spPr>
          <a:xfrm>
            <a:off x="609601" y="3605213"/>
            <a:ext cx="4700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747474"/>
                </a:solidFill>
              </a:rPr>
              <a:t>Quick description about the section.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609601" y="3986213"/>
            <a:ext cx="47958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3600"/>
              <a:buFont typeface="Inter"/>
              <a:buNone/>
            </a:pPr>
            <a:r>
              <a:rPr b="1" i="0" lang="en-GB" sz="3600" u="none" cap="none" strike="noStrike">
                <a:solidFill>
                  <a:srgbClr val="2A609D"/>
                </a:solidFill>
              </a:rPr>
              <a:t>Section Title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/>
          <p:nvPr/>
        </p:nvSpPr>
        <p:spPr>
          <a:xfrm>
            <a:off x="609600" y="2352675"/>
            <a:ext cx="32385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2200"/>
              <a:buFont typeface="Helvetica Neue"/>
              <a:buNone/>
            </a:pPr>
            <a:r>
              <a:rPr b="1" i="0" lang="en-GB" sz="2200" u="none" cap="none" strike="noStrike">
                <a:solidFill>
                  <a:srgbClr val="2A609D"/>
                </a:solidFill>
              </a:rPr>
              <a:t>About Me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4610104" y="1657350"/>
            <a:ext cx="3238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0" name="Google Shape;1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5" y="1657350"/>
            <a:ext cx="1028700" cy="1028700"/>
          </a:xfrm>
          <a:prstGeom prst="flowChartConnector">
            <a:avLst/>
          </a:prstGeom>
          <a:noFill/>
          <a:ln>
            <a:noFill/>
          </a:ln>
        </p:spPr>
      </p:pic>
      <p:sp>
        <p:nvSpPr>
          <p:cNvPr id="121" name="Google Shape;121;p21"/>
          <p:cNvSpPr/>
          <p:nvPr/>
        </p:nvSpPr>
        <p:spPr>
          <a:xfrm>
            <a:off x="4581529" y="2762250"/>
            <a:ext cx="3295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i="0" lang="en-GB" sz="1300" u="none" cap="none" strike="noStrike">
                <a:solidFill>
                  <a:srgbClr val="484745"/>
                </a:solidFill>
              </a:rPr>
              <a:t>Use this slide to briefly introduce yourself or your topic.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5723431" y="3314700"/>
            <a:ext cx="1011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3" name="Google Shape;12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3431" y="3314700"/>
            <a:ext cx="20222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5954228" y="3295650"/>
            <a:ext cx="819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LinkedIn Profile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/>
          <p:nvPr/>
        </p:nvSpPr>
        <p:spPr>
          <a:xfrm>
            <a:off x="609600" y="2352675"/>
            <a:ext cx="32385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2200"/>
              <a:buFont typeface="Helvetica Neue"/>
              <a:buNone/>
            </a:pPr>
            <a:r>
              <a:rPr b="1" i="0" lang="en-GB" sz="2200" u="none" cap="none" strike="noStrike">
                <a:solidFill>
                  <a:srgbClr val="2A609D"/>
                </a:solidFill>
              </a:rPr>
              <a:t>About Us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6210306" y="1657350"/>
            <a:ext cx="2438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32" name="Google Shape;1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7" y="1657350"/>
            <a:ext cx="1028700" cy="102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33" name="Google Shape;133;p22"/>
          <p:cNvSpPr/>
          <p:nvPr/>
        </p:nvSpPr>
        <p:spPr>
          <a:xfrm>
            <a:off x="6181731" y="2762250"/>
            <a:ext cx="2495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i="0" lang="en-GB" sz="1300" u="none" cap="none" strike="noStrike">
                <a:solidFill>
                  <a:srgbClr val="484745"/>
                </a:solidFill>
              </a:rPr>
              <a:t>Use this slide to briefly introduce yourself or your topic.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6923583" y="3314700"/>
            <a:ext cx="1011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35" name="Google Shape;1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3583" y="3314700"/>
            <a:ext cx="20222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/>
          <p:nvPr/>
        </p:nvSpPr>
        <p:spPr>
          <a:xfrm>
            <a:off x="7154381" y="3295650"/>
            <a:ext cx="819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LinkedIn Profile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3390903" y="1657350"/>
            <a:ext cx="2438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5754" y="1657350"/>
            <a:ext cx="1028700" cy="1028700"/>
          </a:xfrm>
          <a:prstGeom prst="flowChartConnector">
            <a:avLst/>
          </a:prstGeom>
          <a:noFill/>
          <a:ln>
            <a:noFill/>
          </a:ln>
        </p:spPr>
      </p:pic>
      <p:sp>
        <p:nvSpPr>
          <p:cNvPr id="139" name="Google Shape;139;p22"/>
          <p:cNvSpPr/>
          <p:nvPr/>
        </p:nvSpPr>
        <p:spPr>
          <a:xfrm>
            <a:off x="3362328" y="2762250"/>
            <a:ext cx="2495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i="0" lang="en-GB" sz="1300" u="none" cap="none" strike="noStrike">
                <a:solidFill>
                  <a:srgbClr val="484745"/>
                </a:solidFill>
              </a:rPr>
              <a:t>Use this slide to briefly introduce yourself or your topic.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4104180" y="3314700"/>
            <a:ext cx="1011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41" name="Google Shape;1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4180" y="3314700"/>
            <a:ext cx="20222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/>
          <p:nvPr/>
        </p:nvSpPr>
        <p:spPr>
          <a:xfrm>
            <a:off x="4334978" y="3295650"/>
            <a:ext cx="819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LinkedIn Profile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/>
          <p:nvPr/>
        </p:nvSpPr>
        <p:spPr>
          <a:xfrm>
            <a:off x="609600" y="2352675"/>
            <a:ext cx="32385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2200"/>
              <a:buFont typeface="Helvetica Neue"/>
              <a:buNone/>
            </a:pPr>
            <a:r>
              <a:rPr b="1" i="0" lang="en-GB" sz="2200" u="none" cap="none" strike="noStrike">
                <a:solidFill>
                  <a:srgbClr val="2A609D"/>
                </a:solidFill>
              </a:rPr>
              <a:t>Highlight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4610104" y="2066925"/>
            <a:ext cx="3295800" cy="10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i="0" lang="en-GB" sz="1300" u="none" cap="none" strike="noStrike">
                <a:solidFill>
                  <a:srgbClr val="484745"/>
                </a:solidFill>
              </a:rPr>
              <a:t>Use this slide to highlight a single, important thing. To keep it short and sweet, you might link away to relevant doc or file.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/>
          <p:nvPr/>
        </p:nvSpPr>
        <p:spPr>
          <a:xfrm>
            <a:off x="609601" y="2395538"/>
            <a:ext cx="2743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Simple list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0104" y="1300163"/>
            <a:ext cx="3238503" cy="60952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4"/>
          <p:cNvSpPr/>
          <p:nvPr/>
        </p:nvSpPr>
        <p:spPr>
          <a:xfrm>
            <a:off x="4610104" y="1300163"/>
            <a:ext cx="3295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First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4610104" y="1604963"/>
            <a:ext cx="3276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Add a quick description of each thing, with enough context to understand what’s up.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159" name="Google Shape;159;p24"/>
          <p:cNvSpPr/>
          <p:nvPr/>
        </p:nvSpPr>
        <p:spPr>
          <a:xfrm>
            <a:off x="4610104" y="2262188"/>
            <a:ext cx="3295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Second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4610104" y="2566988"/>
            <a:ext cx="3276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Keep ‘em short and sweet, so they’re easy to scan and remember. 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161" name="Google Shape;1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0104" y="3224213"/>
            <a:ext cx="3238503" cy="609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/>
          <p:nvPr/>
        </p:nvSpPr>
        <p:spPr>
          <a:xfrm>
            <a:off x="4610104" y="3224213"/>
            <a:ext cx="3295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Third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4610104" y="3529013"/>
            <a:ext cx="3276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If you’ve got a bunch, add another row, or use multiple copies of this slide. 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609601" y="2395538"/>
            <a:ext cx="2362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Two columns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170" name="Google Shape;1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0903" y="1724025"/>
            <a:ext cx="2324102" cy="60952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5"/>
          <p:cNvSpPr/>
          <p:nvPr/>
        </p:nvSpPr>
        <p:spPr>
          <a:xfrm>
            <a:off x="3390903" y="1724025"/>
            <a:ext cx="238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First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3390903" y="2028825"/>
            <a:ext cx="23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Add a quick description of each thing, with enough context to understand what’s up.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173" name="Google Shape;17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0903" y="2800350"/>
            <a:ext cx="2324102" cy="60952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5"/>
          <p:cNvSpPr/>
          <p:nvPr/>
        </p:nvSpPr>
        <p:spPr>
          <a:xfrm>
            <a:off x="3390903" y="2800350"/>
            <a:ext cx="238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Third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3390903" y="3105150"/>
            <a:ext cx="23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Keep ‘em short and sweet, so they’re easy to scan and remember. 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176" name="Google Shape;1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0306" y="1724025"/>
            <a:ext cx="2324102" cy="6095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/>
          <p:nvPr/>
        </p:nvSpPr>
        <p:spPr>
          <a:xfrm>
            <a:off x="6210306" y="1724025"/>
            <a:ext cx="238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Second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6210306" y="2028825"/>
            <a:ext cx="23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Keep ‘em short and sweet, so they’re easy to scan and remember. 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179" name="Google Shape;1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0306" y="2800350"/>
            <a:ext cx="2324102" cy="60952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5"/>
          <p:cNvSpPr/>
          <p:nvPr/>
        </p:nvSpPr>
        <p:spPr>
          <a:xfrm>
            <a:off x="6210306" y="2800350"/>
            <a:ext cx="238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Fourth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6210306" y="3105150"/>
            <a:ext cx="23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If you’ve got a bunch, add another row, or use multiple copies of this slide. 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/>
          <p:nvPr/>
        </p:nvSpPr>
        <p:spPr>
          <a:xfrm>
            <a:off x="609600" y="609600"/>
            <a:ext cx="7620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Simple list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604838" y="2119313"/>
            <a:ext cx="2497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First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604838" y="2424113"/>
            <a:ext cx="24876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Add a quick description of each thing, with enough context to understand what’s up.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3349629" y="2119313"/>
            <a:ext cx="2497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Second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3349629" y="2424113"/>
            <a:ext cx="24876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Keep ‘em short and sweet, so they’re easy to scan and remember. 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6094420" y="2119313"/>
            <a:ext cx="2497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Third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6094420" y="2424113"/>
            <a:ext cx="24876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If you’ve got a bunch, add another row, or use multiple copies of this slide. 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/>
          <p:nvPr/>
        </p:nvSpPr>
        <p:spPr>
          <a:xfrm>
            <a:off x="609600" y="609600"/>
            <a:ext cx="7620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Simple list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609601" y="2185988"/>
            <a:ext cx="180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First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609601" y="2490788"/>
            <a:ext cx="1789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Add a quick description of each thing, with enough context to understand what’s up.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2665812" y="2185988"/>
            <a:ext cx="180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Second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2665812" y="2490788"/>
            <a:ext cx="1789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Keep ‘em short and sweet, so they’re easy to scan and remember. 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4722023" y="2185988"/>
            <a:ext cx="180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Third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4722023" y="2490788"/>
            <a:ext cx="1789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If you’ve got a bunch, add another row, or use multiple copies of this slide. 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6778234" y="2185988"/>
            <a:ext cx="180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Fourth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6778234" y="2490788"/>
            <a:ext cx="1789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Keep ‘em short and sweet, so they’re easy to scan and remember. 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/>
          <p:nvPr/>
        </p:nvSpPr>
        <p:spPr>
          <a:xfrm>
            <a:off x="100" y="4333100"/>
            <a:ext cx="9144000" cy="5673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609600" y="609600"/>
            <a:ext cx="7620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Principles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215" name="Google Shape;21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1" y="1304925"/>
            <a:ext cx="2438403" cy="32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8"/>
          <p:cNvSpPr/>
          <p:nvPr/>
        </p:nvSpPr>
        <p:spPr>
          <a:xfrm>
            <a:off x="838201" y="1495425"/>
            <a:ext cx="2065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Principle 1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17" name="Google Shape;217;p28"/>
          <p:cNvSpPr/>
          <p:nvPr/>
        </p:nvSpPr>
        <p:spPr>
          <a:xfrm>
            <a:off x="838201" y="3638550"/>
            <a:ext cx="2084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484745"/>
                </a:solidFill>
              </a:rPr>
              <a:t>This is what we believe.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218" name="Google Shape;21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2803" y="1304925"/>
            <a:ext cx="2438403" cy="32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8"/>
          <p:cNvSpPr/>
          <p:nvPr/>
        </p:nvSpPr>
        <p:spPr>
          <a:xfrm>
            <a:off x="3581403" y="1495425"/>
            <a:ext cx="2065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Principle 2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3581403" y="3638550"/>
            <a:ext cx="2084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484745"/>
                </a:solidFill>
              </a:rPr>
              <a:t>It’s how we make decisions.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221" name="Google Shape;2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6" y="1304925"/>
            <a:ext cx="2438403" cy="32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8"/>
          <p:cNvSpPr/>
          <p:nvPr/>
        </p:nvSpPr>
        <p:spPr>
          <a:xfrm>
            <a:off x="6324606" y="1495425"/>
            <a:ext cx="2065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Principle 3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23" name="Google Shape;223;p28"/>
          <p:cNvSpPr/>
          <p:nvPr/>
        </p:nvSpPr>
        <p:spPr>
          <a:xfrm>
            <a:off x="6324606" y="3638550"/>
            <a:ext cx="2084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484745"/>
                </a:solidFill>
              </a:rPr>
              <a:t>And what we aim to achieve.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224" name="Google Shape;22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857750"/>
            <a:ext cx="9144010" cy="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/>
          <p:nvPr/>
        </p:nvSpPr>
        <p:spPr>
          <a:xfrm>
            <a:off x="50" y="4333100"/>
            <a:ext cx="9144000" cy="5673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609600" y="2181225"/>
            <a:ext cx="32385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9"/>
          <p:cNvSpPr/>
          <p:nvPr/>
        </p:nvSpPr>
        <p:spPr>
          <a:xfrm>
            <a:off x="609601" y="2181225"/>
            <a:ext cx="3314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Header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609601" y="2524125"/>
            <a:ext cx="3286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Add a quick description of each thing, with enough context to understand what’s up.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234" name="Google Shape;23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0104" y="609600"/>
            <a:ext cx="3924304" cy="3923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5" name="Google Shape;23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857750"/>
            <a:ext cx="9144010" cy="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/>
          <p:nvPr/>
        </p:nvSpPr>
        <p:spPr>
          <a:xfrm>
            <a:off x="50" y="4333100"/>
            <a:ext cx="9144000" cy="5673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2" name="Google Shape;242;p30"/>
          <p:cNvSpPr/>
          <p:nvPr/>
        </p:nvSpPr>
        <p:spPr>
          <a:xfrm>
            <a:off x="609601" y="4095750"/>
            <a:ext cx="3429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Add a quick description of each thing, with enough context to understand what’s up. 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243" name="Google Shape;24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0104" y="609600"/>
            <a:ext cx="3924304" cy="392381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0"/>
          <p:cNvSpPr/>
          <p:nvPr/>
        </p:nvSpPr>
        <p:spPr>
          <a:xfrm>
            <a:off x="609601" y="609600"/>
            <a:ext cx="338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0"/>
          <p:cNvSpPr/>
          <p:nvPr/>
        </p:nvSpPr>
        <p:spPr>
          <a:xfrm>
            <a:off x="609601" y="552450"/>
            <a:ext cx="3438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747474"/>
                </a:solidFill>
              </a:rPr>
              <a:t>Subtitle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46" name="Google Shape;246;p30"/>
          <p:cNvSpPr/>
          <p:nvPr/>
        </p:nvSpPr>
        <p:spPr>
          <a:xfrm>
            <a:off x="609601" y="952500"/>
            <a:ext cx="34767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2200"/>
              <a:buFont typeface="Helvetica Neue"/>
              <a:buNone/>
            </a:pPr>
            <a:r>
              <a:rPr b="1" i="0" lang="en-GB" sz="2200" u="none" cap="none" strike="noStrike">
                <a:solidFill>
                  <a:srgbClr val="2A609D"/>
                </a:solidFill>
              </a:rPr>
              <a:t>Header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247" name="Google Shape;24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857750"/>
            <a:ext cx="9144010" cy="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/>
          <p:nvPr/>
        </p:nvSpPr>
        <p:spPr>
          <a:xfrm>
            <a:off x="50" y="4333100"/>
            <a:ext cx="9144000" cy="5673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4" name="Google Shape;254;p31"/>
          <p:cNvSpPr/>
          <p:nvPr/>
        </p:nvSpPr>
        <p:spPr>
          <a:xfrm>
            <a:off x="609601" y="4095750"/>
            <a:ext cx="3429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Add a quick description of each thing, with enough context to understand what’s up. 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55" name="Google Shape;255;p31"/>
          <p:cNvSpPr/>
          <p:nvPr/>
        </p:nvSpPr>
        <p:spPr>
          <a:xfrm>
            <a:off x="609601" y="609600"/>
            <a:ext cx="338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1"/>
          <p:cNvSpPr/>
          <p:nvPr/>
        </p:nvSpPr>
        <p:spPr>
          <a:xfrm>
            <a:off x="609601" y="552450"/>
            <a:ext cx="3438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747474"/>
                </a:solidFill>
              </a:rPr>
              <a:t>Subtitle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57" name="Google Shape;257;p31"/>
          <p:cNvSpPr/>
          <p:nvPr/>
        </p:nvSpPr>
        <p:spPr>
          <a:xfrm>
            <a:off x="609601" y="952500"/>
            <a:ext cx="34767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2200"/>
              <a:buFont typeface="Helvetica Neue"/>
              <a:buNone/>
            </a:pPr>
            <a:r>
              <a:rPr b="1" i="0" lang="en-GB" sz="2200" u="none" cap="none" strike="noStrike">
                <a:solidFill>
                  <a:srgbClr val="2A609D"/>
                </a:solidFill>
              </a:rPr>
              <a:t>Header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258" name="Google Shape;25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0104" y="0"/>
            <a:ext cx="4533905" cy="5142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/>
          <p:nvPr/>
        </p:nvSpPr>
        <p:spPr>
          <a:xfrm>
            <a:off x="50" y="4333100"/>
            <a:ext cx="9144000" cy="5673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 " id="265" name="Google Shape;26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432381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2"/>
          <p:cNvSpPr/>
          <p:nvPr/>
        </p:nvSpPr>
        <p:spPr>
          <a:xfrm>
            <a:off x="2424115" y="4533900"/>
            <a:ext cx="4295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Add a caption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267" name="Google Shape;26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857750"/>
            <a:ext cx="9144010" cy="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73" name="Google Shape;27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1" y="1309688"/>
            <a:ext cx="3810004" cy="21523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74" name="Google Shape;27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5" y="1309688"/>
            <a:ext cx="3810004" cy="2152383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3"/>
          <p:cNvSpPr/>
          <p:nvPr/>
        </p:nvSpPr>
        <p:spPr>
          <a:xfrm>
            <a:off x="609600" y="609600"/>
            <a:ext cx="7620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Image with description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276" name="Google Shape;276;p33"/>
          <p:cNvSpPr/>
          <p:nvPr/>
        </p:nvSpPr>
        <p:spPr>
          <a:xfrm>
            <a:off x="609601" y="3652838"/>
            <a:ext cx="3867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First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77" name="Google Shape;277;p33"/>
          <p:cNvSpPr/>
          <p:nvPr/>
        </p:nvSpPr>
        <p:spPr>
          <a:xfrm>
            <a:off x="609601" y="3957638"/>
            <a:ext cx="3848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Add a quick description of each thing, with enough context to understand what’s up.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78" name="Google Shape;278;p33"/>
          <p:cNvSpPr/>
          <p:nvPr/>
        </p:nvSpPr>
        <p:spPr>
          <a:xfrm>
            <a:off x="4724405" y="3652838"/>
            <a:ext cx="3867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Second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79" name="Google Shape;279;p33"/>
          <p:cNvSpPr/>
          <p:nvPr/>
        </p:nvSpPr>
        <p:spPr>
          <a:xfrm>
            <a:off x="4724405" y="3957638"/>
            <a:ext cx="3848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Keep ‘em short and sweet, so they’re easy to scan and remember. 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85" name="Google Shape;28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1" y="1309688"/>
            <a:ext cx="2438403" cy="21523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6" name="Google Shape;28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3" y="1309688"/>
            <a:ext cx="2438403" cy="21523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7" name="Google Shape;28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6" y="1309688"/>
            <a:ext cx="2438403" cy="215238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4"/>
          <p:cNvSpPr/>
          <p:nvPr/>
        </p:nvSpPr>
        <p:spPr>
          <a:xfrm>
            <a:off x="609600" y="609600"/>
            <a:ext cx="7620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lang="en-GB" sz="1800">
                <a:solidFill>
                  <a:srgbClr val="2A609D"/>
                </a:solidFill>
              </a:rPr>
              <a:t>Image with description</a:t>
            </a:r>
            <a:endParaRPr b="1" sz="1800">
              <a:solidFill>
                <a:srgbClr val="2A609D"/>
              </a:solidFill>
            </a:endParaRPr>
          </a:p>
        </p:txBody>
      </p:sp>
      <p:sp>
        <p:nvSpPr>
          <p:cNvPr id="289" name="Google Shape;289;p34"/>
          <p:cNvSpPr/>
          <p:nvPr/>
        </p:nvSpPr>
        <p:spPr>
          <a:xfrm>
            <a:off x="609601" y="3652838"/>
            <a:ext cx="2497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First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90" name="Google Shape;290;p34"/>
          <p:cNvSpPr/>
          <p:nvPr/>
        </p:nvSpPr>
        <p:spPr>
          <a:xfrm>
            <a:off x="609601" y="3957638"/>
            <a:ext cx="247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Add a quick description of each thing, with enough context to understand what’s up.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91" name="Google Shape;291;p34"/>
          <p:cNvSpPr/>
          <p:nvPr/>
        </p:nvSpPr>
        <p:spPr>
          <a:xfrm>
            <a:off x="3354389" y="3652838"/>
            <a:ext cx="2497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Second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92" name="Google Shape;292;p34"/>
          <p:cNvSpPr/>
          <p:nvPr/>
        </p:nvSpPr>
        <p:spPr>
          <a:xfrm>
            <a:off x="3354389" y="3957638"/>
            <a:ext cx="247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Keep ‘em short and sweet, so they’re easy to scan and remember. 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6099182" y="3652838"/>
            <a:ext cx="2497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Third thing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6099182" y="3957638"/>
            <a:ext cx="247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If you’ve got a bunch, add another row, or use multiple copies of this slide. 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/>
          <p:nvPr/>
        </p:nvSpPr>
        <p:spPr>
          <a:xfrm>
            <a:off x="609601" y="1866900"/>
            <a:ext cx="4676700" cy="14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5"/>
          <p:cNvSpPr/>
          <p:nvPr/>
        </p:nvSpPr>
        <p:spPr>
          <a:xfrm>
            <a:off x="609601" y="1866900"/>
            <a:ext cx="48291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3600"/>
              <a:buFont typeface="Inter"/>
              <a:buNone/>
            </a:pPr>
            <a:r>
              <a:rPr b="1" i="0" lang="en-GB" sz="3600" u="none" cap="none" strike="noStrike">
                <a:solidFill>
                  <a:srgbClr val="2A609D"/>
                </a:solidFill>
              </a:rPr>
              <a:t>XX%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sp>
        <p:nvSpPr>
          <p:cNvPr id="302" name="Google Shape;302;p35"/>
          <p:cNvSpPr/>
          <p:nvPr/>
        </p:nvSpPr>
        <p:spPr>
          <a:xfrm>
            <a:off x="609601" y="2528888"/>
            <a:ext cx="473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i="0" lang="en-GB" sz="1300" u="none" cap="none" strike="noStrike">
                <a:solidFill>
                  <a:srgbClr val="484745"/>
                </a:solidFill>
              </a:rPr>
              <a:t>Highlight a key metric—like a goal, objective, or insight—that supports the narrative of your deck.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303" name="Google Shape;303;p35"/>
          <p:cNvSpPr/>
          <p:nvPr/>
        </p:nvSpPr>
        <p:spPr>
          <a:xfrm>
            <a:off x="609601" y="3119438"/>
            <a:ext cx="471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Add a link to a relevant doc or dashboard.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"/>
          <p:cNvSpPr/>
          <p:nvPr/>
        </p:nvSpPr>
        <p:spPr>
          <a:xfrm>
            <a:off x="609601" y="2424113"/>
            <a:ext cx="2838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Key Metrics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310" name="Google Shape;310;p36"/>
          <p:cNvSpPr/>
          <p:nvPr/>
        </p:nvSpPr>
        <p:spPr>
          <a:xfrm>
            <a:off x="5543555" y="1547813"/>
            <a:ext cx="304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Metric 1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311" name="Google Shape;311;p36"/>
          <p:cNvSpPr/>
          <p:nvPr/>
        </p:nvSpPr>
        <p:spPr>
          <a:xfrm>
            <a:off x="5543555" y="1814513"/>
            <a:ext cx="3029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Add a description or highlight changes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312" name="Google Shape;312;p36"/>
          <p:cNvSpPr/>
          <p:nvPr/>
        </p:nvSpPr>
        <p:spPr>
          <a:xfrm>
            <a:off x="5543555" y="2357438"/>
            <a:ext cx="304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Metric 2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313" name="Google Shape;313;p36"/>
          <p:cNvSpPr/>
          <p:nvPr/>
        </p:nvSpPr>
        <p:spPr>
          <a:xfrm>
            <a:off x="5543555" y="2624138"/>
            <a:ext cx="3029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Add a description or highlight changes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314" name="Google Shape;314;p36"/>
          <p:cNvSpPr/>
          <p:nvPr/>
        </p:nvSpPr>
        <p:spPr>
          <a:xfrm>
            <a:off x="5543555" y="3167063"/>
            <a:ext cx="304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484745"/>
                </a:solidFill>
              </a:rPr>
              <a:t>Metric 3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315" name="Google Shape;315;p36"/>
          <p:cNvSpPr/>
          <p:nvPr/>
        </p:nvSpPr>
        <p:spPr>
          <a:xfrm>
            <a:off x="5543555" y="3433763"/>
            <a:ext cx="3029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Add a description or highlight changes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316" name="Google Shape;316;p36"/>
          <p:cNvSpPr/>
          <p:nvPr/>
        </p:nvSpPr>
        <p:spPr>
          <a:xfrm>
            <a:off x="4610104" y="1547813"/>
            <a:ext cx="9144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200"/>
              <a:buFont typeface="Helvetica Neue"/>
              <a:buNone/>
            </a:pPr>
            <a:r>
              <a:rPr b="1" i="0" lang="en-GB" sz="2200" u="none" cap="none" strike="noStrike">
                <a:solidFill>
                  <a:srgbClr val="484745"/>
                </a:solidFill>
              </a:rPr>
              <a:t>XX%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317" name="Google Shape;317;p36"/>
          <p:cNvSpPr/>
          <p:nvPr/>
        </p:nvSpPr>
        <p:spPr>
          <a:xfrm>
            <a:off x="4610104" y="2357438"/>
            <a:ext cx="9144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200"/>
              <a:buFont typeface="Helvetica Neue"/>
              <a:buNone/>
            </a:pPr>
            <a:r>
              <a:rPr b="1" i="0" lang="en-GB" sz="2200" u="none" cap="none" strike="noStrike">
                <a:solidFill>
                  <a:srgbClr val="484745"/>
                </a:solidFill>
              </a:rPr>
              <a:t>XX%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318" name="Google Shape;318;p36"/>
          <p:cNvSpPr/>
          <p:nvPr/>
        </p:nvSpPr>
        <p:spPr>
          <a:xfrm>
            <a:off x="4610104" y="3167063"/>
            <a:ext cx="9144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200"/>
              <a:buFont typeface="Helvetica Neue"/>
              <a:buNone/>
            </a:pPr>
            <a:r>
              <a:rPr b="1" i="0" lang="en-GB" sz="2200" u="none" cap="none" strike="noStrike">
                <a:solidFill>
                  <a:srgbClr val="484745"/>
                </a:solidFill>
              </a:rPr>
              <a:t>XX%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7"/>
          <p:cNvSpPr/>
          <p:nvPr/>
        </p:nvSpPr>
        <p:spPr>
          <a:xfrm>
            <a:off x="609600" y="609600"/>
            <a:ext cx="7620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3 column metric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325" name="Google Shape;325;p37"/>
          <p:cNvSpPr/>
          <p:nvPr/>
        </p:nvSpPr>
        <p:spPr>
          <a:xfrm>
            <a:off x="595313" y="2024063"/>
            <a:ext cx="25383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200"/>
              <a:buFont typeface="Helvetica Neue"/>
              <a:buNone/>
            </a:pPr>
            <a:r>
              <a:rPr b="1" i="0" lang="en-GB" sz="2200" u="none" cap="none" strike="noStrike">
                <a:solidFill>
                  <a:srgbClr val="484745"/>
                </a:solidFill>
              </a:rPr>
              <a:t>XX%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326" name="Google Shape;326;p37"/>
          <p:cNvSpPr/>
          <p:nvPr/>
        </p:nvSpPr>
        <p:spPr>
          <a:xfrm>
            <a:off x="595313" y="2443163"/>
            <a:ext cx="24909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Add a quick description of each thing, with enough context to understand what’s up.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27" name="Google Shape;327;p37"/>
          <p:cNvSpPr/>
          <p:nvPr/>
        </p:nvSpPr>
        <p:spPr>
          <a:xfrm>
            <a:off x="3343278" y="2024063"/>
            <a:ext cx="25383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200"/>
              <a:buFont typeface="Helvetica Neue"/>
              <a:buNone/>
            </a:pPr>
            <a:r>
              <a:rPr b="1" i="0" lang="en-GB" sz="2200" u="none" cap="none" strike="noStrike">
                <a:solidFill>
                  <a:srgbClr val="484745"/>
                </a:solidFill>
              </a:rPr>
              <a:t>XX%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328" name="Google Shape;328;p37"/>
          <p:cNvSpPr/>
          <p:nvPr/>
        </p:nvSpPr>
        <p:spPr>
          <a:xfrm>
            <a:off x="3343278" y="2443163"/>
            <a:ext cx="24909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If you’ve got a bunch, add another row, or use multiple copies of this slide. 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29" name="Google Shape;329;p37"/>
          <p:cNvSpPr/>
          <p:nvPr/>
        </p:nvSpPr>
        <p:spPr>
          <a:xfrm>
            <a:off x="6091243" y="2024063"/>
            <a:ext cx="25383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200"/>
              <a:buFont typeface="Helvetica Neue"/>
              <a:buNone/>
            </a:pPr>
            <a:r>
              <a:rPr b="1" i="0" lang="en-GB" sz="2200" u="none" cap="none" strike="noStrike">
                <a:solidFill>
                  <a:srgbClr val="484745"/>
                </a:solidFill>
              </a:rPr>
              <a:t>XX%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330" name="Google Shape;330;p37"/>
          <p:cNvSpPr/>
          <p:nvPr/>
        </p:nvSpPr>
        <p:spPr>
          <a:xfrm>
            <a:off x="6091243" y="2443163"/>
            <a:ext cx="2490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Keep ‘em short and sweet, so they’re easy to scan and remember. 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/>
          <p:nvPr/>
        </p:nvSpPr>
        <p:spPr>
          <a:xfrm>
            <a:off x="609601" y="2083594"/>
            <a:ext cx="2838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Metrics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337" name="Google Shape;337;p38"/>
          <p:cNvSpPr/>
          <p:nvPr/>
        </p:nvSpPr>
        <p:spPr>
          <a:xfrm>
            <a:off x="609601" y="2474119"/>
            <a:ext cx="28098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Description about the data beside. Lorem ipsum dolor sit amet, consectetur adipiscing.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38" name="Google Shape;338;p38"/>
          <p:cNvSpPr/>
          <p:nvPr/>
        </p:nvSpPr>
        <p:spPr>
          <a:xfrm>
            <a:off x="4476754" y="1519238"/>
            <a:ext cx="19908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Inter"/>
              <a:buNone/>
            </a:pPr>
            <a:r>
              <a:rPr b="1" i="0" lang="en-GB" sz="3600" u="none" cap="none" strike="noStrike">
                <a:solidFill>
                  <a:srgbClr val="484745"/>
                </a:solidFill>
              </a:rPr>
              <a:t>61%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sp>
        <p:nvSpPr>
          <p:cNvPr id="339" name="Google Shape;339;p38"/>
          <p:cNvSpPr/>
          <p:nvPr/>
        </p:nvSpPr>
        <p:spPr>
          <a:xfrm>
            <a:off x="4476754" y="2066925"/>
            <a:ext cx="18954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i="0" lang="en-GB" sz="1300" u="none" cap="none" strike="noStrike">
                <a:solidFill>
                  <a:srgbClr val="484745"/>
                </a:solidFill>
              </a:rPr>
              <a:t>Metric 1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340" name="Google Shape;340;p38"/>
          <p:cNvSpPr/>
          <p:nvPr/>
        </p:nvSpPr>
        <p:spPr>
          <a:xfrm>
            <a:off x="4476754" y="2781300"/>
            <a:ext cx="19908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Inter"/>
              <a:buNone/>
            </a:pPr>
            <a:r>
              <a:rPr b="1" i="0" lang="en-GB" sz="3600" u="none" cap="none" strike="noStrike">
                <a:solidFill>
                  <a:srgbClr val="484745"/>
                </a:solidFill>
              </a:rPr>
              <a:t>55%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sp>
        <p:nvSpPr>
          <p:cNvPr id="341" name="Google Shape;341;p38"/>
          <p:cNvSpPr/>
          <p:nvPr/>
        </p:nvSpPr>
        <p:spPr>
          <a:xfrm>
            <a:off x="4476754" y="3367088"/>
            <a:ext cx="18954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i="0" lang="en-GB" sz="1300" u="none" cap="none" strike="noStrike">
                <a:solidFill>
                  <a:srgbClr val="484745"/>
                </a:solidFill>
              </a:rPr>
              <a:t>Metric 3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342" name="Google Shape;342;p38"/>
          <p:cNvSpPr/>
          <p:nvPr/>
        </p:nvSpPr>
        <p:spPr>
          <a:xfrm>
            <a:off x="6696081" y="1519238"/>
            <a:ext cx="19908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Inter"/>
              <a:buNone/>
            </a:pPr>
            <a:r>
              <a:rPr b="1" i="0" lang="en-GB" sz="3600" u="none" cap="none" strike="noStrike">
                <a:solidFill>
                  <a:srgbClr val="484745"/>
                </a:solidFill>
              </a:rPr>
              <a:t>56%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sp>
        <p:nvSpPr>
          <p:cNvPr id="343" name="Google Shape;343;p38"/>
          <p:cNvSpPr/>
          <p:nvPr/>
        </p:nvSpPr>
        <p:spPr>
          <a:xfrm>
            <a:off x="6696081" y="2066925"/>
            <a:ext cx="18954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i="0" lang="en-GB" sz="1300" u="none" cap="none" strike="noStrike">
                <a:solidFill>
                  <a:srgbClr val="484745"/>
                </a:solidFill>
              </a:rPr>
              <a:t>Metric 2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344" name="Google Shape;344;p38"/>
          <p:cNvSpPr/>
          <p:nvPr/>
        </p:nvSpPr>
        <p:spPr>
          <a:xfrm>
            <a:off x="6696081" y="2781300"/>
            <a:ext cx="19908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Inter"/>
              <a:buNone/>
            </a:pPr>
            <a:r>
              <a:rPr b="1" i="0" lang="en-GB" sz="3600" u="none" cap="none" strike="noStrike">
                <a:solidFill>
                  <a:srgbClr val="484745"/>
                </a:solidFill>
              </a:rPr>
              <a:t>48%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sp>
        <p:nvSpPr>
          <p:cNvPr id="345" name="Google Shape;345;p38"/>
          <p:cNvSpPr/>
          <p:nvPr/>
        </p:nvSpPr>
        <p:spPr>
          <a:xfrm>
            <a:off x="6696081" y="3367088"/>
            <a:ext cx="18954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i="0" lang="en-GB" sz="1300" u="none" cap="none" strike="noStrike">
                <a:solidFill>
                  <a:srgbClr val="484745"/>
                </a:solidFill>
              </a:rPr>
              <a:t>Metric 4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9"/>
          <p:cNvSpPr/>
          <p:nvPr/>
        </p:nvSpPr>
        <p:spPr>
          <a:xfrm>
            <a:off x="2190752" y="1452563"/>
            <a:ext cx="16002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9"/>
          <p:cNvSpPr/>
          <p:nvPr/>
        </p:nvSpPr>
        <p:spPr>
          <a:xfrm>
            <a:off x="2190752" y="1452563"/>
            <a:ext cx="16461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Inter Medium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H1 2025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53" name="Google Shape;353;p39"/>
          <p:cNvSpPr/>
          <p:nvPr/>
        </p:nvSpPr>
        <p:spPr>
          <a:xfrm>
            <a:off x="2190752" y="1700213"/>
            <a:ext cx="1638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Use this paragraph space to say a bit more about each one—specific goals, definitions, etc.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354" name="Google Shape;35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5990" y="2362200"/>
            <a:ext cx="9525" cy="276191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9"/>
          <p:cNvSpPr/>
          <p:nvPr/>
        </p:nvSpPr>
        <p:spPr>
          <a:xfrm>
            <a:off x="5353055" y="1604963"/>
            <a:ext cx="1600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9"/>
          <p:cNvSpPr/>
          <p:nvPr/>
        </p:nvSpPr>
        <p:spPr>
          <a:xfrm>
            <a:off x="5353055" y="1604963"/>
            <a:ext cx="16461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Inter Medium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H1 2025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57" name="Google Shape;357;p39"/>
          <p:cNvSpPr/>
          <p:nvPr/>
        </p:nvSpPr>
        <p:spPr>
          <a:xfrm>
            <a:off x="5353055" y="1852613"/>
            <a:ext cx="163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If you only have a few milestones, just chop what you don’t need. 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358" name="Google Shape;35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8293" y="2362200"/>
            <a:ext cx="9525" cy="276191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9"/>
          <p:cNvSpPr/>
          <p:nvPr/>
        </p:nvSpPr>
        <p:spPr>
          <a:xfrm>
            <a:off x="3771903" y="2633663"/>
            <a:ext cx="16002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360" name="Google Shape;36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7141" y="2628900"/>
            <a:ext cx="9525" cy="276191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9"/>
          <p:cNvSpPr/>
          <p:nvPr/>
        </p:nvSpPr>
        <p:spPr>
          <a:xfrm>
            <a:off x="3771903" y="2957513"/>
            <a:ext cx="16461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Inter Medium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H2 2025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62" name="Google Shape;362;p39"/>
          <p:cNvSpPr/>
          <p:nvPr/>
        </p:nvSpPr>
        <p:spPr>
          <a:xfrm>
            <a:off x="3771903" y="3205163"/>
            <a:ext cx="1638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If you need to squeeze in more than five milestones, you can duplicate and move around these text blocks as needed.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363" name="Google Shape;363;p39"/>
          <p:cNvSpPr/>
          <p:nvPr/>
        </p:nvSpPr>
        <p:spPr>
          <a:xfrm>
            <a:off x="6934206" y="2633663"/>
            <a:ext cx="16002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364" name="Google Shape;36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9444" y="2628900"/>
            <a:ext cx="9525" cy="276191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9"/>
          <p:cNvSpPr/>
          <p:nvPr/>
        </p:nvSpPr>
        <p:spPr>
          <a:xfrm>
            <a:off x="6934206" y="2957513"/>
            <a:ext cx="16461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Inter Medium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June 2024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66" name="Google Shape;366;p39"/>
          <p:cNvSpPr/>
          <p:nvPr/>
        </p:nvSpPr>
        <p:spPr>
          <a:xfrm>
            <a:off x="6934206" y="3205163"/>
            <a:ext cx="163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We ran out of stuff to write here—you get the idea.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367" name="Google Shape;367;p39"/>
          <p:cNvSpPr/>
          <p:nvPr/>
        </p:nvSpPr>
        <p:spPr>
          <a:xfrm>
            <a:off x="609601" y="2633663"/>
            <a:ext cx="1600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368" name="Google Shape;36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838" y="2628900"/>
            <a:ext cx="9525" cy="27619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9"/>
          <p:cNvSpPr/>
          <p:nvPr/>
        </p:nvSpPr>
        <p:spPr>
          <a:xfrm>
            <a:off x="609601" y="2957513"/>
            <a:ext cx="16461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Inter Medium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H2 2024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70" name="Google Shape;370;p39"/>
          <p:cNvSpPr/>
          <p:nvPr/>
        </p:nvSpPr>
        <p:spPr>
          <a:xfrm>
            <a:off x="609601" y="3205163"/>
            <a:ext cx="1638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This slide is for mapping out important dates, checkpoints, or other sequential bits. 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371" name="Google Shape;371;p39"/>
          <p:cNvSpPr/>
          <p:nvPr/>
        </p:nvSpPr>
        <p:spPr>
          <a:xfrm>
            <a:off x="609600" y="609600"/>
            <a:ext cx="7982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300"/>
              <a:buFont typeface="Helvetica Neue"/>
              <a:buNone/>
            </a:pPr>
            <a:r>
              <a:rPr b="1" i="0" lang="en-GB" sz="1300" u="none" cap="none" strike="noStrike">
                <a:solidFill>
                  <a:srgbClr val="2A609D"/>
                </a:solidFill>
              </a:rPr>
              <a:t>Timeline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372" name="Google Shape;37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838" y="2624138"/>
            <a:ext cx="7939096" cy="19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"/>
          <p:cNvSpPr/>
          <p:nvPr/>
        </p:nvSpPr>
        <p:spPr>
          <a:xfrm>
            <a:off x="50" y="4333100"/>
            <a:ext cx="9144000" cy="5673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9" name="Google Shape;379;p40"/>
          <p:cNvSpPr/>
          <p:nvPr/>
        </p:nvSpPr>
        <p:spPr>
          <a:xfrm>
            <a:off x="4914905" y="762000"/>
            <a:ext cx="36195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0"/>
          <p:cNvSpPr/>
          <p:nvPr/>
        </p:nvSpPr>
        <p:spPr>
          <a:xfrm>
            <a:off x="4914905" y="762000"/>
            <a:ext cx="3619500" cy="3619500"/>
          </a:xfrm>
          <a:prstGeom prst="roundRect">
            <a:avLst>
              <a:gd fmla="val 1557000" name="adj"/>
            </a:avLst>
          </a:prstGeom>
          <a:noFill/>
          <a:ln cap="flat" cmpd="sng" w="19050">
            <a:solidFill>
              <a:srgbClr val="484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0"/>
          <p:cNvSpPr/>
          <p:nvPr/>
        </p:nvSpPr>
        <p:spPr>
          <a:xfrm>
            <a:off x="5929318" y="3948113"/>
            <a:ext cx="159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382" name="Google Shape;382;p40"/>
          <p:cNvSpPr/>
          <p:nvPr/>
        </p:nvSpPr>
        <p:spPr>
          <a:xfrm>
            <a:off x="5248280" y="762000"/>
            <a:ext cx="2952900" cy="2952900"/>
          </a:xfrm>
          <a:prstGeom prst="roundRect">
            <a:avLst>
              <a:gd fmla="val 1908581" name="adj"/>
            </a:avLst>
          </a:prstGeom>
          <a:noFill/>
          <a:ln cap="flat" cmpd="sng" w="19050">
            <a:solidFill>
              <a:srgbClr val="484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0"/>
          <p:cNvSpPr/>
          <p:nvPr/>
        </p:nvSpPr>
        <p:spPr>
          <a:xfrm>
            <a:off x="5810256" y="3219450"/>
            <a:ext cx="1828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 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384" name="Google Shape;384;p40"/>
          <p:cNvSpPr/>
          <p:nvPr/>
        </p:nvSpPr>
        <p:spPr>
          <a:xfrm>
            <a:off x="5629280" y="762000"/>
            <a:ext cx="2190900" cy="2190900"/>
          </a:xfrm>
          <a:prstGeom prst="roundRect">
            <a:avLst>
              <a:gd fmla="val 2572435" name="adj"/>
            </a:avLst>
          </a:prstGeom>
          <a:noFill/>
          <a:ln cap="flat" cmpd="sng" w="19050">
            <a:solidFill>
              <a:srgbClr val="484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0"/>
          <p:cNvSpPr/>
          <p:nvPr/>
        </p:nvSpPr>
        <p:spPr>
          <a:xfrm>
            <a:off x="6000756" y="2405063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 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386" name="Google Shape;386;p40"/>
          <p:cNvSpPr/>
          <p:nvPr/>
        </p:nvSpPr>
        <p:spPr>
          <a:xfrm>
            <a:off x="6010281" y="762000"/>
            <a:ext cx="1428900" cy="1428900"/>
          </a:xfrm>
          <a:prstGeom prst="roundRect">
            <a:avLst>
              <a:gd fmla="val 3944400" name="adj"/>
            </a:avLst>
          </a:prstGeom>
          <a:solidFill>
            <a:srgbClr val="2A609D">
              <a:alpha val="11760"/>
            </a:srgbClr>
          </a:solidFill>
          <a:ln cap="flat" cmpd="sng" w="19050">
            <a:solidFill>
              <a:srgbClr val="484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0"/>
          <p:cNvSpPr/>
          <p:nvPr/>
        </p:nvSpPr>
        <p:spPr>
          <a:xfrm>
            <a:off x="6072193" y="1343025"/>
            <a:ext cx="13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388" name="Google Shape;388;p40"/>
          <p:cNvSpPr/>
          <p:nvPr/>
        </p:nvSpPr>
        <p:spPr>
          <a:xfrm>
            <a:off x="609601" y="2178844"/>
            <a:ext cx="2933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Overlaps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389" name="Google Shape;389;p40"/>
          <p:cNvSpPr/>
          <p:nvPr/>
        </p:nvSpPr>
        <p:spPr>
          <a:xfrm>
            <a:off x="609601" y="2569369"/>
            <a:ext cx="2905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Show how a few nested concepts relate to one another.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390" name="Google Shape;39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57750"/>
            <a:ext cx="9144010" cy="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6" name="Google Shape;39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9362" y="457200"/>
            <a:ext cx="280988" cy="4233338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1"/>
          <p:cNvSpPr/>
          <p:nvPr/>
        </p:nvSpPr>
        <p:spPr>
          <a:xfrm>
            <a:off x="6260312" y="457200"/>
            <a:ext cx="31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398" name="Google Shape;39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0331" y="676275"/>
            <a:ext cx="19050" cy="3795242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1"/>
          <p:cNvSpPr/>
          <p:nvPr/>
        </p:nvSpPr>
        <p:spPr>
          <a:xfrm>
            <a:off x="6260312" y="4538663"/>
            <a:ext cx="31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400" name="Google Shape;400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5304" y="2495550"/>
            <a:ext cx="4229104" cy="15238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1"/>
          <p:cNvSpPr/>
          <p:nvPr/>
        </p:nvSpPr>
        <p:spPr>
          <a:xfrm>
            <a:off x="4286254" y="2495550"/>
            <a:ext cx="31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402" name="Google Shape;402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52967" y="2562225"/>
            <a:ext cx="3533779" cy="1904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1"/>
          <p:cNvSpPr/>
          <p:nvPr/>
        </p:nvSpPr>
        <p:spPr>
          <a:xfrm>
            <a:off x="8234370" y="2495550"/>
            <a:ext cx="31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404" name="Google Shape;404;p41"/>
          <p:cNvSpPr/>
          <p:nvPr/>
        </p:nvSpPr>
        <p:spPr>
          <a:xfrm>
            <a:off x="609601" y="2178844"/>
            <a:ext cx="2933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2 x 2 Matrix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405" name="Google Shape;405;p41"/>
          <p:cNvSpPr/>
          <p:nvPr/>
        </p:nvSpPr>
        <p:spPr>
          <a:xfrm>
            <a:off x="609601" y="2569369"/>
            <a:ext cx="2905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Show where a few concepts live on 2 different scales.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06" name="Google Shape;406;p41"/>
          <p:cNvSpPr/>
          <p:nvPr/>
        </p:nvSpPr>
        <p:spPr>
          <a:xfrm>
            <a:off x="4951050" y="1253700"/>
            <a:ext cx="714300" cy="714300"/>
          </a:xfrm>
          <a:prstGeom prst="ellipse">
            <a:avLst/>
          </a:prstGeom>
          <a:solidFill>
            <a:srgbClr val="2A609D">
              <a:alpha val="1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484745"/>
                </a:solidFill>
              </a:rPr>
              <a:t>Label</a:t>
            </a:r>
            <a:endParaRPr sz="800">
              <a:solidFill>
                <a:srgbClr val="484745"/>
              </a:solidFill>
            </a:endParaRPr>
          </a:p>
        </p:txBody>
      </p:sp>
      <p:sp>
        <p:nvSpPr>
          <p:cNvPr id="407" name="Google Shape;407;p41"/>
          <p:cNvSpPr/>
          <p:nvPr/>
        </p:nvSpPr>
        <p:spPr>
          <a:xfrm>
            <a:off x="5041025" y="2843725"/>
            <a:ext cx="976500" cy="976500"/>
          </a:xfrm>
          <a:prstGeom prst="ellipse">
            <a:avLst/>
          </a:prstGeom>
          <a:solidFill>
            <a:srgbClr val="2A609D">
              <a:alpha val="1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484745"/>
                </a:solidFill>
              </a:rPr>
              <a:t>Label</a:t>
            </a:r>
            <a:endParaRPr sz="800">
              <a:solidFill>
                <a:srgbClr val="484745"/>
              </a:solidFill>
            </a:endParaRPr>
          </a:p>
        </p:txBody>
      </p:sp>
      <p:sp>
        <p:nvSpPr>
          <p:cNvPr id="408" name="Google Shape;408;p41"/>
          <p:cNvSpPr/>
          <p:nvPr/>
        </p:nvSpPr>
        <p:spPr>
          <a:xfrm>
            <a:off x="6740225" y="2768450"/>
            <a:ext cx="636000" cy="636000"/>
          </a:xfrm>
          <a:prstGeom prst="ellipse">
            <a:avLst/>
          </a:prstGeom>
          <a:solidFill>
            <a:srgbClr val="2A609D">
              <a:alpha val="1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484745"/>
                </a:solidFill>
              </a:rPr>
              <a:t>Label</a:t>
            </a:r>
            <a:endParaRPr sz="800">
              <a:solidFill>
                <a:srgbClr val="484745"/>
              </a:solidFill>
            </a:endParaRPr>
          </a:p>
        </p:txBody>
      </p:sp>
      <p:sp>
        <p:nvSpPr>
          <p:cNvPr id="409" name="Google Shape;409;p41"/>
          <p:cNvSpPr/>
          <p:nvPr/>
        </p:nvSpPr>
        <p:spPr>
          <a:xfrm>
            <a:off x="6745975" y="1332600"/>
            <a:ext cx="714300" cy="714300"/>
          </a:xfrm>
          <a:prstGeom prst="ellipse">
            <a:avLst/>
          </a:prstGeom>
          <a:solidFill>
            <a:srgbClr val="2A609D">
              <a:alpha val="1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484745"/>
                </a:solidFill>
              </a:rPr>
              <a:t>Label</a:t>
            </a:r>
            <a:endParaRPr sz="800">
              <a:solidFill>
                <a:srgbClr val="484745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15" name="Google Shape;41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1510" y="457200"/>
            <a:ext cx="280988" cy="4223814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2"/>
          <p:cNvSpPr/>
          <p:nvPr/>
        </p:nvSpPr>
        <p:spPr>
          <a:xfrm>
            <a:off x="4412460" y="457200"/>
            <a:ext cx="31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417" name="Google Shape;41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2479" y="676275"/>
            <a:ext cx="19050" cy="3785718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2"/>
          <p:cNvSpPr/>
          <p:nvPr/>
        </p:nvSpPr>
        <p:spPr>
          <a:xfrm>
            <a:off x="4412460" y="4529138"/>
            <a:ext cx="31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419" name="Google Shape;419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490788"/>
            <a:ext cx="7924808" cy="152381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2"/>
          <p:cNvSpPr/>
          <p:nvPr/>
        </p:nvSpPr>
        <p:spPr>
          <a:xfrm>
            <a:off x="590551" y="2490788"/>
            <a:ext cx="31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421" name="Google Shape;421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7263" y="2557463"/>
            <a:ext cx="7229483" cy="19048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2"/>
          <p:cNvSpPr/>
          <p:nvPr/>
        </p:nvSpPr>
        <p:spPr>
          <a:xfrm>
            <a:off x="8234370" y="2490788"/>
            <a:ext cx="31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423" name="Google Shape;423;p42"/>
          <p:cNvSpPr/>
          <p:nvPr/>
        </p:nvSpPr>
        <p:spPr>
          <a:xfrm>
            <a:off x="2336175" y="985838"/>
            <a:ext cx="714300" cy="714300"/>
          </a:xfrm>
          <a:prstGeom prst="ellipse">
            <a:avLst/>
          </a:prstGeom>
          <a:solidFill>
            <a:srgbClr val="2A609D">
              <a:alpha val="1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484745"/>
                </a:solidFill>
              </a:rPr>
              <a:t>Label</a:t>
            </a:r>
            <a:endParaRPr sz="800">
              <a:solidFill>
                <a:srgbClr val="484745"/>
              </a:solidFill>
            </a:endParaRPr>
          </a:p>
        </p:txBody>
      </p:sp>
      <p:sp>
        <p:nvSpPr>
          <p:cNvPr id="424" name="Google Shape;424;p42"/>
          <p:cNvSpPr/>
          <p:nvPr/>
        </p:nvSpPr>
        <p:spPr>
          <a:xfrm>
            <a:off x="6223400" y="792763"/>
            <a:ext cx="714300" cy="714300"/>
          </a:xfrm>
          <a:prstGeom prst="ellipse">
            <a:avLst/>
          </a:prstGeom>
          <a:solidFill>
            <a:srgbClr val="2A609D">
              <a:alpha val="1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484745"/>
                </a:solidFill>
              </a:rPr>
              <a:t>Label</a:t>
            </a:r>
            <a:endParaRPr sz="800">
              <a:solidFill>
                <a:srgbClr val="484745"/>
              </a:solidFill>
            </a:endParaRPr>
          </a:p>
        </p:txBody>
      </p:sp>
      <p:sp>
        <p:nvSpPr>
          <p:cNvPr id="425" name="Google Shape;425;p42"/>
          <p:cNvSpPr/>
          <p:nvPr/>
        </p:nvSpPr>
        <p:spPr>
          <a:xfrm>
            <a:off x="5959550" y="2929463"/>
            <a:ext cx="714300" cy="714300"/>
          </a:xfrm>
          <a:prstGeom prst="ellipse">
            <a:avLst/>
          </a:prstGeom>
          <a:solidFill>
            <a:srgbClr val="2A609D">
              <a:alpha val="1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484745"/>
                </a:solidFill>
              </a:rPr>
              <a:t>Label</a:t>
            </a:r>
            <a:endParaRPr sz="800">
              <a:solidFill>
                <a:srgbClr val="484745"/>
              </a:solidFill>
            </a:endParaRPr>
          </a:p>
        </p:txBody>
      </p:sp>
      <p:sp>
        <p:nvSpPr>
          <p:cNvPr id="426" name="Google Shape;426;p42"/>
          <p:cNvSpPr/>
          <p:nvPr/>
        </p:nvSpPr>
        <p:spPr>
          <a:xfrm>
            <a:off x="3011950" y="3064538"/>
            <a:ext cx="714300" cy="714300"/>
          </a:xfrm>
          <a:prstGeom prst="ellipse">
            <a:avLst/>
          </a:prstGeom>
          <a:solidFill>
            <a:srgbClr val="2A609D">
              <a:alpha val="1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484745"/>
                </a:solidFill>
              </a:rPr>
              <a:t>Label</a:t>
            </a:r>
            <a:endParaRPr sz="800">
              <a:solidFill>
                <a:srgbClr val="484745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32" name="Google Shape;43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4741" y="933450"/>
            <a:ext cx="4919668" cy="3276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3" name="Google Shape;43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4741" y="933450"/>
            <a:ext cx="4919668" cy="3276194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3"/>
          <p:cNvSpPr/>
          <p:nvPr/>
        </p:nvSpPr>
        <p:spPr>
          <a:xfrm>
            <a:off x="3614741" y="933450"/>
            <a:ext cx="3271800" cy="3276600"/>
          </a:xfrm>
          <a:prstGeom prst="ellipse">
            <a:avLst/>
          </a:prstGeom>
          <a:solidFill>
            <a:srgbClr val="2A609D">
              <a:alpha val="11760"/>
            </a:srgbClr>
          </a:solidFill>
          <a:ln cap="flat" cmpd="sng" w="19050">
            <a:solidFill>
              <a:srgbClr val="2A60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3"/>
          <p:cNvSpPr/>
          <p:nvPr/>
        </p:nvSpPr>
        <p:spPr>
          <a:xfrm>
            <a:off x="5262567" y="933450"/>
            <a:ext cx="3271800" cy="3276600"/>
          </a:xfrm>
          <a:prstGeom prst="ellipse">
            <a:avLst/>
          </a:prstGeom>
          <a:solidFill>
            <a:srgbClr val="2A609D"/>
          </a:solidFill>
          <a:ln cap="flat" cmpd="sng" w="19050">
            <a:solidFill>
              <a:srgbClr val="2A60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36" name="Google Shape;43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3042" y="1142682"/>
            <a:ext cx="1643064" cy="2853018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3"/>
          <p:cNvSpPr/>
          <p:nvPr/>
        </p:nvSpPr>
        <p:spPr>
          <a:xfrm>
            <a:off x="3933829" y="2452688"/>
            <a:ext cx="1195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Label 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38" name="Google Shape;438;p43"/>
          <p:cNvSpPr/>
          <p:nvPr/>
        </p:nvSpPr>
        <p:spPr>
          <a:xfrm>
            <a:off x="5476880" y="2452688"/>
            <a:ext cx="1195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Label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39" name="Google Shape;439;p43"/>
          <p:cNvSpPr/>
          <p:nvPr/>
        </p:nvSpPr>
        <p:spPr>
          <a:xfrm>
            <a:off x="7019932" y="2452688"/>
            <a:ext cx="1195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FFFFFF"/>
                </a:solidFill>
              </a:rPr>
              <a:t>Label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40" name="Google Shape;440;p43"/>
          <p:cNvSpPr/>
          <p:nvPr/>
        </p:nvSpPr>
        <p:spPr>
          <a:xfrm>
            <a:off x="609601" y="2181225"/>
            <a:ext cx="2743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Venn diagram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441" name="Google Shape;441;p43"/>
          <p:cNvSpPr/>
          <p:nvPr/>
        </p:nvSpPr>
        <p:spPr>
          <a:xfrm>
            <a:off x="609601" y="2571750"/>
            <a:ext cx="27147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Show how a few concepts overlap, and how they’re unique.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4"/>
          <p:cNvSpPr/>
          <p:nvPr/>
        </p:nvSpPr>
        <p:spPr>
          <a:xfrm>
            <a:off x="4343404" y="904875"/>
            <a:ext cx="41910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48" name="Google Shape;44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404" y="904875"/>
            <a:ext cx="4191004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49" name="Google Shape;44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4557" y="904875"/>
            <a:ext cx="4168698" cy="651429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4"/>
          <p:cNvSpPr/>
          <p:nvPr/>
        </p:nvSpPr>
        <p:spPr>
          <a:xfrm>
            <a:off x="4781555" y="1142524"/>
            <a:ext cx="33147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Inter SemiBold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451" name="Google Shape;451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4557" y="1575435"/>
            <a:ext cx="4168698" cy="65142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4"/>
          <p:cNvSpPr/>
          <p:nvPr/>
        </p:nvSpPr>
        <p:spPr>
          <a:xfrm>
            <a:off x="5100642" y="1813084"/>
            <a:ext cx="2676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Inter SemiBold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453" name="Google Shape;453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4557" y="2245995"/>
            <a:ext cx="4168698" cy="65142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4"/>
          <p:cNvSpPr/>
          <p:nvPr/>
        </p:nvSpPr>
        <p:spPr>
          <a:xfrm>
            <a:off x="5367343" y="2483644"/>
            <a:ext cx="21432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Inter SemiBold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455" name="Google Shape;455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54557" y="2916555"/>
            <a:ext cx="4168698" cy="65143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4"/>
          <p:cNvSpPr/>
          <p:nvPr/>
        </p:nvSpPr>
        <p:spPr>
          <a:xfrm>
            <a:off x="5648330" y="3154204"/>
            <a:ext cx="15813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Inter SemiBold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457" name="Google Shape;457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4557" y="3587115"/>
            <a:ext cx="4168698" cy="65142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4"/>
          <p:cNvSpPr/>
          <p:nvPr/>
        </p:nvSpPr>
        <p:spPr>
          <a:xfrm>
            <a:off x="5895980" y="3824764"/>
            <a:ext cx="1086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Inter SemiBold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459" name="Google Shape;459;p44"/>
          <p:cNvSpPr/>
          <p:nvPr/>
        </p:nvSpPr>
        <p:spPr>
          <a:xfrm>
            <a:off x="609601" y="2178844"/>
            <a:ext cx="2933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Top of funnel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460" name="Google Shape;460;p44"/>
          <p:cNvSpPr/>
          <p:nvPr/>
        </p:nvSpPr>
        <p:spPr>
          <a:xfrm>
            <a:off x="609601" y="2569369"/>
            <a:ext cx="2905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Show how a few concepts relate sequentially, from top to bottom.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61" name="Google Shape;461;p44"/>
          <p:cNvSpPr/>
          <p:nvPr/>
        </p:nvSpPr>
        <p:spPr>
          <a:xfrm>
            <a:off x="4348114" y="850188"/>
            <a:ext cx="1631750" cy="3443050"/>
          </a:xfrm>
          <a:custGeom>
            <a:rect b="b" l="l" r="r" t="t"/>
            <a:pathLst>
              <a:path extrusionOk="0" h="137722" w="65270">
                <a:moveTo>
                  <a:pt x="0" y="0"/>
                </a:moveTo>
                <a:lnTo>
                  <a:pt x="65270" y="137410"/>
                </a:lnTo>
                <a:lnTo>
                  <a:pt x="110" y="137722"/>
                </a:lnTo>
                <a:close/>
              </a:path>
            </a:pathLst>
          </a:custGeom>
          <a:solidFill>
            <a:srgbClr val="F5F4EE"/>
          </a:solidFill>
          <a:ln>
            <a:noFill/>
          </a:ln>
        </p:spPr>
      </p:sp>
      <p:sp>
        <p:nvSpPr>
          <p:cNvPr id="462" name="Google Shape;462;p44"/>
          <p:cNvSpPr/>
          <p:nvPr/>
        </p:nvSpPr>
        <p:spPr>
          <a:xfrm flipH="1">
            <a:off x="6897936" y="850188"/>
            <a:ext cx="1631750" cy="3443050"/>
          </a:xfrm>
          <a:custGeom>
            <a:rect b="b" l="l" r="r" t="t"/>
            <a:pathLst>
              <a:path extrusionOk="0" h="137722" w="65270">
                <a:moveTo>
                  <a:pt x="0" y="0"/>
                </a:moveTo>
                <a:lnTo>
                  <a:pt x="65270" y="137410"/>
                </a:lnTo>
                <a:lnTo>
                  <a:pt x="110" y="137722"/>
                </a:lnTo>
                <a:close/>
              </a:path>
            </a:pathLst>
          </a:custGeom>
          <a:solidFill>
            <a:srgbClr val="F5F4EE"/>
          </a:solidFill>
          <a:ln>
            <a:noFill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5"/>
          <p:cNvSpPr/>
          <p:nvPr/>
        </p:nvSpPr>
        <p:spPr>
          <a:xfrm>
            <a:off x="50" y="4333100"/>
            <a:ext cx="9144000" cy="5673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9" name="Google Shape;469;p45"/>
          <p:cNvSpPr/>
          <p:nvPr/>
        </p:nvSpPr>
        <p:spPr>
          <a:xfrm>
            <a:off x="609601" y="2081213"/>
            <a:ext cx="3314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Mobile designs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470" name="Google Shape;470;p45"/>
          <p:cNvSpPr/>
          <p:nvPr/>
        </p:nvSpPr>
        <p:spPr>
          <a:xfrm>
            <a:off x="609601" y="2471738"/>
            <a:ext cx="32862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Support your visuals with a bit of context, then link away to the designs.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71" name="Google Shape;471;p45"/>
          <p:cNvSpPr/>
          <p:nvPr/>
        </p:nvSpPr>
        <p:spPr>
          <a:xfrm>
            <a:off x="5543555" y="461963"/>
            <a:ext cx="2054100" cy="42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72" name="Google Shape;47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3555" y="461963"/>
            <a:ext cx="2054226" cy="4215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73" name="Google Shape;47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4043" y="541338"/>
            <a:ext cx="1871700" cy="4057200"/>
          </a:xfrm>
          <a:prstGeom prst="roundRect">
            <a:avLst>
              <a:gd fmla="val 13920" name="adj"/>
            </a:avLst>
          </a:prstGeom>
          <a:noFill/>
          <a:ln>
            <a:noFill/>
          </a:ln>
        </p:spPr>
      </p:pic>
      <p:pic>
        <p:nvPicPr>
          <p:cNvPr descr=" " id="474" name="Google Shape;474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857750"/>
            <a:ext cx="9144010" cy="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6"/>
          <p:cNvSpPr/>
          <p:nvPr/>
        </p:nvSpPr>
        <p:spPr>
          <a:xfrm>
            <a:off x="50" y="4333100"/>
            <a:ext cx="9144000" cy="5673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1" name="Google Shape;481;p46"/>
          <p:cNvSpPr/>
          <p:nvPr/>
        </p:nvSpPr>
        <p:spPr>
          <a:xfrm>
            <a:off x="3544889" y="461963"/>
            <a:ext cx="2054100" cy="42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82" name="Google Shape;48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4889" y="461963"/>
            <a:ext cx="2054226" cy="4215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83" name="Google Shape;48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5377" y="541338"/>
            <a:ext cx="1871700" cy="4057200"/>
          </a:xfrm>
          <a:prstGeom prst="roundRect">
            <a:avLst>
              <a:gd fmla="val 14336" name="adj"/>
            </a:avLst>
          </a:prstGeom>
          <a:noFill/>
          <a:ln>
            <a:noFill/>
          </a:ln>
        </p:spPr>
      </p:pic>
      <p:sp>
        <p:nvSpPr>
          <p:cNvPr id="484" name="Google Shape;484;p46"/>
          <p:cNvSpPr/>
          <p:nvPr/>
        </p:nvSpPr>
        <p:spPr>
          <a:xfrm>
            <a:off x="5980115" y="461963"/>
            <a:ext cx="2054100" cy="42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85" name="Google Shape;485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0115" y="461963"/>
            <a:ext cx="2054230" cy="4215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86" name="Google Shape;486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0603" y="541338"/>
            <a:ext cx="1871700" cy="4057200"/>
          </a:xfrm>
          <a:prstGeom prst="roundRect">
            <a:avLst>
              <a:gd fmla="val 14789" name="adj"/>
            </a:avLst>
          </a:prstGeom>
          <a:noFill/>
          <a:ln>
            <a:noFill/>
          </a:ln>
        </p:spPr>
      </p:pic>
      <p:sp>
        <p:nvSpPr>
          <p:cNvPr id="487" name="Google Shape;487;p46"/>
          <p:cNvSpPr/>
          <p:nvPr/>
        </p:nvSpPr>
        <p:spPr>
          <a:xfrm>
            <a:off x="1109664" y="461963"/>
            <a:ext cx="2054100" cy="42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88" name="Google Shape;488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9664" y="461963"/>
            <a:ext cx="2054226" cy="4215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89" name="Google Shape;489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01726" y="541301"/>
            <a:ext cx="1871700" cy="4057200"/>
          </a:xfrm>
          <a:prstGeom prst="roundRect">
            <a:avLst>
              <a:gd fmla="val 13381" name="adj"/>
            </a:avLst>
          </a:prstGeom>
          <a:noFill/>
          <a:ln>
            <a:noFill/>
          </a:ln>
        </p:spPr>
      </p:pic>
      <p:pic>
        <p:nvPicPr>
          <p:cNvPr descr=" " id="490" name="Google Shape;490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4857750"/>
            <a:ext cx="9144010" cy="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7"/>
          <p:cNvSpPr/>
          <p:nvPr/>
        </p:nvSpPr>
        <p:spPr>
          <a:xfrm>
            <a:off x="3543303" y="452438"/>
            <a:ext cx="2054100" cy="42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97" name="Google Shape;49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3303" y="452438"/>
            <a:ext cx="2054226" cy="4215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8" name="Google Shape;498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3791" y="531813"/>
            <a:ext cx="1871700" cy="4057200"/>
          </a:xfrm>
          <a:prstGeom prst="roundRect">
            <a:avLst>
              <a:gd fmla="val 14002" name="adj"/>
            </a:avLst>
          </a:prstGeom>
          <a:noFill/>
          <a:ln>
            <a:noFill/>
          </a:ln>
        </p:spPr>
      </p:pic>
      <p:sp>
        <p:nvSpPr>
          <p:cNvPr id="499" name="Google Shape;499;p47"/>
          <p:cNvSpPr/>
          <p:nvPr/>
        </p:nvSpPr>
        <p:spPr>
          <a:xfrm>
            <a:off x="2400302" y="957263"/>
            <a:ext cx="1547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1335050" y="957275"/>
            <a:ext cx="1384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501" name="Google Shape;501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7965" y="1028700"/>
            <a:ext cx="1204914" cy="9524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47"/>
          <p:cNvSpPr/>
          <p:nvPr/>
        </p:nvSpPr>
        <p:spPr>
          <a:xfrm>
            <a:off x="2400302" y="3824288"/>
            <a:ext cx="1547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7"/>
          <p:cNvSpPr/>
          <p:nvPr/>
        </p:nvSpPr>
        <p:spPr>
          <a:xfrm>
            <a:off x="1139915" y="3824317"/>
            <a:ext cx="1579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504" name="Google Shape;504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7965" y="3895725"/>
            <a:ext cx="1204914" cy="952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7"/>
          <p:cNvSpPr/>
          <p:nvPr/>
        </p:nvSpPr>
        <p:spPr>
          <a:xfrm>
            <a:off x="5072067" y="2409825"/>
            <a:ext cx="1519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06" name="Google Shape;506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67305" y="2481263"/>
            <a:ext cx="1176339" cy="9524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7"/>
          <p:cNvSpPr/>
          <p:nvPr/>
        </p:nvSpPr>
        <p:spPr>
          <a:xfrm>
            <a:off x="6310350" y="2409825"/>
            <a:ext cx="1579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8"/>
          <p:cNvSpPr/>
          <p:nvPr/>
        </p:nvSpPr>
        <p:spPr>
          <a:xfrm>
            <a:off x="50" y="4333100"/>
            <a:ext cx="9144000" cy="5673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4" name="Google Shape;514;p48"/>
          <p:cNvSpPr/>
          <p:nvPr/>
        </p:nvSpPr>
        <p:spPr>
          <a:xfrm>
            <a:off x="609601" y="2081213"/>
            <a:ext cx="2976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Mobile designs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515" name="Google Shape;515;p48"/>
          <p:cNvSpPr/>
          <p:nvPr/>
        </p:nvSpPr>
        <p:spPr>
          <a:xfrm>
            <a:off x="609601" y="2471738"/>
            <a:ext cx="29481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Support your visuals with a bit of context, then link away to the designs.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516" name="Google Shape;516;p48"/>
          <p:cNvSpPr/>
          <p:nvPr/>
        </p:nvSpPr>
        <p:spPr>
          <a:xfrm>
            <a:off x="4057654" y="509588"/>
            <a:ext cx="2054100" cy="42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17" name="Google Shape;51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7654" y="509588"/>
            <a:ext cx="2054226" cy="4215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18" name="Google Shape;51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8904" y="588926"/>
            <a:ext cx="1871700" cy="4057200"/>
          </a:xfrm>
          <a:prstGeom prst="roundRect">
            <a:avLst>
              <a:gd fmla="val 13635" name="adj"/>
            </a:avLst>
          </a:prstGeom>
          <a:noFill/>
          <a:ln>
            <a:noFill/>
          </a:ln>
        </p:spPr>
      </p:pic>
      <p:sp>
        <p:nvSpPr>
          <p:cNvPr id="519" name="Google Shape;519;p48"/>
          <p:cNvSpPr/>
          <p:nvPr/>
        </p:nvSpPr>
        <p:spPr>
          <a:xfrm>
            <a:off x="6415093" y="214313"/>
            <a:ext cx="2119200" cy="45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20" name="Google Shape;520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5093" y="214313"/>
            <a:ext cx="2119315" cy="4509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21" name="Google Shape;521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31" y="285750"/>
            <a:ext cx="1962300" cy="4366800"/>
          </a:xfrm>
          <a:prstGeom prst="roundRect">
            <a:avLst>
              <a:gd fmla="val 7234" name="adj"/>
            </a:avLst>
          </a:prstGeom>
          <a:noFill/>
          <a:ln>
            <a:noFill/>
          </a:ln>
        </p:spPr>
      </p:pic>
      <p:pic>
        <p:nvPicPr>
          <p:cNvPr descr=" " id="522" name="Google Shape;522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4857750"/>
            <a:ext cx="9144010" cy="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9"/>
          <p:cNvSpPr/>
          <p:nvPr/>
        </p:nvSpPr>
        <p:spPr>
          <a:xfrm>
            <a:off x="50" y="4333100"/>
            <a:ext cx="9144000" cy="5673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9" name="Google Shape;529;p49"/>
          <p:cNvSpPr/>
          <p:nvPr/>
        </p:nvSpPr>
        <p:spPr>
          <a:xfrm>
            <a:off x="5510218" y="214313"/>
            <a:ext cx="2119200" cy="45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30" name="Google Shape;5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0218" y="214313"/>
            <a:ext cx="2119315" cy="4509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31" name="Google Shape;531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1655" y="285750"/>
            <a:ext cx="1962300" cy="4366800"/>
          </a:xfrm>
          <a:prstGeom prst="roundRect">
            <a:avLst>
              <a:gd fmla="val 7193" name="adj"/>
            </a:avLst>
          </a:prstGeom>
          <a:noFill/>
          <a:ln>
            <a:noFill/>
          </a:ln>
        </p:spPr>
      </p:pic>
      <p:pic>
        <p:nvPicPr>
          <p:cNvPr descr=" " id="532" name="Google Shape;53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1" y="2081213"/>
            <a:ext cx="3238503" cy="976192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9"/>
          <p:cNvSpPr/>
          <p:nvPr/>
        </p:nvSpPr>
        <p:spPr>
          <a:xfrm>
            <a:off x="609601" y="2081213"/>
            <a:ext cx="3314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Mobile designs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534" name="Google Shape;534;p49"/>
          <p:cNvSpPr/>
          <p:nvPr/>
        </p:nvSpPr>
        <p:spPr>
          <a:xfrm>
            <a:off x="609601" y="2471738"/>
            <a:ext cx="32862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Support your visuals with a bit of context, then link away to the designs.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535" name="Google Shape;535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4857750"/>
            <a:ext cx="9144010" cy="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0"/>
          <p:cNvSpPr/>
          <p:nvPr/>
        </p:nvSpPr>
        <p:spPr>
          <a:xfrm>
            <a:off x="50" y="4333100"/>
            <a:ext cx="9144000" cy="5673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2" name="Google Shape;542;p50"/>
          <p:cNvSpPr/>
          <p:nvPr/>
        </p:nvSpPr>
        <p:spPr>
          <a:xfrm>
            <a:off x="3509966" y="185738"/>
            <a:ext cx="2119200" cy="45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43" name="Google Shape;54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9966" y="185738"/>
            <a:ext cx="2119315" cy="4509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44" name="Google Shape;54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1403" y="257175"/>
            <a:ext cx="1962300" cy="4366800"/>
          </a:xfrm>
          <a:prstGeom prst="roundRect">
            <a:avLst>
              <a:gd fmla="val 6874" name="adj"/>
            </a:avLst>
          </a:prstGeom>
          <a:noFill/>
          <a:ln>
            <a:noFill/>
          </a:ln>
        </p:spPr>
      </p:pic>
      <p:sp>
        <p:nvSpPr>
          <p:cNvPr id="545" name="Google Shape;545;p50"/>
          <p:cNvSpPr/>
          <p:nvPr/>
        </p:nvSpPr>
        <p:spPr>
          <a:xfrm>
            <a:off x="5934081" y="185738"/>
            <a:ext cx="2119200" cy="45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46" name="Google Shape;54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4081" y="185738"/>
            <a:ext cx="2119315" cy="4509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47" name="Google Shape;547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5518" y="257175"/>
            <a:ext cx="1962300" cy="4366800"/>
          </a:xfrm>
          <a:prstGeom prst="roundRect">
            <a:avLst>
              <a:gd fmla="val 7077" name="adj"/>
            </a:avLst>
          </a:prstGeom>
          <a:noFill/>
          <a:ln>
            <a:noFill/>
          </a:ln>
        </p:spPr>
      </p:pic>
      <p:sp>
        <p:nvSpPr>
          <p:cNvPr id="548" name="Google Shape;548;p50"/>
          <p:cNvSpPr/>
          <p:nvPr/>
        </p:nvSpPr>
        <p:spPr>
          <a:xfrm>
            <a:off x="1085851" y="185738"/>
            <a:ext cx="2119200" cy="45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49" name="Google Shape;54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1" y="185738"/>
            <a:ext cx="2119315" cy="4509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0" name="Google Shape;550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7289" y="257175"/>
            <a:ext cx="1962300" cy="4366800"/>
          </a:xfrm>
          <a:prstGeom prst="roundRect">
            <a:avLst>
              <a:gd fmla="val 7070" name="adj"/>
            </a:avLst>
          </a:prstGeom>
          <a:noFill/>
          <a:ln>
            <a:noFill/>
          </a:ln>
        </p:spPr>
      </p:pic>
      <p:pic>
        <p:nvPicPr>
          <p:cNvPr descr=" " id="551" name="Google Shape;551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857750"/>
            <a:ext cx="9144010" cy="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1"/>
          <p:cNvSpPr/>
          <p:nvPr/>
        </p:nvSpPr>
        <p:spPr>
          <a:xfrm>
            <a:off x="3514728" y="228600"/>
            <a:ext cx="2119200" cy="45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58" name="Google Shape;55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4728" y="228600"/>
            <a:ext cx="2119315" cy="4509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9" name="Google Shape;55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6166" y="300038"/>
            <a:ext cx="1962300" cy="4366800"/>
          </a:xfrm>
          <a:prstGeom prst="roundRect">
            <a:avLst>
              <a:gd fmla="val 7428" name="adj"/>
            </a:avLst>
          </a:prstGeom>
          <a:noFill/>
          <a:ln>
            <a:noFill/>
          </a:ln>
        </p:spPr>
      </p:pic>
      <p:sp>
        <p:nvSpPr>
          <p:cNvPr id="560" name="Google Shape;560;p51"/>
          <p:cNvSpPr/>
          <p:nvPr/>
        </p:nvSpPr>
        <p:spPr>
          <a:xfrm>
            <a:off x="2400302" y="957263"/>
            <a:ext cx="1547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1"/>
          <p:cNvSpPr/>
          <p:nvPr/>
        </p:nvSpPr>
        <p:spPr>
          <a:xfrm>
            <a:off x="2400302" y="957263"/>
            <a:ext cx="31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562" name="Google Shape;562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7965" y="1028700"/>
            <a:ext cx="1204914" cy="9524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51"/>
          <p:cNvSpPr/>
          <p:nvPr/>
        </p:nvSpPr>
        <p:spPr>
          <a:xfrm>
            <a:off x="2400302" y="3824288"/>
            <a:ext cx="1547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1"/>
          <p:cNvSpPr/>
          <p:nvPr/>
        </p:nvSpPr>
        <p:spPr>
          <a:xfrm>
            <a:off x="2400302" y="3824288"/>
            <a:ext cx="31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565" name="Google Shape;565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7965" y="3895725"/>
            <a:ext cx="1204914" cy="9524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51"/>
          <p:cNvSpPr/>
          <p:nvPr/>
        </p:nvSpPr>
        <p:spPr>
          <a:xfrm>
            <a:off x="5072067" y="2409825"/>
            <a:ext cx="1519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67" name="Google Shape;567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67305" y="2481263"/>
            <a:ext cx="1176339" cy="9524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51"/>
          <p:cNvSpPr/>
          <p:nvPr/>
        </p:nvSpPr>
        <p:spPr>
          <a:xfrm>
            <a:off x="6310318" y="2409825"/>
            <a:ext cx="31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Label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2"/>
          <p:cNvSpPr/>
          <p:nvPr/>
        </p:nvSpPr>
        <p:spPr>
          <a:xfrm>
            <a:off x="50" y="4333100"/>
            <a:ext cx="9144000" cy="5673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 " id="575" name="Google Shape;5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1" y="2081213"/>
            <a:ext cx="3238503" cy="976192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52"/>
          <p:cNvSpPr/>
          <p:nvPr/>
        </p:nvSpPr>
        <p:spPr>
          <a:xfrm>
            <a:off x="609601" y="2081213"/>
            <a:ext cx="3314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Desktop designs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577" name="Google Shape;577;p52"/>
          <p:cNvSpPr/>
          <p:nvPr/>
        </p:nvSpPr>
        <p:spPr>
          <a:xfrm>
            <a:off x="609601" y="2471738"/>
            <a:ext cx="32862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Support your visuals with a bit of context, then link away to the designs.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578" name="Google Shape;578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7679" y="609600"/>
            <a:ext cx="4886330" cy="3923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79" name="Google Shape;579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5766" y="742832"/>
            <a:ext cx="4228200" cy="3358800"/>
          </a:xfrm>
          <a:prstGeom prst="snipRoundRect">
            <a:avLst>
              <a:gd fmla="val 2178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 " id="580" name="Google Shape;580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4857750"/>
            <a:ext cx="9144010" cy="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3"/>
          <p:cNvSpPr/>
          <p:nvPr/>
        </p:nvSpPr>
        <p:spPr>
          <a:xfrm>
            <a:off x="50" y="4333100"/>
            <a:ext cx="9144000" cy="567300"/>
          </a:xfrm>
          <a:prstGeom prst="rect">
            <a:avLst/>
          </a:prstGeom>
          <a:solidFill>
            <a:srgbClr val="F5F4EE"/>
          </a:solidFill>
          <a:ln cap="flat" cmpd="sng" w="9525">
            <a:solidFill>
              <a:srgbClr val="F5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 " id="587" name="Google Shape;58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8713" y="485775"/>
            <a:ext cx="6884583" cy="4171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88" name="Google Shape;588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331" y="627415"/>
            <a:ext cx="5493900" cy="3570600"/>
          </a:xfrm>
          <a:prstGeom prst="round2SameRect">
            <a:avLst>
              <a:gd fmla="val 2374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 " id="589" name="Google Shape;589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857750"/>
            <a:ext cx="9144010" cy="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95" name="Google Shape;59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7679" y="1866900"/>
            <a:ext cx="628800" cy="628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96" name="Google Shape;596;p54"/>
          <p:cNvSpPr/>
          <p:nvPr/>
        </p:nvSpPr>
        <p:spPr>
          <a:xfrm>
            <a:off x="2466977" y="2571750"/>
            <a:ext cx="4210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i="0" lang="en-GB" sz="1300" u="none" cap="none" strike="noStrike">
                <a:solidFill>
                  <a:srgbClr val="484745"/>
                </a:solidFill>
              </a:rPr>
              <a:t>“This is a stellar quote from a user or customer that really stands out.”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597" name="Google Shape;597;p54"/>
          <p:cNvSpPr/>
          <p:nvPr/>
        </p:nvSpPr>
        <p:spPr>
          <a:xfrm>
            <a:off x="2476503" y="3124200"/>
            <a:ext cx="419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Full Name · Location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03" name="Google Shape;60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5271" y="1909763"/>
            <a:ext cx="628800" cy="628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04" name="Google Shape;604;p55"/>
          <p:cNvSpPr/>
          <p:nvPr/>
        </p:nvSpPr>
        <p:spPr>
          <a:xfrm>
            <a:off x="585788" y="2614613"/>
            <a:ext cx="24876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“The best quotes relate to your deck’s overall narrative.”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605" name="Google Shape;605;p55"/>
          <p:cNvSpPr/>
          <p:nvPr/>
        </p:nvSpPr>
        <p:spPr>
          <a:xfrm>
            <a:off x="590551" y="3081338"/>
            <a:ext cx="247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Full Name · Location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06" name="Google Shape;606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0060" y="1909763"/>
            <a:ext cx="628800" cy="628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07" name="Google Shape;607;p55"/>
          <p:cNvSpPr/>
          <p:nvPr/>
        </p:nvSpPr>
        <p:spPr>
          <a:xfrm>
            <a:off x="3330578" y="2614613"/>
            <a:ext cx="24876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“The best quotes relate to your deck’s overall narrative.”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608" name="Google Shape;608;p55"/>
          <p:cNvSpPr/>
          <p:nvPr/>
        </p:nvSpPr>
        <p:spPr>
          <a:xfrm>
            <a:off x="3335340" y="3081338"/>
            <a:ext cx="247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Full Name · Location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09" name="Google Shape;609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4851" y="1909763"/>
            <a:ext cx="628800" cy="628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10" name="Google Shape;610;p55"/>
          <p:cNvSpPr/>
          <p:nvPr/>
        </p:nvSpPr>
        <p:spPr>
          <a:xfrm>
            <a:off x="6075369" y="2614613"/>
            <a:ext cx="24876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“The best quotes relate to your deck’s overall narrative.”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611" name="Google Shape;611;p55"/>
          <p:cNvSpPr/>
          <p:nvPr/>
        </p:nvSpPr>
        <p:spPr>
          <a:xfrm>
            <a:off x="6080131" y="3081338"/>
            <a:ext cx="247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Full Name · Location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17" name="Google Shape;61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171" y="1952625"/>
            <a:ext cx="628800" cy="628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18" name="Google Shape;618;p56"/>
          <p:cNvSpPr/>
          <p:nvPr/>
        </p:nvSpPr>
        <p:spPr>
          <a:xfrm>
            <a:off x="590551" y="2657475"/>
            <a:ext cx="179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“The best quotes relate to your deck’s overall narrative.”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19" name="Google Shape;619;p56"/>
          <p:cNvSpPr/>
          <p:nvPr/>
        </p:nvSpPr>
        <p:spPr>
          <a:xfrm>
            <a:off x="590551" y="3038475"/>
            <a:ext cx="179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Full Name · Location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20" name="Google Shape;620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0764" y="1952625"/>
            <a:ext cx="628800" cy="628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21" name="Google Shape;621;p56"/>
          <p:cNvSpPr/>
          <p:nvPr/>
        </p:nvSpPr>
        <p:spPr>
          <a:xfrm>
            <a:off x="2649143" y="2657475"/>
            <a:ext cx="179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“The best quotes relate to your deck’s overall narrative.”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22" name="Google Shape;622;p56"/>
          <p:cNvSpPr/>
          <p:nvPr/>
        </p:nvSpPr>
        <p:spPr>
          <a:xfrm>
            <a:off x="2649143" y="3038475"/>
            <a:ext cx="179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Full Name · Location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23" name="Google Shape;623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89357" y="1952625"/>
            <a:ext cx="628800" cy="628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24" name="Google Shape;624;p56"/>
          <p:cNvSpPr/>
          <p:nvPr/>
        </p:nvSpPr>
        <p:spPr>
          <a:xfrm>
            <a:off x="4707736" y="2657475"/>
            <a:ext cx="179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“The best quotes relate to your deck’s overall narrative.”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25" name="Google Shape;625;p56"/>
          <p:cNvSpPr/>
          <p:nvPr/>
        </p:nvSpPr>
        <p:spPr>
          <a:xfrm>
            <a:off x="4707736" y="3038475"/>
            <a:ext cx="179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Full Name · Location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26" name="Google Shape;626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47949" y="1952625"/>
            <a:ext cx="628800" cy="628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27" name="Google Shape;627;p56"/>
          <p:cNvSpPr/>
          <p:nvPr/>
        </p:nvSpPr>
        <p:spPr>
          <a:xfrm>
            <a:off x="6766328" y="2657475"/>
            <a:ext cx="179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“The best quotes relate to your deck’s overall narrative.”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28" name="Google Shape;628;p56"/>
          <p:cNvSpPr/>
          <p:nvPr/>
        </p:nvSpPr>
        <p:spPr>
          <a:xfrm>
            <a:off x="6766328" y="3038475"/>
            <a:ext cx="179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Full Name · Location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7"/>
          <p:cNvSpPr/>
          <p:nvPr/>
        </p:nvSpPr>
        <p:spPr>
          <a:xfrm>
            <a:off x="609601" y="2219325"/>
            <a:ext cx="37911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57"/>
          <p:cNvSpPr/>
          <p:nvPr/>
        </p:nvSpPr>
        <p:spPr>
          <a:xfrm>
            <a:off x="609601" y="2219325"/>
            <a:ext cx="3848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i="0" lang="en-GB" sz="1300" u="none" cap="none" strike="noStrike">
                <a:solidFill>
                  <a:srgbClr val="484745"/>
                </a:solidFill>
              </a:rPr>
              <a:t>“The best quotes relate to your deck’s overall narrative.”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636" name="Google Shape;636;p57"/>
          <p:cNvSpPr/>
          <p:nvPr/>
        </p:nvSpPr>
        <p:spPr>
          <a:xfrm>
            <a:off x="609601" y="2771775"/>
            <a:ext cx="382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Full Name · Location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37" name="Google Shape;637;p57"/>
          <p:cNvSpPr/>
          <p:nvPr/>
        </p:nvSpPr>
        <p:spPr>
          <a:xfrm>
            <a:off x="4743454" y="2219325"/>
            <a:ext cx="37911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7"/>
          <p:cNvSpPr/>
          <p:nvPr/>
        </p:nvSpPr>
        <p:spPr>
          <a:xfrm>
            <a:off x="4743454" y="2219325"/>
            <a:ext cx="3848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300"/>
              <a:buFont typeface="Helvetica Neue"/>
              <a:buNone/>
            </a:pPr>
            <a:r>
              <a:rPr i="0" lang="en-GB" sz="1300" u="none" cap="none" strike="noStrike">
                <a:solidFill>
                  <a:srgbClr val="484745"/>
                </a:solidFill>
              </a:rPr>
              <a:t>“The best quotes relate to your deck’s overall narrative.”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639" name="Google Shape;639;p57"/>
          <p:cNvSpPr/>
          <p:nvPr/>
        </p:nvSpPr>
        <p:spPr>
          <a:xfrm>
            <a:off x="4743454" y="2771775"/>
            <a:ext cx="382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Full Name · Location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8"/>
          <p:cNvSpPr/>
          <p:nvPr/>
        </p:nvSpPr>
        <p:spPr>
          <a:xfrm>
            <a:off x="609601" y="2262188"/>
            <a:ext cx="24432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58"/>
          <p:cNvSpPr/>
          <p:nvPr/>
        </p:nvSpPr>
        <p:spPr>
          <a:xfrm>
            <a:off x="609601" y="2262188"/>
            <a:ext cx="2490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“The best quotes relate to your deck’s overall narrative.”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647" name="Google Shape;647;p58"/>
          <p:cNvSpPr/>
          <p:nvPr/>
        </p:nvSpPr>
        <p:spPr>
          <a:xfrm>
            <a:off x="609601" y="2728913"/>
            <a:ext cx="2481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Full Name · Location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48" name="Google Shape;648;p58"/>
          <p:cNvSpPr/>
          <p:nvPr/>
        </p:nvSpPr>
        <p:spPr>
          <a:xfrm>
            <a:off x="3352803" y="2262188"/>
            <a:ext cx="24432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58"/>
          <p:cNvSpPr/>
          <p:nvPr/>
        </p:nvSpPr>
        <p:spPr>
          <a:xfrm>
            <a:off x="3352803" y="2262188"/>
            <a:ext cx="2490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“The best quotes relate to your deck’s overall narrative.”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650" name="Google Shape;650;p58"/>
          <p:cNvSpPr/>
          <p:nvPr/>
        </p:nvSpPr>
        <p:spPr>
          <a:xfrm>
            <a:off x="3352803" y="2728913"/>
            <a:ext cx="2481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Full Name · Location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51" name="Google Shape;651;p58"/>
          <p:cNvSpPr/>
          <p:nvPr/>
        </p:nvSpPr>
        <p:spPr>
          <a:xfrm>
            <a:off x="6091243" y="2262188"/>
            <a:ext cx="24432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58"/>
          <p:cNvSpPr/>
          <p:nvPr/>
        </p:nvSpPr>
        <p:spPr>
          <a:xfrm>
            <a:off x="6091243" y="2262188"/>
            <a:ext cx="2490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1100"/>
              <a:buFont typeface="Helvetica Neue"/>
              <a:buNone/>
            </a:pPr>
            <a:r>
              <a:rPr i="0" lang="en-GB" sz="1100" u="none" cap="none" strike="noStrike">
                <a:solidFill>
                  <a:srgbClr val="484745"/>
                </a:solidFill>
              </a:rPr>
              <a:t>“The best quotes relate to your deck’s overall narrative.”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653" name="Google Shape;653;p58"/>
          <p:cNvSpPr/>
          <p:nvPr/>
        </p:nvSpPr>
        <p:spPr>
          <a:xfrm>
            <a:off x="6091243" y="2728913"/>
            <a:ext cx="2481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Full Name · Location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9"/>
          <p:cNvSpPr/>
          <p:nvPr/>
        </p:nvSpPr>
        <p:spPr>
          <a:xfrm>
            <a:off x="571501" y="609600"/>
            <a:ext cx="7620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Meet the team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60" name="Google Shape;66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1" y="1533525"/>
            <a:ext cx="533400" cy="53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61" name="Google Shape;661;p59"/>
          <p:cNvSpPr/>
          <p:nvPr/>
        </p:nvSpPr>
        <p:spPr>
          <a:xfrm>
            <a:off x="438150" y="2143125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Full Name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62" name="Google Shape;662;p59"/>
          <p:cNvSpPr/>
          <p:nvPr/>
        </p:nvSpPr>
        <p:spPr>
          <a:xfrm>
            <a:off x="438150" y="2371725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Role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63" name="Google Shape;66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7902" y="1533525"/>
            <a:ext cx="533400" cy="53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64" name="Google Shape;664;p59"/>
          <p:cNvSpPr/>
          <p:nvPr/>
        </p:nvSpPr>
        <p:spPr>
          <a:xfrm>
            <a:off x="1809752" y="2143125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Full Name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65" name="Google Shape;665;p59"/>
          <p:cNvSpPr/>
          <p:nvPr/>
        </p:nvSpPr>
        <p:spPr>
          <a:xfrm>
            <a:off x="1809752" y="2371725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Role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66" name="Google Shape;66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9503" y="1533525"/>
            <a:ext cx="533400" cy="53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67" name="Google Shape;667;p59"/>
          <p:cNvSpPr/>
          <p:nvPr/>
        </p:nvSpPr>
        <p:spPr>
          <a:xfrm>
            <a:off x="3181353" y="2143125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Full Name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68" name="Google Shape;668;p59"/>
          <p:cNvSpPr/>
          <p:nvPr/>
        </p:nvSpPr>
        <p:spPr>
          <a:xfrm>
            <a:off x="3181353" y="2371725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Role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69" name="Google Shape;66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1105" y="1533525"/>
            <a:ext cx="533400" cy="53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70" name="Google Shape;670;p59"/>
          <p:cNvSpPr/>
          <p:nvPr/>
        </p:nvSpPr>
        <p:spPr>
          <a:xfrm>
            <a:off x="4552954" y="2143125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Full Name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71" name="Google Shape;671;p59"/>
          <p:cNvSpPr/>
          <p:nvPr/>
        </p:nvSpPr>
        <p:spPr>
          <a:xfrm>
            <a:off x="4552954" y="2371725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Role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72" name="Google Shape;67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2706" y="1533525"/>
            <a:ext cx="533400" cy="53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73" name="Google Shape;673;p59"/>
          <p:cNvSpPr/>
          <p:nvPr/>
        </p:nvSpPr>
        <p:spPr>
          <a:xfrm>
            <a:off x="5924556" y="2143125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Full Name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74" name="Google Shape;674;p59"/>
          <p:cNvSpPr/>
          <p:nvPr/>
        </p:nvSpPr>
        <p:spPr>
          <a:xfrm>
            <a:off x="5924556" y="2371725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Role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75" name="Google Shape;67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4307" y="1533525"/>
            <a:ext cx="533400" cy="53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76" name="Google Shape;676;p59"/>
          <p:cNvSpPr/>
          <p:nvPr/>
        </p:nvSpPr>
        <p:spPr>
          <a:xfrm>
            <a:off x="7296157" y="2143125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Full Name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77" name="Google Shape;677;p59"/>
          <p:cNvSpPr/>
          <p:nvPr/>
        </p:nvSpPr>
        <p:spPr>
          <a:xfrm>
            <a:off x="7296157" y="2371725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Role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78" name="Google Shape;67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102" y="2914650"/>
            <a:ext cx="533400" cy="53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79" name="Google Shape;679;p59"/>
          <p:cNvSpPr/>
          <p:nvPr/>
        </p:nvSpPr>
        <p:spPr>
          <a:xfrm>
            <a:off x="1123951" y="3524250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Full Name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80" name="Google Shape;680;p59"/>
          <p:cNvSpPr/>
          <p:nvPr/>
        </p:nvSpPr>
        <p:spPr>
          <a:xfrm>
            <a:off x="1123951" y="3752850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Role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81" name="Google Shape;68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703" y="2914650"/>
            <a:ext cx="533400" cy="53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82" name="Google Shape;682;p59"/>
          <p:cNvSpPr/>
          <p:nvPr/>
        </p:nvSpPr>
        <p:spPr>
          <a:xfrm>
            <a:off x="2495552" y="3524250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Full Name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83" name="Google Shape;683;p59"/>
          <p:cNvSpPr/>
          <p:nvPr/>
        </p:nvSpPr>
        <p:spPr>
          <a:xfrm>
            <a:off x="2495552" y="3752850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Role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84" name="Google Shape;68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5304" y="2914650"/>
            <a:ext cx="533400" cy="53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85" name="Google Shape;685;p59"/>
          <p:cNvSpPr/>
          <p:nvPr/>
        </p:nvSpPr>
        <p:spPr>
          <a:xfrm>
            <a:off x="3867154" y="3524250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Full Name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86" name="Google Shape;686;p59"/>
          <p:cNvSpPr/>
          <p:nvPr/>
        </p:nvSpPr>
        <p:spPr>
          <a:xfrm>
            <a:off x="3867154" y="3752850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Role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87" name="Google Shape;68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6905" y="2914650"/>
            <a:ext cx="533400" cy="53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88" name="Google Shape;688;p59"/>
          <p:cNvSpPr/>
          <p:nvPr/>
        </p:nvSpPr>
        <p:spPr>
          <a:xfrm>
            <a:off x="5238755" y="3524250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Full Name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89" name="Google Shape;689;p59"/>
          <p:cNvSpPr/>
          <p:nvPr/>
        </p:nvSpPr>
        <p:spPr>
          <a:xfrm>
            <a:off x="5238755" y="3752850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Role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90" name="Google Shape;69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7" y="2914650"/>
            <a:ext cx="533400" cy="53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91" name="Google Shape;691;p59"/>
          <p:cNvSpPr/>
          <p:nvPr/>
        </p:nvSpPr>
        <p:spPr>
          <a:xfrm>
            <a:off x="6610356" y="3524250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484745"/>
                </a:solidFill>
              </a:rPr>
              <a:t>Full Name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92" name="Google Shape;692;p59"/>
          <p:cNvSpPr/>
          <p:nvPr/>
        </p:nvSpPr>
        <p:spPr>
          <a:xfrm>
            <a:off x="6610356" y="3752850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900"/>
              <a:buFont typeface="Helvetica Neue"/>
              <a:buNone/>
            </a:pPr>
            <a:r>
              <a:rPr i="0" lang="en-GB" sz="900" u="none" cap="none" strike="noStrike">
                <a:solidFill>
                  <a:srgbClr val="747474"/>
                </a:solidFill>
              </a:rPr>
              <a:t>Role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0"/>
          <p:cNvSpPr/>
          <p:nvPr/>
        </p:nvSpPr>
        <p:spPr>
          <a:xfrm>
            <a:off x="571501" y="609600"/>
            <a:ext cx="7620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1800"/>
              <a:buFont typeface="Helvetica Neue"/>
              <a:buNone/>
            </a:pPr>
            <a:r>
              <a:rPr b="1" i="0" lang="en-GB" sz="1800" u="none" cap="none" strike="noStrike">
                <a:solidFill>
                  <a:srgbClr val="2A609D"/>
                </a:solidFill>
              </a:rPr>
              <a:t>Our Sponsors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 " id="699" name="Google Shape;69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102" y="1143000"/>
            <a:ext cx="533401" cy="533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0" name="Google Shape;70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703" y="1143000"/>
            <a:ext cx="533401" cy="533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1" name="Google Shape;70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5304" y="1143000"/>
            <a:ext cx="533401" cy="533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2" name="Google Shape;70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6905" y="1143000"/>
            <a:ext cx="533401" cy="533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3" name="Google Shape;70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7" y="1143000"/>
            <a:ext cx="533401" cy="533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4" name="Google Shape;70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102" y="2371725"/>
            <a:ext cx="533401" cy="533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5" name="Google Shape;70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102" y="3595688"/>
            <a:ext cx="533401" cy="533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6" name="Google Shape;70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703" y="2371725"/>
            <a:ext cx="533401" cy="533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7" name="Google Shape;70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703" y="3595688"/>
            <a:ext cx="533401" cy="533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8" name="Google Shape;70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5304" y="2371725"/>
            <a:ext cx="533401" cy="533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09" name="Google Shape;70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5304" y="3595688"/>
            <a:ext cx="533401" cy="533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10" name="Google Shape;71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6905" y="2371725"/>
            <a:ext cx="533401" cy="533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11" name="Google Shape;71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6905" y="3595688"/>
            <a:ext cx="533401" cy="533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12" name="Google Shape;71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7" y="2371725"/>
            <a:ext cx="533401" cy="533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13" name="Google Shape;71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7" y="3595688"/>
            <a:ext cx="533401" cy="533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zechDreamin">
  <a:themeElements>
    <a:clrScheme name="Simple Light">
      <a:dk1>
        <a:srgbClr val="484745"/>
      </a:dk1>
      <a:lt1>
        <a:srgbClr val="2A609D"/>
      </a:lt1>
      <a:dk2>
        <a:srgbClr val="F5F4EE"/>
      </a:dk2>
      <a:lt2>
        <a:srgbClr val="747474"/>
      </a:lt2>
      <a:accent1>
        <a:srgbClr val="2A609D"/>
      </a:accent1>
      <a:accent2>
        <a:srgbClr val="E6ECF3"/>
      </a:accent2>
      <a:accent3>
        <a:srgbClr val="E6ECF3"/>
      </a:accent3>
      <a:accent4>
        <a:srgbClr val="E6ECF3"/>
      </a:accent4>
      <a:accent5>
        <a:srgbClr val="E6ECF3"/>
      </a:accent5>
      <a:accent6>
        <a:srgbClr val="E6ECF3"/>
      </a:accent6>
      <a:hlink>
        <a:srgbClr val="2A609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