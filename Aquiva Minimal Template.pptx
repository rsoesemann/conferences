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Lexend SemiBold"/>
      <p:regular r:id="rId39"/>
      <p:bold r:id="rId40"/>
    </p:embeddedFont>
    <p:embeddedFont>
      <p:font typeface="Lexend Light"/>
      <p:regular r:id="rId41"/>
      <p:bold r:id="rId42"/>
    </p:embeddedFont>
    <p:embeddedFont>
      <p:font typeface="Roboto"/>
      <p:regular r:id="rId43"/>
      <p:bold r:id="rId44"/>
      <p:italic r:id="rId45"/>
      <p:boldItalic r:id="rId46"/>
    </p:embeddedFont>
    <p:embeddedFont>
      <p:font typeface="Montserrat"/>
      <p:regular r:id="rId47"/>
      <p:bold r:id="rId48"/>
      <p:italic r:id="rId49"/>
      <p:boldItalic r:id="rId50"/>
    </p:embeddedFont>
    <p:embeddedFont>
      <p:font typeface="Open Sans SemiBold"/>
      <p:regular r:id="rId51"/>
      <p:bold r:id="rId52"/>
      <p:italic r:id="rId53"/>
      <p:boldItalic r:id="rId54"/>
    </p:embeddedFont>
    <p:embeddedFont>
      <p:font typeface="Lexend Medium"/>
      <p:regular r:id="rId55"/>
      <p:bold r:id="rId56"/>
    </p:embeddedFont>
    <p:embeddedFont>
      <p:font typeface="Lexend"/>
      <p:regular r:id="rId57"/>
      <p:bold r:id="rId58"/>
    </p:embeddedFont>
    <p:embeddedFont>
      <p:font typeface="Open Sans Medium"/>
      <p:regular r:id="rId59"/>
      <p:bold r:id="rId60"/>
      <p:italic r:id="rId61"/>
      <p:boldItalic r:id="rId62"/>
    </p:embeddedFont>
    <p:embeddedFont>
      <p:font typeface="Open Sans"/>
      <p:regular r:id="rId63"/>
      <p:bold r:id="rId64"/>
      <p:italic r:id="rId65"/>
      <p:boldItalic r:id="rId66"/>
    </p:embeddedFont>
    <p:embeddedFont>
      <p:font typeface="Century Gothic"/>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SemiBold-bold.fntdata"/><Relationship Id="rId42" Type="http://schemas.openxmlformats.org/officeDocument/2006/relationships/font" Target="fonts/LexendLight-bold.fntdata"/><Relationship Id="rId41" Type="http://schemas.openxmlformats.org/officeDocument/2006/relationships/font" Target="fonts/LexendLight-regular.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CenturyGothic-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LexendSemiBold-regular.fntdata"/><Relationship Id="rId38" Type="http://schemas.openxmlformats.org/officeDocument/2006/relationships/slide" Target="slides/slide33.xml"/><Relationship Id="rId62" Type="http://schemas.openxmlformats.org/officeDocument/2006/relationships/font" Target="fonts/OpenSansMedium-boldItalic.fntdata"/><Relationship Id="rId61" Type="http://schemas.openxmlformats.org/officeDocument/2006/relationships/font" Target="fonts/OpenSansMedium-italic.fntdata"/><Relationship Id="rId20" Type="http://schemas.openxmlformats.org/officeDocument/2006/relationships/slide" Target="slides/slide15.xml"/><Relationship Id="rId64" Type="http://schemas.openxmlformats.org/officeDocument/2006/relationships/font" Target="fonts/OpenSans-bold.fntdata"/><Relationship Id="rId63" Type="http://schemas.openxmlformats.org/officeDocument/2006/relationships/font" Target="fonts/OpenSans-regular.fntdata"/><Relationship Id="rId22" Type="http://schemas.openxmlformats.org/officeDocument/2006/relationships/slide" Target="slides/slide17.xml"/><Relationship Id="rId66" Type="http://schemas.openxmlformats.org/officeDocument/2006/relationships/font" Target="fonts/OpenSans-boldItalic.fntdata"/><Relationship Id="rId21" Type="http://schemas.openxmlformats.org/officeDocument/2006/relationships/slide" Target="slides/slide16.xml"/><Relationship Id="rId65" Type="http://schemas.openxmlformats.org/officeDocument/2006/relationships/font" Target="fonts/OpenSans-italic.fntdata"/><Relationship Id="rId24" Type="http://schemas.openxmlformats.org/officeDocument/2006/relationships/slide" Target="slides/slide19.xml"/><Relationship Id="rId68" Type="http://schemas.openxmlformats.org/officeDocument/2006/relationships/font" Target="fonts/CenturyGothic-bold.fntdata"/><Relationship Id="rId23" Type="http://schemas.openxmlformats.org/officeDocument/2006/relationships/slide" Target="slides/slide18.xml"/><Relationship Id="rId67" Type="http://schemas.openxmlformats.org/officeDocument/2006/relationships/font" Target="fonts/CenturyGothic-regular.fntdata"/><Relationship Id="rId60" Type="http://schemas.openxmlformats.org/officeDocument/2006/relationships/font" Target="fonts/OpenSansMedium-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enturyGothic-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SemiBold-regular.fntdata"/><Relationship Id="rId50" Type="http://schemas.openxmlformats.org/officeDocument/2006/relationships/font" Target="fonts/Montserrat-boldItalic.fntdata"/><Relationship Id="rId53" Type="http://schemas.openxmlformats.org/officeDocument/2006/relationships/font" Target="fonts/OpenSansSemiBold-italic.fntdata"/><Relationship Id="rId52" Type="http://schemas.openxmlformats.org/officeDocument/2006/relationships/font" Target="fonts/OpenSansSemiBold-bold.fntdata"/><Relationship Id="rId11" Type="http://schemas.openxmlformats.org/officeDocument/2006/relationships/slide" Target="slides/slide6.xml"/><Relationship Id="rId55" Type="http://schemas.openxmlformats.org/officeDocument/2006/relationships/font" Target="fonts/LexendMedium-regular.fntdata"/><Relationship Id="rId10" Type="http://schemas.openxmlformats.org/officeDocument/2006/relationships/slide" Target="slides/slide5.xml"/><Relationship Id="rId54" Type="http://schemas.openxmlformats.org/officeDocument/2006/relationships/font" Target="fonts/OpenSansSemiBold-boldItalic.fntdata"/><Relationship Id="rId13" Type="http://schemas.openxmlformats.org/officeDocument/2006/relationships/slide" Target="slides/slide8.xml"/><Relationship Id="rId57" Type="http://schemas.openxmlformats.org/officeDocument/2006/relationships/font" Target="fonts/Lexend-regular.fntdata"/><Relationship Id="rId12" Type="http://schemas.openxmlformats.org/officeDocument/2006/relationships/slide" Target="slides/slide7.xml"/><Relationship Id="rId56" Type="http://schemas.openxmlformats.org/officeDocument/2006/relationships/font" Target="fonts/LexendMedium-bold.fntdata"/><Relationship Id="rId15" Type="http://schemas.openxmlformats.org/officeDocument/2006/relationships/slide" Target="slides/slide10.xml"/><Relationship Id="rId59" Type="http://schemas.openxmlformats.org/officeDocument/2006/relationships/font" Target="fonts/OpenSansMedium-regular.fntdata"/><Relationship Id="rId14" Type="http://schemas.openxmlformats.org/officeDocument/2006/relationships/slide" Target="slides/slide9.xml"/><Relationship Id="rId58" Type="http://schemas.openxmlformats.org/officeDocument/2006/relationships/font" Target="fonts/Lexen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8141ef91c_1_7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2e8141ef91c_1_7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0dd61760f2_0_1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0dd61760f2_0_1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0dd61760f2_0_126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0dd61760f2_0_1269:notes"/>
          <p:cNvSpPr txBox="1"/>
          <p:nvPr>
            <p:ph idx="1" type="body"/>
          </p:nvPr>
        </p:nvSpPr>
        <p:spPr>
          <a:xfrm>
            <a:off x="685800" y="3300413"/>
            <a:ext cx="5486400" cy="27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20dd61760f2_0_1269:notes"/>
          <p:cNvSpPr txBox="1"/>
          <p:nvPr>
            <p:ph idx="12" type="sldNum"/>
          </p:nvPr>
        </p:nvSpPr>
        <p:spPr>
          <a:xfrm>
            <a:off x="3884613" y="6513910"/>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0dd61760f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0dd61760f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0dd61760f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0dd61760f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e8141ef91c_1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e8141ef91c_1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0dd61760f2_0_12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0dd61760f2_0_12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0dd61760f2_0_12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0dd61760f2_0_12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e23615c5c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e23615c5c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e23615c5c3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e23615c5c3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e23615c5c3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e23615c5c3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e23615c5c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2e23615c5c3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e23615c5c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e23615c5c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7f216cd68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7f216cd68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7f216cd6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37f216cd68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e6ce84580b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e6ce84580b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0dd61760f2_0_158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0dd61760f2_0_1587:notes"/>
          <p:cNvSpPr txBox="1"/>
          <p:nvPr>
            <p:ph idx="1" type="body"/>
          </p:nvPr>
        </p:nvSpPr>
        <p:spPr>
          <a:xfrm>
            <a:off x="685800" y="3300413"/>
            <a:ext cx="5486400" cy="27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g20dd61760f2_0_1587:notes"/>
          <p:cNvSpPr txBox="1"/>
          <p:nvPr>
            <p:ph idx="12" type="sldNum"/>
          </p:nvPr>
        </p:nvSpPr>
        <p:spPr>
          <a:xfrm>
            <a:off x="3884613" y="6513910"/>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0dd61760f2_0_156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0dd61760f2_0_1565:notes"/>
          <p:cNvSpPr txBox="1"/>
          <p:nvPr>
            <p:ph idx="1" type="body"/>
          </p:nvPr>
        </p:nvSpPr>
        <p:spPr>
          <a:xfrm>
            <a:off x="685800" y="3300413"/>
            <a:ext cx="5486400" cy="27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g20dd61760f2_0_1565:notes"/>
          <p:cNvSpPr txBox="1"/>
          <p:nvPr>
            <p:ph idx="12" type="sldNum"/>
          </p:nvPr>
        </p:nvSpPr>
        <p:spPr>
          <a:xfrm>
            <a:off x="3884613" y="6513910"/>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e23615c5c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e23615c5c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e23615c5c3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2e23615c5c3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e23615c5c3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e23615c5c3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e23615c5c3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e23615c5c3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e23615c5c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e23615c5c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e23615c5c3_1_432:notes"/>
          <p:cNvSpPr txBox="1"/>
          <p:nvPr>
            <p:ph idx="1" type="body"/>
          </p:nvPr>
        </p:nvSpPr>
        <p:spPr>
          <a:xfrm>
            <a:off x="685800" y="4400549"/>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2e23615c5c3_1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e23615c5c3_1_466:notes"/>
          <p:cNvSpPr txBox="1"/>
          <p:nvPr>
            <p:ph idx="1" type="body"/>
          </p:nvPr>
        </p:nvSpPr>
        <p:spPr>
          <a:xfrm>
            <a:off x="685800" y="4400549"/>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g2e23615c5c3_1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e3328b006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2e3328b006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11a44e92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11a44e92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11a44e922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11a44e922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11a44e922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11a44e922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11a44e9229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211a44e9229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b529691d8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6" name="Google Shape;1256;g3b529691d81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0dd61760f2_0_153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5" name="Google Shape;1305;g20dd61760f2_0_153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6" name="Google Shape;1306;g20dd61760f2_0_153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20dd61760f2_0_154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3" name="Google Shape;1313;g20dd61760f2_0_154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g20dd61760f2_0_154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 Logo" type="title">
  <p:cSld name="TITLE">
    <p:bg>
      <p:bgPr>
        <a:solidFill>
          <a:schemeClr val="lt1"/>
        </a:solidFill>
      </p:bgPr>
    </p:bg>
    <p:spTree>
      <p:nvGrpSpPr>
        <p:cNvPr id="6" name="Shape 6"/>
        <p:cNvGrpSpPr/>
        <p:nvPr/>
      </p:nvGrpSpPr>
      <p:grpSpPr>
        <a:xfrm>
          <a:off x="0" y="0"/>
          <a:ext cx="0" cy="0"/>
          <a:chOff x="0" y="0"/>
          <a:chExt cx="0" cy="0"/>
        </a:xfrm>
      </p:grpSpPr>
      <p:pic>
        <p:nvPicPr>
          <p:cNvPr id="7" name="Google Shape;7;p2"/>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 Header">
  <p:cSld name="TITLE_3">
    <p:bg>
      <p:bgPr>
        <a:solidFill>
          <a:schemeClr val="lt1"/>
        </a:solidFill>
      </p:bgPr>
    </p:bg>
    <p:spTree>
      <p:nvGrpSpPr>
        <p:cNvPr id="8" name="Shape 8"/>
        <p:cNvGrpSpPr/>
        <p:nvPr/>
      </p:nvGrpSpPr>
      <p:grpSpPr>
        <a:xfrm>
          <a:off x="0" y="0"/>
          <a:ext cx="0" cy="0"/>
          <a:chOff x="0" y="0"/>
          <a:chExt cx="0" cy="0"/>
        </a:xfrm>
      </p:grpSpPr>
      <p:cxnSp>
        <p:nvCxnSpPr>
          <p:cNvPr id="9" name="Google Shape;9;p3"/>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10" name="Google Shape;10;p3"/>
          <p:cNvSpPr txBox="1"/>
          <p:nvPr>
            <p:ph idx="1" type="body"/>
          </p:nvPr>
        </p:nvSpPr>
        <p:spPr>
          <a:xfrm>
            <a:off x="644875" y="9680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1" name="Google Shape;11;p3"/>
          <p:cNvSpPr txBox="1"/>
          <p:nvPr>
            <p:ph idx="2" type="body"/>
          </p:nvPr>
        </p:nvSpPr>
        <p:spPr>
          <a:xfrm>
            <a:off x="3308675" y="9680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2" name="Google Shape;12;p3"/>
          <p:cNvSpPr txBox="1"/>
          <p:nvPr>
            <p:ph idx="3" type="body"/>
          </p:nvPr>
        </p:nvSpPr>
        <p:spPr>
          <a:xfrm>
            <a:off x="5948575" y="9680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3" name="Google Shape;13;p3"/>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 name="Google Shape;14;p3"/>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ith Grey bg">
  <p:cSld name="Titre et contenu">
    <p:spTree>
      <p:nvGrpSpPr>
        <p:cNvPr id="15" name="Shape 15"/>
        <p:cNvGrpSpPr/>
        <p:nvPr/>
      </p:nvGrpSpPr>
      <p:grpSpPr>
        <a:xfrm>
          <a:off x="0" y="0"/>
          <a:ext cx="0" cy="0"/>
          <a:chOff x="0" y="0"/>
          <a:chExt cx="0" cy="0"/>
        </a:xfrm>
      </p:grpSpPr>
      <p:sp>
        <p:nvSpPr>
          <p:cNvPr id="16" name="Google Shape;16;p4"/>
          <p:cNvSpPr/>
          <p:nvPr/>
        </p:nvSpPr>
        <p:spPr>
          <a:xfrm>
            <a:off x="-150600" y="974700"/>
            <a:ext cx="9376800" cy="4168800"/>
          </a:xfrm>
          <a:prstGeom prst="rect">
            <a:avLst/>
          </a:prstGeom>
          <a:solidFill>
            <a:srgbClr val="F6F7F9"/>
          </a:solidFill>
          <a:ln cap="flat" cmpd="sng" w="9525">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4"/>
          <p:cNvSpPr txBox="1"/>
          <p:nvPr>
            <p:ph idx="1" type="body"/>
          </p:nvPr>
        </p:nvSpPr>
        <p:spPr>
          <a:xfrm>
            <a:off x="644875" y="14252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8" name="Google Shape;18;p4"/>
          <p:cNvSpPr txBox="1"/>
          <p:nvPr>
            <p:ph idx="2" type="body"/>
          </p:nvPr>
        </p:nvSpPr>
        <p:spPr>
          <a:xfrm>
            <a:off x="3308675" y="14252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9" name="Google Shape;19;p4"/>
          <p:cNvSpPr txBox="1"/>
          <p:nvPr>
            <p:ph idx="3" type="body"/>
          </p:nvPr>
        </p:nvSpPr>
        <p:spPr>
          <a:xfrm>
            <a:off x="5948575" y="14252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cxnSp>
        <p:nvCxnSpPr>
          <p:cNvPr id="20" name="Google Shape;20;p4"/>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21" name="Google Shape;21;p4"/>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2" name="Google Shape;22;p4"/>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slide">
  <p:cSld name="TITLE_AND_BODY_3_1">
    <p:bg>
      <p:bgPr>
        <a:solidFill>
          <a:schemeClr val="accent1"/>
        </a:solidFill>
      </p:bgPr>
    </p:bg>
    <p:spTree>
      <p:nvGrpSpPr>
        <p:cNvPr id="23" name="Shape 23"/>
        <p:cNvGrpSpPr/>
        <p:nvPr/>
      </p:nvGrpSpPr>
      <p:grpSpPr>
        <a:xfrm>
          <a:off x="0" y="0"/>
          <a:ext cx="0" cy="0"/>
          <a:chOff x="0" y="0"/>
          <a:chExt cx="0" cy="0"/>
        </a:xfrm>
      </p:grpSpPr>
      <p:sp>
        <p:nvSpPr>
          <p:cNvPr id="24" name="Google Shape;24;p5"/>
          <p:cNvSpPr/>
          <p:nvPr/>
        </p:nvSpPr>
        <p:spPr>
          <a:xfrm>
            <a:off x="683875" y="1596350"/>
            <a:ext cx="7027800" cy="1360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595959"/>
              </a:buClr>
              <a:buSzPts val="2100"/>
              <a:buFont typeface="Open Sans"/>
              <a:buNone/>
            </a:pPr>
            <a:r>
              <a:rPr i="0" lang="en" sz="2800" u="none" cap="none" strike="noStrike">
                <a:solidFill>
                  <a:schemeClr val="lt1"/>
                </a:solidFill>
                <a:latin typeface="Lexend Medium"/>
                <a:ea typeface="Lexend Medium"/>
                <a:cs typeface="Lexend Medium"/>
                <a:sym typeface="Lexend Medium"/>
              </a:rPr>
              <a:t>When yo</a:t>
            </a:r>
            <a:r>
              <a:rPr lang="en" sz="2800">
                <a:solidFill>
                  <a:schemeClr val="lt1"/>
                </a:solidFill>
                <a:latin typeface="Lexend Medium"/>
                <a:ea typeface="Lexend Medium"/>
                <a:cs typeface="Lexend Medium"/>
                <a:sym typeface="Lexend Medium"/>
              </a:rPr>
              <a:t>u</a:t>
            </a:r>
            <a:r>
              <a:rPr i="0" lang="en" sz="2800" u="none" cap="none" strike="noStrike">
                <a:solidFill>
                  <a:schemeClr val="lt1"/>
                </a:solidFill>
                <a:latin typeface="Lexend Medium"/>
                <a:ea typeface="Lexend Medium"/>
                <a:cs typeface="Lexend Medium"/>
                <a:sym typeface="Lexend Medium"/>
              </a:rPr>
              <a:t> count</a:t>
            </a:r>
            <a:r>
              <a:rPr lang="en" sz="2800">
                <a:solidFill>
                  <a:schemeClr val="lt1"/>
                </a:solidFill>
                <a:latin typeface="Lexend Medium"/>
                <a:ea typeface="Lexend Medium"/>
                <a:cs typeface="Lexend Medium"/>
                <a:sym typeface="Lexend Medium"/>
              </a:rPr>
              <a:t> </a:t>
            </a:r>
            <a:r>
              <a:rPr i="0" lang="en" sz="2800" u="none" cap="none" strike="noStrike">
                <a:solidFill>
                  <a:schemeClr val="lt1"/>
                </a:solidFill>
                <a:latin typeface="Lexend Medium"/>
                <a:ea typeface="Lexend Medium"/>
                <a:cs typeface="Lexend Medium"/>
                <a:sym typeface="Lexend Medium"/>
              </a:rPr>
              <a:t>on Salesforce, </a:t>
            </a:r>
            <a:br>
              <a:rPr i="0" lang="en" sz="2800" u="none" cap="none" strike="noStrike">
                <a:solidFill>
                  <a:schemeClr val="lt1"/>
                </a:solidFill>
                <a:latin typeface="Lexend Medium"/>
                <a:ea typeface="Lexend Medium"/>
                <a:cs typeface="Lexend Medium"/>
                <a:sym typeface="Lexend Medium"/>
              </a:rPr>
            </a:br>
            <a:r>
              <a:rPr lang="en" sz="2800">
                <a:solidFill>
                  <a:schemeClr val="lt1"/>
                </a:solidFill>
                <a:latin typeface="Lexend Medium"/>
                <a:ea typeface="Lexend Medium"/>
                <a:cs typeface="Lexend Medium"/>
                <a:sym typeface="Lexend Medium"/>
              </a:rPr>
              <a:t>count on </a:t>
            </a:r>
            <a:r>
              <a:rPr lang="en" sz="2800">
                <a:solidFill>
                  <a:schemeClr val="accent2"/>
                </a:solidFill>
                <a:latin typeface="Lexend Medium"/>
                <a:ea typeface="Lexend Medium"/>
                <a:cs typeface="Lexend Medium"/>
                <a:sym typeface="Lexend Medium"/>
              </a:rPr>
              <a:t>Aquiva</a:t>
            </a:r>
            <a:endParaRPr i="0" sz="2800" u="none" cap="none" strike="noStrike">
              <a:solidFill>
                <a:schemeClr val="accent2"/>
              </a:solidFill>
              <a:latin typeface="Lexend Medium"/>
              <a:ea typeface="Lexend Medium"/>
              <a:cs typeface="Lexend Medium"/>
              <a:sym typeface="Lexend Medium"/>
            </a:endParaRPr>
          </a:p>
        </p:txBody>
      </p:sp>
      <p:pic>
        <p:nvPicPr>
          <p:cNvPr id="25" name="Google Shape;25;p5"/>
          <p:cNvPicPr preferRelativeResize="0"/>
          <p:nvPr/>
        </p:nvPicPr>
        <p:blipFill rotWithShape="1">
          <a:blip r:embed="rId2">
            <a:alphaModFix/>
          </a:blip>
          <a:srcRect b="0" l="0" r="37942" t="0"/>
          <a:stretch/>
        </p:blipFill>
        <p:spPr>
          <a:xfrm>
            <a:off x="683875" y="414325"/>
            <a:ext cx="1069800" cy="362900"/>
          </a:xfrm>
          <a:prstGeom prst="rect">
            <a:avLst/>
          </a:prstGeom>
          <a:noFill/>
          <a:ln>
            <a:noFill/>
          </a:ln>
        </p:spPr>
      </p:pic>
      <p:sp>
        <p:nvSpPr>
          <p:cNvPr id="26" name="Google Shape;26;p5"/>
          <p:cNvSpPr/>
          <p:nvPr/>
        </p:nvSpPr>
        <p:spPr>
          <a:xfrm>
            <a:off x="-146300" y="4007375"/>
            <a:ext cx="9593100" cy="113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descr="preencoded.png" id="27" name="Google Shape;27;p5"/>
          <p:cNvPicPr preferRelativeResize="0"/>
          <p:nvPr/>
        </p:nvPicPr>
        <p:blipFill rotWithShape="1">
          <a:blip r:embed="rId3">
            <a:alphaModFix/>
          </a:blip>
          <a:srcRect b="0" l="10" r="10" t="0"/>
          <a:stretch/>
        </p:blipFill>
        <p:spPr>
          <a:xfrm>
            <a:off x="1324974" y="4408849"/>
            <a:ext cx="1265647" cy="400926"/>
          </a:xfrm>
          <a:prstGeom prst="rect">
            <a:avLst/>
          </a:prstGeom>
          <a:noFill/>
          <a:ln>
            <a:noFill/>
          </a:ln>
        </p:spPr>
      </p:pic>
      <p:pic>
        <p:nvPicPr>
          <p:cNvPr id="28" name="Google Shape;28;p5"/>
          <p:cNvPicPr preferRelativeResize="0"/>
          <p:nvPr/>
        </p:nvPicPr>
        <p:blipFill>
          <a:blip r:embed="rId4">
            <a:alphaModFix/>
          </a:blip>
          <a:stretch>
            <a:fillRect/>
          </a:stretch>
        </p:blipFill>
        <p:spPr>
          <a:xfrm>
            <a:off x="683875" y="4375276"/>
            <a:ext cx="464208" cy="46807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w/ Logo">
  <p:cSld name="TITLE_2">
    <p:bg>
      <p:bgPr>
        <a:solidFill>
          <a:schemeClr val="dk2"/>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13793" l="0" r="39431" t="0"/>
          <a:stretch/>
        </p:blipFill>
        <p:spPr>
          <a:xfrm>
            <a:off x="8183574" y="433275"/>
            <a:ext cx="562723" cy="168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 Logo">
  <p:cSld name="TITLE_2_2">
    <p:bg>
      <p:bgPr>
        <a:solidFill>
          <a:schemeClr val="dk2"/>
        </a:solidFill>
      </p:bgPr>
    </p:bg>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ue w/ Logo">
  <p:cSld name="CUSTOM_3">
    <p:bg>
      <p:bgPr>
        <a:solidFill>
          <a:schemeClr val="lt2"/>
        </a:solidFill>
      </p:bgPr>
    </p:bg>
    <p:spTree>
      <p:nvGrpSpPr>
        <p:cNvPr id="32" name="Shape 32"/>
        <p:cNvGrpSpPr/>
        <p:nvPr/>
      </p:nvGrpSpPr>
      <p:grpSpPr>
        <a:xfrm>
          <a:off x="0" y="0"/>
          <a:ext cx="0" cy="0"/>
          <a:chOff x="0" y="0"/>
          <a:chExt cx="0" cy="0"/>
        </a:xfrm>
      </p:grpSpPr>
      <p:pic>
        <p:nvPicPr>
          <p:cNvPr id="33" name="Google Shape;33;p8"/>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w/Logo">
  <p:cSld name="TITLE_2_1">
    <p:bg>
      <p:bgPr>
        <a:solidFill>
          <a:schemeClr val="accent1"/>
        </a:solidFill>
      </p:bgPr>
    </p:bg>
    <p:spTree>
      <p:nvGrpSpPr>
        <p:cNvPr id="34" name="Shape 34"/>
        <p:cNvGrpSpPr/>
        <p:nvPr/>
      </p:nvGrpSpPr>
      <p:grpSpPr>
        <a:xfrm>
          <a:off x="0" y="0"/>
          <a:ext cx="0" cy="0"/>
          <a:chOff x="0" y="0"/>
          <a:chExt cx="0" cy="0"/>
        </a:xfrm>
      </p:grpSpPr>
      <p:pic>
        <p:nvPicPr>
          <p:cNvPr id="35" name="Google Shape;35;p9"/>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
        <p:nvSpPr>
          <p:cNvPr id="36" name="Google Shape;36;p9"/>
          <p:cNvSpPr txBox="1"/>
          <p:nvPr/>
        </p:nvSpPr>
        <p:spPr>
          <a:xfrm>
            <a:off x="845100" y="977175"/>
            <a:ext cx="6241500" cy="17913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t/>
            </a:r>
            <a:endParaRPr sz="2800">
              <a:solidFill>
                <a:schemeClr val="lt1"/>
              </a:solidFill>
              <a:latin typeface="Lexend Medium"/>
              <a:ea typeface="Lexend Medium"/>
              <a:cs typeface="Lexend Medium"/>
              <a:sym typeface="Lexend Medium"/>
            </a:endParaRPr>
          </a:p>
        </p:txBody>
      </p:sp>
      <p:sp>
        <p:nvSpPr>
          <p:cNvPr id="37" name="Google Shape;37;p9"/>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8" name="Google Shape;38;p9"/>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 Logo">
  <p:cSld name="TITLE_1">
    <p:bg>
      <p:bgPr>
        <a:solidFill>
          <a:schemeClr val="accent1"/>
        </a:solidFill>
      </p:bgPr>
    </p:bg>
    <p:spTree>
      <p:nvGrpSpPr>
        <p:cNvPr id="39" name="Shape 3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Blue 1">
  <p:cSld name="CUSTOM_6">
    <p:bg>
      <p:bgPr>
        <a:gradFill>
          <a:gsLst>
            <a:gs pos="0">
              <a:schemeClr val="accent1"/>
            </a:gs>
            <a:gs pos="100000">
              <a:schemeClr val="accent2"/>
            </a:gs>
          </a:gsLst>
          <a:lin ang="5400700" scaled="0"/>
        </a:gradFill>
      </p:bgPr>
    </p:bg>
    <p:spTree>
      <p:nvGrpSpPr>
        <p:cNvPr id="40" name="Shape 40"/>
        <p:cNvGrpSpPr/>
        <p:nvPr/>
      </p:nvGrpSpPr>
      <p:grpSpPr>
        <a:xfrm>
          <a:off x="0" y="0"/>
          <a:ext cx="0" cy="0"/>
          <a:chOff x="0" y="0"/>
          <a:chExt cx="0" cy="0"/>
        </a:xfrm>
      </p:grpSpPr>
      <p:sp>
        <p:nvSpPr>
          <p:cNvPr id="41" name="Google Shape;41;p11"/>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a:spcBef>
                <a:spcPts val="0"/>
              </a:spcBef>
              <a:spcAft>
                <a:spcPts val="0"/>
              </a:spcAft>
              <a:buClr>
                <a:schemeClr val="accent4"/>
              </a:buClr>
              <a:buSzPts val="1400"/>
              <a:buNone/>
              <a:defRPr>
                <a:solidFill>
                  <a:schemeClr val="accent4"/>
                </a:solidFill>
              </a:defRPr>
            </a:lvl2pPr>
            <a:lvl3pPr lvl="2">
              <a:spcBef>
                <a:spcPts val="0"/>
              </a:spcBef>
              <a:spcAft>
                <a:spcPts val="0"/>
              </a:spcAft>
              <a:buClr>
                <a:schemeClr val="accent4"/>
              </a:buClr>
              <a:buSzPts val="1400"/>
              <a:buNone/>
              <a:defRPr>
                <a:solidFill>
                  <a:schemeClr val="accent4"/>
                </a:solidFill>
              </a:defRPr>
            </a:lvl3pPr>
            <a:lvl4pPr lvl="3">
              <a:spcBef>
                <a:spcPts val="0"/>
              </a:spcBef>
              <a:spcAft>
                <a:spcPts val="0"/>
              </a:spcAft>
              <a:buClr>
                <a:schemeClr val="accent4"/>
              </a:buClr>
              <a:buSzPts val="1400"/>
              <a:buNone/>
              <a:defRPr>
                <a:solidFill>
                  <a:schemeClr val="accent4"/>
                </a:solidFill>
              </a:defRPr>
            </a:lvl4pPr>
            <a:lvl5pPr lvl="4">
              <a:spcBef>
                <a:spcPts val="0"/>
              </a:spcBef>
              <a:spcAft>
                <a:spcPts val="0"/>
              </a:spcAft>
              <a:buClr>
                <a:schemeClr val="accent4"/>
              </a:buClr>
              <a:buSzPts val="1400"/>
              <a:buNone/>
              <a:defRPr>
                <a:solidFill>
                  <a:schemeClr val="accent4"/>
                </a:solidFill>
              </a:defRPr>
            </a:lvl5pPr>
            <a:lvl6pPr lvl="5">
              <a:spcBef>
                <a:spcPts val="0"/>
              </a:spcBef>
              <a:spcAft>
                <a:spcPts val="0"/>
              </a:spcAft>
              <a:buClr>
                <a:schemeClr val="accent4"/>
              </a:buClr>
              <a:buSzPts val="1400"/>
              <a:buNone/>
              <a:defRPr>
                <a:solidFill>
                  <a:schemeClr val="accent4"/>
                </a:solidFill>
              </a:defRPr>
            </a:lvl6pPr>
            <a:lvl7pPr lvl="6">
              <a:spcBef>
                <a:spcPts val="0"/>
              </a:spcBef>
              <a:spcAft>
                <a:spcPts val="0"/>
              </a:spcAft>
              <a:buClr>
                <a:schemeClr val="accent4"/>
              </a:buClr>
              <a:buSzPts val="1400"/>
              <a:buNone/>
              <a:defRPr>
                <a:solidFill>
                  <a:schemeClr val="accent4"/>
                </a:solidFill>
              </a:defRPr>
            </a:lvl7pPr>
            <a:lvl8pPr lvl="7">
              <a:spcBef>
                <a:spcPts val="0"/>
              </a:spcBef>
              <a:spcAft>
                <a:spcPts val="0"/>
              </a:spcAft>
              <a:buClr>
                <a:schemeClr val="accent4"/>
              </a:buClr>
              <a:buSzPts val="1400"/>
              <a:buNone/>
              <a:defRPr>
                <a:solidFill>
                  <a:schemeClr val="accent4"/>
                </a:solidFill>
              </a:defRPr>
            </a:lvl8pPr>
            <a:lvl9pPr lvl="8">
              <a:spcBef>
                <a:spcPts val="0"/>
              </a:spcBef>
              <a:spcAft>
                <a:spcPts val="0"/>
              </a:spcAft>
              <a:buClr>
                <a:schemeClr val="accent4"/>
              </a:buClr>
              <a:buSzPts val="1400"/>
              <a:buNone/>
              <a:defRPr>
                <a:solidFill>
                  <a:schemeClr val="accent4"/>
                </a:solidFill>
              </a:defRPr>
            </a:lvl9pPr>
          </a:lstStyle>
          <a:p/>
        </p:txBody>
      </p:sp>
      <p:sp>
        <p:nvSpPr>
          <p:cNvPr id="42" name="Google Shape;42;p11"/>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3" name="Google Shape;43;p11"/>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Blue 1 w/o Logo">
  <p:cSld name="CUSTOM_6_1">
    <p:bg>
      <p:bgPr>
        <a:gradFill>
          <a:gsLst>
            <a:gs pos="0">
              <a:schemeClr val="accent1"/>
            </a:gs>
            <a:gs pos="100000">
              <a:schemeClr val="accent2"/>
            </a:gs>
          </a:gsLst>
          <a:lin ang="5400700" scaled="0"/>
        </a:gradFill>
      </p:bgPr>
    </p:bg>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Blue 2">
  <p:cSld name="CUSTOM_6_1_2">
    <p:bg>
      <p:bgPr>
        <a:gradFill>
          <a:gsLst>
            <a:gs pos="0">
              <a:srgbClr val="5A99E6"/>
            </a:gs>
            <a:gs pos="100000">
              <a:srgbClr val="352694"/>
            </a:gs>
          </a:gsLst>
          <a:lin ang="12001174" scaled="0"/>
        </a:gradFill>
      </p:bgPr>
    </p:bg>
    <p:spTree>
      <p:nvGrpSpPr>
        <p:cNvPr id="45" name="Shape 45"/>
        <p:cNvGrpSpPr/>
        <p:nvPr/>
      </p:nvGrpSpPr>
      <p:grpSpPr>
        <a:xfrm>
          <a:off x="0" y="0"/>
          <a:ext cx="0" cy="0"/>
          <a:chOff x="0" y="0"/>
          <a:chExt cx="0" cy="0"/>
        </a:xfrm>
      </p:grpSpPr>
      <p:sp>
        <p:nvSpPr>
          <p:cNvPr id="46" name="Google Shape;46;p13"/>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a:spcBef>
                <a:spcPts val="0"/>
              </a:spcBef>
              <a:spcAft>
                <a:spcPts val="0"/>
              </a:spcAft>
              <a:buClr>
                <a:schemeClr val="accent4"/>
              </a:buClr>
              <a:buSzPts val="1400"/>
              <a:buNone/>
              <a:defRPr>
                <a:solidFill>
                  <a:schemeClr val="accent4"/>
                </a:solidFill>
              </a:defRPr>
            </a:lvl2pPr>
            <a:lvl3pPr lvl="2">
              <a:spcBef>
                <a:spcPts val="0"/>
              </a:spcBef>
              <a:spcAft>
                <a:spcPts val="0"/>
              </a:spcAft>
              <a:buClr>
                <a:schemeClr val="accent4"/>
              </a:buClr>
              <a:buSzPts val="1400"/>
              <a:buNone/>
              <a:defRPr>
                <a:solidFill>
                  <a:schemeClr val="accent4"/>
                </a:solidFill>
              </a:defRPr>
            </a:lvl3pPr>
            <a:lvl4pPr lvl="3">
              <a:spcBef>
                <a:spcPts val="0"/>
              </a:spcBef>
              <a:spcAft>
                <a:spcPts val="0"/>
              </a:spcAft>
              <a:buClr>
                <a:schemeClr val="accent4"/>
              </a:buClr>
              <a:buSzPts val="1400"/>
              <a:buNone/>
              <a:defRPr>
                <a:solidFill>
                  <a:schemeClr val="accent4"/>
                </a:solidFill>
              </a:defRPr>
            </a:lvl4pPr>
            <a:lvl5pPr lvl="4">
              <a:spcBef>
                <a:spcPts val="0"/>
              </a:spcBef>
              <a:spcAft>
                <a:spcPts val="0"/>
              </a:spcAft>
              <a:buClr>
                <a:schemeClr val="accent4"/>
              </a:buClr>
              <a:buSzPts val="1400"/>
              <a:buNone/>
              <a:defRPr>
                <a:solidFill>
                  <a:schemeClr val="accent4"/>
                </a:solidFill>
              </a:defRPr>
            </a:lvl5pPr>
            <a:lvl6pPr lvl="5">
              <a:spcBef>
                <a:spcPts val="0"/>
              </a:spcBef>
              <a:spcAft>
                <a:spcPts val="0"/>
              </a:spcAft>
              <a:buClr>
                <a:schemeClr val="accent4"/>
              </a:buClr>
              <a:buSzPts val="1400"/>
              <a:buNone/>
              <a:defRPr>
                <a:solidFill>
                  <a:schemeClr val="accent4"/>
                </a:solidFill>
              </a:defRPr>
            </a:lvl6pPr>
            <a:lvl7pPr lvl="6">
              <a:spcBef>
                <a:spcPts val="0"/>
              </a:spcBef>
              <a:spcAft>
                <a:spcPts val="0"/>
              </a:spcAft>
              <a:buClr>
                <a:schemeClr val="accent4"/>
              </a:buClr>
              <a:buSzPts val="1400"/>
              <a:buNone/>
              <a:defRPr>
                <a:solidFill>
                  <a:schemeClr val="accent4"/>
                </a:solidFill>
              </a:defRPr>
            </a:lvl7pPr>
            <a:lvl8pPr lvl="7">
              <a:spcBef>
                <a:spcPts val="0"/>
              </a:spcBef>
              <a:spcAft>
                <a:spcPts val="0"/>
              </a:spcAft>
              <a:buClr>
                <a:schemeClr val="accent4"/>
              </a:buClr>
              <a:buSzPts val="1400"/>
              <a:buNone/>
              <a:defRPr>
                <a:solidFill>
                  <a:schemeClr val="accent4"/>
                </a:solidFill>
              </a:defRPr>
            </a:lvl8pPr>
            <a:lvl9pPr lvl="8">
              <a:spcBef>
                <a:spcPts val="0"/>
              </a:spcBef>
              <a:spcAft>
                <a:spcPts val="0"/>
              </a:spcAft>
              <a:buClr>
                <a:schemeClr val="accent4"/>
              </a:buClr>
              <a:buSzPts val="1400"/>
              <a:buNone/>
              <a:defRPr>
                <a:solidFill>
                  <a:schemeClr val="accent4"/>
                </a:solidFill>
              </a:defRPr>
            </a:lvl9pPr>
          </a:lstStyle>
          <a:p/>
        </p:txBody>
      </p:sp>
      <p:sp>
        <p:nvSpPr>
          <p:cNvPr id="47" name="Google Shape;47;p13"/>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8" name="Google Shape;48;p13"/>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Blue 2 w/o Logo">
  <p:cSld name="CUSTOM_6_1_1">
    <p:bg>
      <p:bgPr>
        <a:gradFill>
          <a:gsLst>
            <a:gs pos="0">
              <a:srgbClr val="5A99E6"/>
            </a:gs>
            <a:gs pos="100000">
              <a:srgbClr val="352694"/>
            </a:gs>
          </a:gsLst>
          <a:lin ang="12001174" scaled="0"/>
        </a:gradFill>
      </p:bgPr>
    </p:bg>
    <p:spTree>
      <p:nvGrpSpPr>
        <p:cNvPr id="49" name="Shape 4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w/ Logo">
  <p:cSld name="TITLE_1_1">
    <p:bg>
      <p:bgPr>
        <a:solidFill>
          <a:schemeClr val="accent2"/>
        </a:solidFill>
      </p:bgPr>
    </p:bg>
    <p:spTree>
      <p:nvGrpSpPr>
        <p:cNvPr id="50" name="Shape 50"/>
        <p:cNvGrpSpPr/>
        <p:nvPr/>
      </p:nvGrpSpPr>
      <p:grpSpPr>
        <a:xfrm>
          <a:off x="0" y="0"/>
          <a:ext cx="0" cy="0"/>
          <a:chOff x="0" y="0"/>
          <a:chExt cx="0" cy="0"/>
        </a:xfrm>
      </p:grpSpPr>
      <p:sp>
        <p:nvSpPr>
          <p:cNvPr id="51" name="Google Shape;51;p15"/>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p:txBody>
      </p:sp>
      <p:sp>
        <p:nvSpPr>
          <p:cNvPr id="52" name="Google Shape;52;p15"/>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3" name="Google Shape;53;p15"/>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w/o Logo">
  <p:cSld name="TITLE_1_1_3">
    <p:bg>
      <p:bgPr>
        <a:solidFill>
          <a:schemeClr val="accent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Purple 1 Logo">
  <p:cSld name="TITLE_1_1_2">
    <p:bg>
      <p:bgPr>
        <a:gradFill>
          <a:gsLst>
            <a:gs pos="0">
              <a:schemeClr val="accent3"/>
            </a:gs>
            <a:gs pos="100000">
              <a:schemeClr val="accent2"/>
            </a:gs>
          </a:gsLst>
          <a:lin ang="2698631" scaled="0"/>
        </a:gradFill>
      </p:bgPr>
    </p:bg>
    <p:spTree>
      <p:nvGrpSpPr>
        <p:cNvPr id="55" name="Shape 55"/>
        <p:cNvGrpSpPr/>
        <p:nvPr/>
      </p:nvGrpSpPr>
      <p:grpSpPr>
        <a:xfrm>
          <a:off x="0" y="0"/>
          <a:ext cx="0" cy="0"/>
          <a:chOff x="0" y="0"/>
          <a:chExt cx="0" cy="0"/>
        </a:xfrm>
      </p:grpSpPr>
      <p:sp>
        <p:nvSpPr>
          <p:cNvPr id="56" name="Google Shape;56;p17"/>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a:spcBef>
                <a:spcPts val="0"/>
              </a:spcBef>
              <a:spcAft>
                <a:spcPts val="0"/>
              </a:spcAft>
              <a:buClr>
                <a:schemeClr val="accent4"/>
              </a:buClr>
              <a:buSzPts val="1400"/>
              <a:buNone/>
              <a:defRPr>
                <a:solidFill>
                  <a:schemeClr val="accent4"/>
                </a:solidFill>
              </a:defRPr>
            </a:lvl2pPr>
            <a:lvl3pPr lvl="2">
              <a:spcBef>
                <a:spcPts val="0"/>
              </a:spcBef>
              <a:spcAft>
                <a:spcPts val="0"/>
              </a:spcAft>
              <a:buClr>
                <a:schemeClr val="accent4"/>
              </a:buClr>
              <a:buSzPts val="1400"/>
              <a:buNone/>
              <a:defRPr>
                <a:solidFill>
                  <a:schemeClr val="accent4"/>
                </a:solidFill>
              </a:defRPr>
            </a:lvl3pPr>
            <a:lvl4pPr lvl="3">
              <a:spcBef>
                <a:spcPts val="0"/>
              </a:spcBef>
              <a:spcAft>
                <a:spcPts val="0"/>
              </a:spcAft>
              <a:buClr>
                <a:schemeClr val="accent4"/>
              </a:buClr>
              <a:buSzPts val="1400"/>
              <a:buNone/>
              <a:defRPr>
                <a:solidFill>
                  <a:schemeClr val="accent4"/>
                </a:solidFill>
              </a:defRPr>
            </a:lvl4pPr>
            <a:lvl5pPr lvl="4">
              <a:spcBef>
                <a:spcPts val="0"/>
              </a:spcBef>
              <a:spcAft>
                <a:spcPts val="0"/>
              </a:spcAft>
              <a:buClr>
                <a:schemeClr val="accent4"/>
              </a:buClr>
              <a:buSzPts val="1400"/>
              <a:buNone/>
              <a:defRPr>
                <a:solidFill>
                  <a:schemeClr val="accent4"/>
                </a:solidFill>
              </a:defRPr>
            </a:lvl5pPr>
            <a:lvl6pPr lvl="5">
              <a:spcBef>
                <a:spcPts val="0"/>
              </a:spcBef>
              <a:spcAft>
                <a:spcPts val="0"/>
              </a:spcAft>
              <a:buClr>
                <a:schemeClr val="accent4"/>
              </a:buClr>
              <a:buSzPts val="1400"/>
              <a:buNone/>
              <a:defRPr>
                <a:solidFill>
                  <a:schemeClr val="accent4"/>
                </a:solidFill>
              </a:defRPr>
            </a:lvl6pPr>
            <a:lvl7pPr lvl="6">
              <a:spcBef>
                <a:spcPts val="0"/>
              </a:spcBef>
              <a:spcAft>
                <a:spcPts val="0"/>
              </a:spcAft>
              <a:buClr>
                <a:schemeClr val="accent4"/>
              </a:buClr>
              <a:buSzPts val="1400"/>
              <a:buNone/>
              <a:defRPr>
                <a:solidFill>
                  <a:schemeClr val="accent4"/>
                </a:solidFill>
              </a:defRPr>
            </a:lvl7pPr>
            <a:lvl8pPr lvl="7">
              <a:spcBef>
                <a:spcPts val="0"/>
              </a:spcBef>
              <a:spcAft>
                <a:spcPts val="0"/>
              </a:spcAft>
              <a:buClr>
                <a:schemeClr val="accent4"/>
              </a:buClr>
              <a:buSzPts val="1400"/>
              <a:buNone/>
              <a:defRPr>
                <a:solidFill>
                  <a:schemeClr val="accent4"/>
                </a:solidFill>
              </a:defRPr>
            </a:lvl8pPr>
            <a:lvl9pPr lvl="8">
              <a:spcBef>
                <a:spcPts val="0"/>
              </a:spcBef>
              <a:spcAft>
                <a:spcPts val="0"/>
              </a:spcAft>
              <a:buClr>
                <a:schemeClr val="accent4"/>
              </a:buClr>
              <a:buSzPts val="1400"/>
              <a:buNone/>
              <a:defRPr>
                <a:solidFill>
                  <a:schemeClr val="accent4"/>
                </a:solidFill>
              </a:defRPr>
            </a:lvl9pPr>
          </a:lstStyle>
          <a:p/>
        </p:txBody>
      </p:sp>
      <p:sp>
        <p:nvSpPr>
          <p:cNvPr id="57" name="Google Shape;57;p17"/>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8" name="Google Shape;58;p17"/>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Purple 1 w/o Logo">
  <p:cSld name="TITLE_1_1_2_2">
    <p:bg>
      <p:bgPr>
        <a:gradFill>
          <a:gsLst>
            <a:gs pos="0">
              <a:schemeClr val="accent3"/>
            </a:gs>
            <a:gs pos="100000">
              <a:schemeClr val="accent2"/>
            </a:gs>
          </a:gsLst>
          <a:lin ang="2698631" scaled="0"/>
        </a:gradFill>
      </p:bgPr>
    </p:bg>
    <p:spTree>
      <p:nvGrpSpPr>
        <p:cNvPr id="59" name="Shape 59"/>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Purple 2 Logo">
  <p:cSld name="TITLE_1_1_2_1">
    <p:bg>
      <p:bgPr>
        <a:gradFill>
          <a:gsLst>
            <a:gs pos="0">
              <a:schemeClr val="accent3"/>
            </a:gs>
            <a:gs pos="100000">
              <a:schemeClr val="accent2"/>
            </a:gs>
          </a:gsLst>
          <a:lin ang="5400700" scaled="0"/>
        </a:gradFill>
      </p:bgPr>
    </p:bg>
    <p:spTree>
      <p:nvGrpSpPr>
        <p:cNvPr id="60" name="Shape 60"/>
        <p:cNvGrpSpPr/>
        <p:nvPr/>
      </p:nvGrpSpPr>
      <p:grpSpPr>
        <a:xfrm>
          <a:off x="0" y="0"/>
          <a:ext cx="0" cy="0"/>
          <a:chOff x="0" y="0"/>
          <a:chExt cx="0" cy="0"/>
        </a:xfrm>
      </p:grpSpPr>
      <p:sp>
        <p:nvSpPr>
          <p:cNvPr id="61" name="Google Shape;61;p19"/>
          <p:cNvSpPr txBox="1"/>
          <p:nvPr>
            <p:ph idx="1" type="subTitle"/>
          </p:nvPr>
        </p:nvSpPr>
        <p:spPr>
          <a:xfrm>
            <a:off x="820450" y="3782775"/>
            <a:ext cx="5586900" cy="68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4"/>
              </a:buClr>
              <a:buSzPts val="1400"/>
              <a:buFont typeface="Lexend Medium"/>
              <a:buNone/>
              <a:defRPr>
                <a:solidFill>
                  <a:schemeClr val="accent4"/>
                </a:solidFill>
                <a:latin typeface="Lexend Medium"/>
                <a:ea typeface="Lexend Medium"/>
                <a:cs typeface="Lexend Medium"/>
                <a:sym typeface="Lexend Medium"/>
              </a:defRPr>
            </a:lvl1pPr>
            <a:lvl2pPr lvl="1">
              <a:spcBef>
                <a:spcPts val="0"/>
              </a:spcBef>
              <a:spcAft>
                <a:spcPts val="0"/>
              </a:spcAft>
              <a:buClr>
                <a:schemeClr val="accent4"/>
              </a:buClr>
              <a:buSzPts val="1400"/>
              <a:buNone/>
              <a:defRPr>
                <a:solidFill>
                  <a:schemeClr val="accent4"/>
                </a:solidFill>
              </a:defRPr>
            </a:lvl2pPr>
            <a:lvl3pPr lvl="2">
              <a:spcBef>
                <a:spcPts val="0"/>
              </a:spcBef>
              <a:spcAft>
                <a:spcPts val="0"/>
              </a:spcAft>
              <a:buClr>
                <a:schemeClr val="accent4"/>
              </a:buClr>
              <a:buSzPts val="1400"/>
              <a:buNone/>
              <a:defRPr>
                <a:solidFill>
                  <a:schemeClr val="accent4"/>
                </a:solidFill>
              </a:defRPr>
            </a:lvl3pPr>
            <a:lvl4pPr lvl="3">
              <a:spcBef>
                <a:spcPts val="0"/>
              </a:spcBef>
              <a:spcAft>
                <a:spcPts val="0"/>
              </a:spcAft>
              <a:buClr>
                <a:schemeClr val="accent4"/>
              </a:buClr>
              <a:buSzPts val="1400"/>
              <a:buNone/>
              <a:defRPr>
                <a:solidFill>
                  <a:schemeClr val="accent4"/>
                </a:solidFill>
              </a:defRPr>
            </a:lvl4pPr>
            <a:lvl5pPr lvl="4">
              <a:spcBef>
                <a:spcPts val="0"/>
              </a:spcBef>
              <a:spcAft>
                <a:spcPts val="0"/>
              </a:spcAft>
              <a:buClr>
                <a:schemeClr val="accent4"/>
              </a:buClr>
              <a:buSzPts val="1400"/>
              <a:buNone/>
              <a:defRPr>
                <a:solidFill>
                  <a:schemeClr val="accent4"/>
                </a:solidFill>
              </a:defRPr>
            </a:lvl5pPr>
            <a:lvl6pPr lvl="5">
              <a:spcBef>
                <a:spcPts val="0"/>
              </a:spcBef>
              <a:spcAft>
                <a:spcPts val="0"/>
              </a:spcAft>
              <a:buClr>
                <a:schemeClr val="accent4"/>
              </a:buClr>
              <a:buSzPts val="1400"/>
              <a:buNone/>
              <a:defRPr>
                <a:solidFill>
                  <a:schemeClr val="accent4"/>
                </a:solidFill>
              </a:defRPr>
            </a:lvl6pPr>
            <a:lvl7pPr lvl="6">
              <a:spcBef>
                <a:spcPts val="0"/>
              </a:spcBef>
              <a:spcAft>
                <a:spcPts val="0"/>
              </a:spcAft>
              <a:buClr>
                <a:schemeClr val="accent4"/>
              </a:buClr>
              <a:buSzPts val="1400"/>
              <a:buNone/>
              <a:defRPr>
                <a:solidFill>
                  <a:schemeClr val="accent4"/>
                </a:solidFill>
              </a:defRPr>
            </a:lvl7pPr>
            <a:lvl8pPr lvl="7">
              <a:spcBef>
                <a:spcPts val="0"/>
              </a:spcBef>
              <a:spcAft>
                <a:spcPts val="0"/>
              </a:spcAft>
              <a:buClr>
                <a:schemeClr val="accent4"/>
              </a:buClr>
              <a:buSzPts val="1400"/>
              <a:buNone/>
              <a:defRPr>
                <a:solidFill>
                  <a:schemeClr val="accent4"/>
                </a:solidFill>
              </a:defRPr>
            </a:lvl8pPr>
            <a:lvl9pPr lvl="8">
              <a:spcBef>
                <a:spcPts val="0"/>
              </a:spcBef>
              <a:spcAft>
                <a:spcPts val="0"/>
              </a:spcAft>
              <a:buClr>
                <a:schemeClr val="accent4"/>
              </a:buClr>
              <a:buSzPts val="1400"/>
              <a:buNone/>
              <a:defRPr>
                <a:solidFill>
                  <a:schemeClr val="accent4"/>
                </a:solidFill>
              </a:defRPr>
            </a:lvl9pPr>
          </a:lstStyle>
          <a:p/>
        </p:txBody>
      </p:sp>
      <p:sp>
        <p:nvSpPr>
          <p:cNvPr id="62" name="Google Shape;62;p19"/>
          <p:cNvSpPr txBox="1"/>
          <p:nvPr>
            <p:ph type="title"/>
          </p:nvPr>
        </p:nvSpPr>
        <p:spPr>
          <a:xfrm>
            <a:off x="820450" y="977175"/>
            <a:ext cx="6523500" cy="1132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3" name="Google Shape;63;p19"/>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 Purple w/o Logo ">
  <p:cSld name="TITLE_1_1_1">
    <p:bg>
      <p:bgPr>
        <a:gradFill>
          <a:gsLst>
            <a:gs pos="0">
              <a:schemeClr val="accent3"/>
            </a:gs>
            <a:gs pos="100000">
              <a:schemeClr val="accent2"/>
            </a:gs>
          </a:gsLst>
          <a:lin ang="5400700" scaled="0"/>
        </a:gradFill>
      </p:bgPr>
    </p:bg>
    <p:spTree>
      <p:nvGrpSpPr>
        <p:cNvPr id="64" name="Shape 6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bg>
      <p:bgPr>
        <a:gradFill>
          <a:gsLst>
            <a:gs pos="0">
              <a:srgbClr val="FFFFFF"/>
            </a:gs>
            <a:gs pos="100000">
              <a:schemeClr val="accent4"/>
            </a:gs>
          </a:gsLst>
          <a:path path="circle">
            <a:fillToRect b="50%" l="50%" r="50%" t="50%"/>
          </a:path>
          <a:tileRect/>
        </a:gradFill>
      </p:bgPr>
    </p:bg>
    <p:spTree>
      <p:nvGrpSpPr>
        <p:cNvPr id="65" name="Shape 65"/>
        <p:cNvGrpSpPr/>
        <p:nvPr/>
      </p:nvGrpSpPr>
      <p:grpSpPr>
        <a:xfrm>
          <a:off x="0" y="0"/>
          <a:ext cx="0" cy="0"/>
          <a:chOff x="0" y="0"/>
          <a:chExt cx="0" cy="0"/>
        </a:xfrm>
      </p:grpSpPr>
      <p:pic>
        <p:nvPicPr>
          <p:cNvPr id="66" name="Google Shape;66;p21"/>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urple Quote slide">
  <p:cSld name="TITLE_1_3">
    <p:bg>
      <p:bgPr>
        <a:solidFill>
          <a:schemeClr val="accent4"/>
        </a:solidFill>
      </p:bgPr>
    </p:bg>
    <p:spTree>
      <p:nvGrpSpPr>
        <p:cNvPr id="67" name="Shape 67"/>
        <p:cNvGrpSpPr/>
        <p:nvPr/>
      </p:nvGrpSpPr>
      <p:grpSpPr>
        <a:xfrm>
          <a:off x="0" y="0"/>
          <a:ext cx="0" cy="0"/>
          <a:chOff x="0" y="0"/>
          <a:chExt cx="0" cy="0"/>
        </a:xfrm>
      </p:grpSpPr>
      <p:sp>
        <p:nvSpPr>
          <p:cNvPr id="68" name="Google Shape;68;p22"/>
          <p:cNvSpPr txBox="1"/>
          <p:nvPr>
            <p:ph type="title"/>
          </p:nvPr>
        </p:nvSpPr>
        <p:spPr>
          <a:xfrm>
            <a:off x="912450" y="1223575"/>
            <a:ext cx="6648000" cy="1798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pic>
        <p:nvPicPr>
          <p:cNvPr id="69" name="Google Shape;69;p22"/>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lue Quote slide">
  <p:cSld name="TITLE_1_3_3">
    <p:bg>
      <p:bgPr>
        <a:solidFill>
          <a:schemeClr val="lt2"/>
        </a:solidFill>
      </p:bgPr>
    </p:bg>
    <p:spTree>
      <p:nvGrpSpPr>
        <p:cNvPr id="70" name="Shape 70"/>
        <p:cNvGrpSpPr/>
        <p:nvPr/>
      </p:nvGrpSpPr>
      <p:grpSpPr>
        <a:xfrm>
          <a:off x="0" y="0"/>
          <a:ext cx="0" cy="0"/>
          <a:chOff x="0" y="0"/>
          <a:chExt cx="0" cy="0"/>
        </a:xfrm>
      </p:grpSpPr>
      <p:sp>
        <p:nvSpPr>
          <p:cNvPr id="71" name="Google Shape;71;p23"/>
          <p:cNvSpPr txBox="1"/>
          <p:nvPr>
            <p:ph type="title"/>
          </p:nvPr>
        </p:nvSpPr>
        <p:spPr>
          <a:xfrm>
            <a:off x="912450" y="1223575"/>
            <a:ext cx="6648000" cy="1798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pic>
        <p:nvPicPr>
          <p:cNvPr id="72" name="Google Shape;72;p23"/>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Half Slide">
  <p:cSld name="CUSTOM">
    <p:spTree>
      <p:nvGrpSpPr>
        <p:cNvPr id="73" name="Shape 73"/>
        <p:cNvGrpSpPr/>
        <p:nvPr/>
      </p:nvGrpSpPr>
      <p:grpSpPr>
        <a:xfrm>
          <a:off x="0" y="0"/>
          <a:ext cx="0" cy="0"/>
          <a:chOff x="0" y="0"/>
          <a:chExt cx="0" cy="0"/>
        </a:xfrm>
      </p:grpSpPr>
      <p:sp>
        <p:nvSpPr>
          <p:cNvPr id="74" name="Google Shape;74;p24"/>
          <p:cNvSpPr/>
          <p:nvPr/>
        </p:nvSpPr>
        <p:spPr>
          <a:xfrm>
            <a:off x="4573475" y="-34025"/>
            <a:ext cx="4671900" cy="537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5A99E6"/>
              </a:solidFill>
            </a:endParaRPr>
          </a:p>
        </p:txBody>
      </p:sp>
      <p:sp>
        <p:nvSpPr>
          <p:cNvPr id="75" name="Google Shape;75;p24"/>
          <p:cNvSpPr txBox="1"/>
          <p:nvPr/>
        </p:nvSpPr>
        <p:spPr>
          <a:xfrm>
            <a:off x="5232900" y="1527700"/>
            <a:ext cx="3195900" cy="5850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t/>
            </a:r>
            <a:endParaRPr sz="2600">
              <a:solidFill>
                <a:srgbClr val="352694"/>
              </a:solidFill>
              <a:latin typeface="Lexend Medium"/>
              <a:ea typeface="Lexend Medium"/>
              <a:cs typeface="Lexend Medium"/>
              <a:sym typeface="Lexend Medium"/>
            </a:endParaRPr>
          </a:p>
        </p:txBody>
      </p:sp>
      <p:cxnSp>
        <p:nvCxnSpPr>
          <p:cNvPr id="76" name="Google Shape;76;p24"/>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77" name="Google Shape;77;p24"/>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8" name="Google Shape;78;p24"/>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Half Slide">
  <p:cSld name="CUSTOM_1">
    <p:spTree>
      <p:nvGrpSpPr>
        <p:cNvPr id="79" name="Shape 79"/>
        <p:cNvGrpSpPr/>
        <p:nvPr/>
      </p:nvGrpSpPr>
      <p:grpSpPr>
        <a:xfrm>
          <a:off x="0" y="0"/>
          <a:ext cx="0" cy="0"/>
          <a:chOff x="0" y="0"/>
          <a:chExt cx="0" cy="0"/>
        </a:xfrm>
      </p:grpSpPr>
      <p:pic>
        <p:nvPicPr>
          <p:cNvPr id="80" name="Google Shape;80;p25"/>
          <p:cNvPicPr preferRelativeResize="0"/>
          <p:nvPr/>
        </p:nvPicPr>
        <p:blipFill>
          <a:blip r:embed="rId2">
            <a:alphaModFix/>
          </a:blip>
          <a:stretch>
            <a:fillRect/>
          </a:stretch>
        </p:blipFill>
        <p:spPr>
          <a:xfrm>
            <a:off x="7855225" y="4745000"/>
            <a:ext cx="1062224" cy="223625"/>
          </a:xfrm>
          <a:prstGeom prst="rect">
            <a:avLst/>
          </a:prstGeom>
          <a:noFill/>
          <a:ln>
            <a:noFill/>
          </a:ln>
        </p:spPr>
      </p:pic>
      <p:sp>
        <p:nvSpPr>
          <p:cNvPr id="81" name="Google Shape;81;p25"/>
          <p:cNvSpPr/>
          <p:nvPr/>
        </p:nvSpPr>
        <p:spPr>
          <a:xfrm>
            <a:off x="4573475" y="-34025"/>
            <a:ext cx="4723800" cy="5374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5A99E6"/>
              </a:solidFill>
            </a:endParaRPr>
          </a:p>
        </p:txBody>
      </p:sp>
      <p:cxnSp>
        <p:nvCxnSpPr>
          <p:cNvPr id="82" name="Google Shape;82;p25"/>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83" name="Google Shape;83;p25"/>
          <p:cNvSpPr txBox="1"/>
          <p:nvPr>
            <p:ph type="title"/>
          </p:nvPr>
        </p:nvSpPr>
        <p:spPr>
          <a:xfrm>
            <a:off x="603000" y="153050"/>
            <a:ext cx="69570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4" name="Google Shape;84;p25"/>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Half slide 2">
  <p:cSld name="CUSTOM_1_1">
    <p:spTree>
      <p:nvGrpSpPr>
        <p:cNvPr id="85" name="Shape 85"/>
        <p:cNvGrpSpPr/>
        <p:nvPr/>
      </p:nvGrpSpPr>
      <p:grpSpPr>
        <a:xfrm>
          <a:off x="0" y="0"/>
          <a:ext cx="0" cy="0"/>
          <a:chOff x="0" y="0"/>
          <a:chExt cx="0" cy="0"/>
        </a:xfrm>
      </p:grpSpPr>
      <p:sp>
        <p:nvSpPr>
          <p:cNvPr id="86" name="Google Shape;86;p26"/>
          <p:cNvSpPr/>
          <p:nvPr/>
        </p:nvSpPr>
        <p:spPr>
          <a:xfrm rot="10800000">
            <a:off x="-22475" y="-51650"/>
            <a:ext cx="3905100" cy="5352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p26"/>
          <p:cNvPicPr preferRelativeResize="0"/>
          <p:nvPr/>
        </p:nvPicPr>
        <p:blipFill rotWithShape="1">
          <a:blip r:embed="rId2">
            <a:alphaModFix/>
          </a:blip>
          <a:srcRect b="0" l="0" r="0" t="0"/>
          <a:stretch/>
        </p:blipFill>
        <p:spPr>
          <a:xfrm>
            <a:off x="7667258" y="280875"/>
            <a:ext cx="929152" cy="195600"/>
          </a:xfrm>
          <a:prstGeom prst="rect">
            <a:avLst/>
          </a:prstGeom>
          <a:noFill/>
          <a:ln>
            <a:noFill/>
          </a:ln>
        </p:spPr>
      </p:pic>
      <p:pic>
        <p:nvPicPr>
          <p:cNvPr id="88" name="Google Shape;88;p26"/>
          <p:cNvPicPr preferRelativeResize="0"/>
          <p:nvPr/>
        </p:nvPicPr>
        <p:blipFill rotWithShape="1">
          <a:blip r:embed="rId3">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Half slide 2">
  <p:cSld name="CUSTOM_1_1_1">
    <p:spTree>
      <p:nvGrpSpPr>
        <p:cNvPr id="89" name="Shape 89"/>
        <p:cNvGrpSpPr/>
        <p:nvPr/>
      </p:nvGrpSpPr>
      <p:grpSpPr>
        <a:xfrm>
          <a:off x="0" y="0"/>
          <a:ext cx="0" cy="0"/>
          <a:chOff x="0" y="0"/>
          <a:chExt cx="0" cy="0"/>
        </a:xfrm>
      </p:grpSpPr>
      <p:sp>
        <p:nvSpPr>
          <p:cNvPr id="90" name="Google Shape;90;p27"/>
          <p:cNvSpPr/>
          <p:nvPr/>
        </p:nvSpPr>
        <p:spPr>
          <a:xfrm rot="10800000">
            <a:off x="-22475" y="-62150"/>
            <a:ext cx="3905100" cy="5362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 name="Google Shape;91;p27"/>
          <p:cNvPicPr preferRelativeResize="0"/>
          <p:nvPr/>
        </p:nvPicPr>
        <p:blipFill rotWithShape="1">
          <a:blip r:embed="rId2">
            <a:alphaModFix/>
          </a:blip>
          <a:srcRect b="0" l="0" r="0" t="0"/>
          <a:stretch/>
        </p:blipFill>
        <p:spPr>
          <a:xfrm>
            <a:off x="7667258" y="280875"/>
            <a:ext cx="929152" cy="195600"/>
          </a:xfrm>
          <a:prstGeom prst="rect">
            <a:avLst/>
          </a:prstGeom>
          <a:noFill/>
          <a:ln>
            <a:noFill/>
          </a:ln>
        </p:spPr>
      </p:pic>
      <p:pic>
        <p:nvPicPr>
          <p:cNvPr id="92" name="Google Shape;92;p27"/>
          <p:cNvPicPr preferRelativeResize="0"/>
          <p:nvPr/>
        </p:nvPicPr>
        <p:blipFill rotWithShape="1">
          <a:blip r:embed="rId3">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Header">
  <p:cSld name="CUSTOM_1_1_1_1">
    <p:spTree>
      <p:nvGrpSpPr>
        <p:cNvPr id="93" name="Shape 93"/>
        <p:cNvGrpSpPr/>
        <p:nvPr/>
      </p:nvGrpSpPr>
      <p:grpSpPr>
        <a:xfrm>
          <a:off x="0" y="0"/>
          <a:ext cx="0" cy="0"/>
          <a:chOff x="0" y="0"/>
          <a:chExt cx="0" cy="0"/>
        </a:xfrm>
      </p:grpSpPr>
      <p:sp>
        <p:nvSpPr>
          <p:cNvPr id="94" name="Google Shape;94;p28"/>
          <p:cNvSpPr/>
          <p:nvPr/>
        </p:nvSpPr>
        <p:spPr>
          <a:xfrm rot="10800000">
            <a:off x="-62100" y="-62075"/>
            <a:ext cx="9420300" cy="2384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5" name="Google Shape;95;p28"/>
          <p:cNvCxnSpPr/>
          <p:nvPr/>
        </p:nvCxnSpPr>
        <p:spPr>
          <a:xfrm>
            <a:off x="713250" y="655875"/>
            <a:ext cx="376800" cy="0"/>
          </a:xfrm>
          <a:prstGeom prst="straightConnector1">
            <a:avLst/>
          </a:prstGeom>
          <a:noFill/>
          <a:ln cap="flat" cmpd="sng" w="38100">
            <a:solidFill>
              <a:schemeClr val="lt2"/>
            </a:solidFill>
            <a:prstDash val="solid"/>
            <a:round/>
            <a:headEnd len="med" w="med" type="none"/>
            <a:tailEnd len="med" w="med" type="none"/>
          </a:ln>
        </p:spPr>
      </p:cxnSp>
      <p:sp>
        <p:nvSpPr>
          <p:cNvPr id="96" name="Google Shape;96;p28"/>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7" name="Google Shape;97;p28"/>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Header 2">
  <p:cSld name="CUSTOM_1_1_1_1_2">
    <p:spTree>
      <p:nvGrpSpPr>
        <p:cNvPr id="98" name="Shape 98"/>
        <p:cNvGrpSpPr/>
        <p:nvPr/>
      </p:nvGrpSpPr>
      <p:grpSpPr>
        <a:xfrm>
          <a:off x="0" y="0"/>
          <a:ext cx="0" cy="0"/>
          <a:chOff x="0" y="0"/>
          <a:chExt cx="0" cy="0"/>
        </a:xfrm>
      </p:grpSpPr>
      <p:sp>
        <p:nvSpPr>
          <p:cNvPr id="99" name="Google Shape;99;p29"/>
          <p:cNvSpPr/>
          <p:nvPr/>
        </p:nvSpPr>
        <p:spPr>
          <a:xfrm rot="10800000">
            <a:off x="-93300" y="-41400"/>
            <a:ext cx="9451500" cy="160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0" name="Google Shape;100;p29"/>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Header 1">
  <p:cSld name="CUSTOM_1_1_1_1_1">
    <p:spTree>
      <p:nvGrpSpPr>
        <p:cNvPr id="101" name="Shape 101"/>
        <p:cNvGrpSpPr/>
        <p:nvPr/>
      </p:nvGrpSpPr>
      <p:grpSpPr>
        <a:xfrm>
          <a:off x="0" y="0"/>
          <a:ext cx="0" cy="0"/>
          <a:chOff x="0" y="0"/>
          <a:chExt cx="0" cy="0"/>
        </a:xfrm>
      </p:grpSpPr>
      <p:sp>
        <p:nvSpPr>
          <p:cNvPr id="102" name="Google Shape;102;p30"/>
          <p:cNvSpPr/>
          <p:nvPr/>
        </p:nvSpPr>
        <p:spPr>
          <a:xfrm rot="10800000">
            <a:off x="-41400" y="-41375"/>
            <a:ext cx="9399600" cy="2363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 name="Google Shape;103;p30"/>
          <p:cNvCxnSpPr/>
          <p:nvPr/>
        </p:nvCxnSpPr>
        <p:spPr>
          <a:xfrm>
            <a:off x="713250" y="655875"/>
            <a:ext cx="376800" cy="0"/>
          </a:xfrm>
          <a:prstGeom prst="straightConnector1">
            <a:avLst/>
          </a:prstGeom>
          <a:noFill/>
          <a:ln cap="flat" cmpd="sng" w="38100">
            <a:solidFill>
              <a:schemeClr val="accent4"/>
            </a:solidFill>
            <a:prstDash val="solid"/>
            <a:round/>
            <a:headEnd len="med" w="med" type="none"/>
            <a:tailEnd len="med" w="med" type="none"/>
          </a:ln>
        </p:spPr>
      </p:cxnSp>
      <p:sp>
        <p:nvSpPr>
          <p:cNvPr id="104" name="Google Shape;104;p30"/>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05" name="Google Shape;105;p30"/>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Header 2">
  <p:cSld name="CUSTOM_1_1_1_1_1_1">
    <p:spTree>
      <p:nvGrpSpPr>
        <p:cNvPr id="106" name="Shape 106"/>
        <p:cNvGrpSpPr/>
        <p:nvPr/>
      </p:nvGrpSpPr>
      <p:grpSpPr>
        <a:xfrm>
          <a:off x="0" y="0"/>
          <a:ext cx="0" cy="0"/>
          <a:chOff x="0" y="0"/>
          <a:chExt cx="0" cy="0"/>
        </a:xfrm>
      </p:grpSpPr>
      <p:sp>
        <p:nvSpPr>
          <p:cNvPr id="107" name="Google Shape;107;p31"/>
          <p:cNvSpPr/>
          <p:nvPr/>
        </p:nvSpPr>
        <p:spPr>
          <a:xfrm rot="10800000">
            <a:off x="-51900" y="-51875"/>
            <a:ext cx="9410100" cy="1617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8" name="Google Shape;108;p31"/>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Half Slide + Grey">
  <p:cSld name="CUSTOM_4">
    <p:spTree>
      <p:nvGrpSpPr>
        <p:cNvPr id="109" name="Shape 109"/>
        <p:cNvGrpSpPr/>
        <p:nvPr/>
      </p:nvGrpSpPr>
      <p:grpSpPr>
        <a:xfrm>
          <a:off x="0" y="0"/>
          <a:ext cx="0" cy="0"/>
          <a:chOff x="0" y="0"/>
          <a:chExt cx="0" cy="0"/>
        </a:xfrm>
      </p:grpSpPr>
      <p:sp>
        <p:nvSpPr>
          <p:cNvPr id="110" name="Google Shape;110;p32"/>
          <p:cNvSpPr/>
          <p:nvPr/>
        </p:nvSpPr>
        <p:spPr>
          <a:xfrm>
            <a:off x="-68175" y="974700"/>
            <a:ext cx="9292500" cy="4168800"/>
          </a:xfrm>
          <a:prstGeom prst="rect">
            <a:avLst/>
          </a:prstGeom>
          <a:solidFill>
            <a:srgbClr val="F6F7F9"/>
          </a:solidFill>
          <a:ln cap="flat" cmpd="sng" w="9525">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32"/>
          <p:cNvSpPr/>
          <p:nvPr/>
        </p:nvSpPr>
        <p:spPr>
          <a:xfrm>
            <a:off x="5566500" y="974700"/>
            <a:ext cx="3657900" cy="4273500"/>
          </a:xfrm>
          <a:prstGeom prst="rect">
            <a:avLst/>
          </a:prstGeom>
          <a:solidFill>
            <a:srgbClr val="5A99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 name="Google Shape;112;p32"/>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113" name="Google Shape;113;p32"/>
          <p:cNvSpPr txBox="1"/>
          <p:nvPr>
            <p:ph type="title"/>
          </p:nvPr>
        </p:nvSpPr>
        <p:spPr>
          <a:xfrm>
            <a:off x="595138"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4" name="Google Shape;114;p32"/>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rple Half Slide + Grey 1">
  <p:cSld name="CUSTOM_4_1">
    <p:spTree>
      <p:nvGrpSpPr>
        <p:cNvPr id="115" name="Shape 115"/>
        <p:cNvGrpSpPr/>
        <p:nvPr/>
      </p:nvGrpSpPr>
      <p:grpSpPr>
        <a:xfrm>
          <a:off x="0" y="0"/>
          <a:ext cx="0" cy="0"/>
          <a:chOff x="0" y="0"/>
          <a:chExt cx="0" cy="0"/>
        </a:xfrm>
      </p:grpSpPr>
      <p:sp>
        <p:nvSpPr>
          <p:cNvPr id="116" name="Google Shape;116;p33"/>
          <p:cNvSpPr/>
          <p:nvPr/>
        </p:nvSpPr>
        <p:spPr>
          <a:xfrm>
            <a:off x="-58150" y="974700"/>
            <a:ext cx="9282600" cy="4168800"/>
          </a:xfrm>
          <a:prstGeom prst="rect">
            <a:avLst/>
          </a:prstGeom>
          <a:solidFill>
            <a:srgbClr val="F6F7F9"/>
          </a:solidFill>
          <a:ln cap="flat" cmpd="sng" w="9525">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33"/>
          <p:cNvSpPr/>
          <p:nvPr/>
        </p:nvSpPr>
        <p:spPr>
          <a:xfrm>
            <a:off x="5566600" y="974700"/>
            <a:ext cx="3657900" cy="42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8" name="Google Shape;118;p33"/>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119" name="Google Shape;119;p33"/>
          <p:cNvSpPr txBox="1"/>
          <p:nvPr>
            <p:ph type="title"/>
          </p:nvPr>
        </p:nvSpPr>
        <p:spPr>
          <a:xfrm>
            <a:off x="585275" y="153050"/>
            <a:ext cx="69906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0" name="Google Shape;120;p33"/>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1">
  <p:cSld name="TITLE_AND_BODY_2_2_2">
    <p:bg>
      <p:bgPr>
        <a:solidFill>
          <a:schemeClr val="lt1"/>
        </a:solidFill>
      </p:bgPr>
    </p:bg>
    <p:spTree>
      <p:nvGrpSpPr>
        <p:cNvPr id="121" name="Shape 121"/>
        <p:cNvGrpSpPr/>
        <p:nvPr/>
      </p:nvGrpSpPr>
      <p:grpSpPr>
        <a:xfrm>
          <a:off x="0" y="0"/>
          <a:ext cx="0" cy="0"/>
          <a:chOff x="0" y="0"/>
          <a:chExt cx="0" cy="0"/>
        </a:xfrm>
      </p:grpSpPr>
      <p:sp>
        <p:nvSpPr>
          <p:cNvPr id="122" name="Google Shape;122;p34"/>
          <p:cNvSpPr/>
          <p:nvPr/>
        </p:nvSpPr>
        <p:spPr>
          <a:xfrm>
            <a:off x="-273050" y="-114300"/>
            <a:ext cx="9588300" cy="2106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34"/>
          <p:cNvSpPr/>
          <p:nvPr/>
        </p:nvSpPr>
        <p:spPr>
          <a:xfrm>
            <a:off x="775775" y="1255825"/>
            <a:ext cx="1196700" cy="119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4"/>
          <p:cNvSpPr/>
          <p:nvPr/>
        </p:nvSpPr>
        <p:spPr>
          <a:xfrm>
            <a:off x="2327725" y="1255825"/>
            <a:ext cx="1196700" cy="119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4"/>
          <p:cNvSpPr/>
          <p:nvPr/>
        </p:nvSpPr>
        <p:spPr>
          <a:xfrm>
            <a:off x="3879675" y="1255825"/>
            <a:ext cx="1196700" cy="119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4"/>
          <p:cNvSpPr/>
          <p:nvPr/>
        </p:nvSpPr>
        <p:spPr>
          <a:xfrm>
            <a:off x="5431625" y="1255825"/>
            <a:ext cx="1196700" cy="119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4"/>
          <p:cNvSpPr/>
          <p:nvPr/>
        </p:nvSpPr>
        <p:spPr>
          <a:xfrm>
            <a:off x="6983575" y="1255825"/>
            <a:ext cx="1196700" cy="119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 name="Google Shape;128;p34"/>
          <p:cNvCxnSpPr/>
          <p:nvPr/>
        </p:nvCxnSpPr>
        <p:spPr>
          <a:xfrm>
            <a:off x="713250" y="655875"/>
            <a:ext cx="376800" cy="0"/>
          </a:xfrm>
          <a:prstGeom prst="straightConnector1">
            <a:avLst/>
          </a:prstGeom>
          <a:noFill/>
          <a:ln cap="flat" cmpd="sng" w="38100">
            <a:solidFill>
              <a:schemeClr val="lt2"/>
            </a:solidFill>
            <a:prstDash val="solid"/>
            <a:round/>
            <a:headEnd len="med" w="med" type="none"/>
            <a:tailEnd len="med" w="med" type="none"/>
          </a:ln>
        </p:spPr>
      </p:cxnSp>
      <p:sp>
        <p:nvSpPr>
          <p:cNvPr id="129" name="Google Shape;129;p34"/>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30" name="Google Shape;130;p34"/>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Intro Slide">
  <p:cSld name="TITLE_AND_BODY_2_2_1">
    <p:bg>
      <p:bgPr>
        <a:solidFill>
          <a:schemeClr val="lt1"/>
        </a:solidFill>
      </p:bgPr>
    </p:bg>
    <p:spTree>
      <p:nvGrpSpPr>
        <p:cNvPr id="131" name="Shape 131"/>
        <p:cNvGrpSpPr/>
        <p:nvPr/>
      </p:nvGrpSpPr>
      <p:grpSpPr>
        <a:xfrm>
          <a:off x="0" y="0"/>
          <a:ext cx="0" cy="0"/>
          <a:chOff x="0" y="0"/>
          <a:chExt cx="0" cy="0"/>
        </a:xfrm>
      </p:grpSpPr>
      <p:sp>
        <p:nvSpPr>
          <p:cNvPr id="132" name="Google Shape;132;p35"/>
          <p:cNvSpPr txBox="1"/>
          <p:nvPr>
            <p:ph type="title"/>
          </p:nvPr>
        </p:nvSpPr>
        <p:spPr>
          <a:xfrm>
            <a:off x="603000" y="153050"/>
            <a:ext cx="6957300" cy="476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000"/>
              <a:buFont typeface="Lexend Medium"/>
              <a:buNone/>
              <a:defRPr sz="20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33" name="Google Shape;133;p35"/>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134" name="Google Shape;134;p35"/>
          <p:cNvSpPr/>
          <p:nvPr/>
        </p:nvSpPr>
        <p:spPr>
          <a:xfrm>
            <a:off x="3126400" y="991875"/>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5"/>
          <p:cNvSpPr/>
          <p:nvPr/>
        </p:nvSpPr>
        <p:spPr>
          <a:xfrm>
            <a:off x="3126394" y="2308096"/>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5"/>
          <p:cNvSpPr/>
          <p:nvPr/>
        </p:nvSpPr>
        <p:spPr>
          <a:xfrm>
            <a:off x="3126394" y="3624317"/>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5"/>
          <p:cNvSpPr/>
          <p:nvPr/>
        </p:nvSpPr>
        <p:spPr>
          <a:xfrm>
            <a:off x="4599800" y="1006775"/>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5"/>
          <p:cNvSpPr/>
          <p:nvPr/>
        </p:nvSpPr>
        <p:spPr>
          <a:xfrm>
            <a:off x="4599794" y="2322996"/>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5"/>
          <p:cNvSpPr/>
          <p:nvPr/>
        </p:nvSpPr>
        <p:spPr>
          <a:xfrm>
            <a:off x="4599794" y="3639217"/>
            <a:ext cx="1096800" cy="10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 name="Google Shape;140;p35"/>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1" name="Shape 14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 6">
  <p:cSld name="BLANK_1">
    <p:spTree>
      <p:nvGrpSpPr>
        <p:cNvPr id="142" name="Shape 142"/>
        <p:cNvGrpSpPr/>
        <p:nvPr/>
      </p:nvGrpSpPr>
      <p:grpSpPr>
        <a:xfrm>
          <a:off x="0" y="0"/>
          <a:ext cx="0" cy="0"/>
          <a:chOff x="0" y="0"/>
          <a:chExt cx="0" cy="0"/>
        </a:xfrm>
      </p:grpSpPr>
      <p:sp>
        <p:nvSpPr>
          <p:cNvPr id="143" name="Google Shape;143;p37"/>
          <p:cNvSpPr txBox="1"/>
          <p:nvPr/>
        </p:nvSpPr>
        <p:spPr>
          <a:xfrm>
            <a:off x="797275" y="2070275"/>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44" name="Google Shape;144;p37"/>
          <p:cNvSpPr txBox="1"/>
          <p:nvPr/>
        </p:nvSpPr>
        <p:spPr>
          <a:xfrm>
            <a:off x="692100" y="207425"/>
            <a:ext cx="455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300"/>
              <a:buFont typeface="Arial"/>
              <a:buNone/>
            </a:pPr>
            <a:r>
              <a:t/>
            </a:r>
            <a:endParaRPr b="1" sz="2400">
              <a:solidFill>
                <a:schemeClr val="accent5"/>
              </a:solidFill>
              <a:latin typeface="Lexend"/>
              <a:ea typeface="Lexend"/>
              <a:cs typeface="Lexend"/>
              <a:sym typeface="Lexend"/>
            </a:endParaRPr>
          </a:p>
        </p:txBody>
      </p:sp>
      <p:cxnSp>
        <p:nvCxnSpPr>
          <p:cNvPr id="145" name="Google Shape;145;p37"/>
          <p:cNvCxnSpPr/>
          <p:nvPr/>
        </p:nvCxnSpPr>
        <p:spPr>
          <a:xfrm>
            <a:off x="797276" y="788925"/>
            <a:ext cx="333300" cy="0"/>
          </a:xfrm>
          <a:prstGeom prst="straightConnector1">
            <a:avLst/>
          </a:prstGeom>
          <a:noFill/>
          <a:ln cap="flat" cmpd="sng" w="38100">
            <a:solidFill>
              <a:srgbClr val="5A99E6"/>
            </a:solidFill>
            <a:prstDash val="solid"/>
            <a:round/>
            <a:headEnd len="med" w="med" type="none"/>
            <a:tailEnd len="med" w="med" type="none"/>
          </a:ln>
        </p:spPr>
      </p:cxnSp>
      <p:sp>
        <p:nvSpPr>
          <p:cNvPr id="146" name="Google Shape;146;p37"/>
          <p:cNvSpPr txBox="1"/>
          <p:nvPr>
            <p:ph type="title"/>
          </p:nvPr>
        </p:nvSpPr>
        <p:spPr>
          <a:xfrm>
            <a:off x="692100" y="139475"/>
            <a:ext cx="6141600" cy="554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5"/>
              </a:buClr>
              <a:buSzPts val="2800"/>
              <a:buFont typeface="Lexend Medium"/>
              <a:buNone/>
              <a:defRPr sz="2800">
                <a:solidFill>
                  <a:schemeClr val="accent5"/>
                </a:solidFill>
                <a:latin typeface="Lexend Medium"/>
                <a:ea typeface="Lexend Medium"/>
                <a:cs typeface="Lexend Medium"/>
                <a:sym typeface="Lexend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7"/>
          <p:cNvSpPr txBox="1"/>
          <p:nvPr>
            <p:ph idx="1" type="body"/>
          </p:nvPr>
        </p:nvSpPr>
        <p:spPr>
          <a:xfrm>
            <a:off x="721075" y="19586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48" name="Google Shape;148;p37"/>
          <p:cNvSpPr txBox="1"/>
          <p:nvPr>
            <p:ph idx="2" type="body"/>
          </p:nvPr>
        </p:nvSpPr>
        <p:spPr>
          <a:xfrm>
            <a:off x="3384875" y="19586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49" name="Google Shape;149;p37"/>
          <p:cNvSpPr txBox="1"/>
          <p:nvPr>
            <p:ph idx="3" type="body"/>
          </p:nvPr>
        </p:nvSpPr>
        <p:spPr>
          <a:xfrm>
            <a:off x="6019800" y="1958625"/>
            <a:ext cx="23268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50" name="Google Shape;150;p37"/>
          <p:cNvSpPr txBox="1"/>
          <p:nvPr>
            <p:ph idx="4" type="body"/>
          </p:nvPr>
        </p:nvSpPr>
        <p:spPr>
          <a:xfrm>
            <a:off x="721075" y="345567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51" name="Google Shape;151;p37"/>
          <p:cNvSpPr txBox="1"/>
          <p:nvPr>
            <p:ph idx="5" type="body"/>
          </p:nvPr>
        </p:nvSpPr>
        <p:spPr>
          <a:xfrm>
            <a:off x="3384875" y="345567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52" name="Google Shape;152;p37"/>
          <p:cNvSpPr txBox="1"/>
          <p:nvPr>
            <p:ph idx="6" type="body"/>
          </p:nvPr>
        </p:nvSpPr>
        <p:spPr>
          <a:xfrm>
            <a:off x="6019800" y="3455675"/>
            <a:ext cx="23268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pic>
        <p:nvPicPr>
          <p:cNvPr id="153" name="Google Shape;153;p37"/>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 Blue - 6">
  <p:cSld name="BLANK_1_2">
    <p:bg>
      <p:bgPr>
        <a:solidFill>
          <a:schemeClr val="accent1"/>
        </a:solidFill>
      </p:bgPr>
    </p:bg>
    <p:spTree>
      <p:nvGrpSpPr>
        <p:cNvPr id="154" name="Shape 154"/>
        <p:cNvGrpSpPr/>
        <p:nvPr/>
      </p:nvGrpSpPr>
      <p:grpSpPr>
        <a:xfrm>
          <a:off x="0" y="0"/>
          <a:ext cx="0" cy="0"/>
          <a:chOff x="0" y="0"/>
          <a:chExt cx="0" cy="0"/>
        </a:xfrm>
      </p:grpSpPr>
      <p:sp>
        <p:nvSpPr>
          <p:cNvPr id="155" name="Google Shape;155;p38"/>
          <p:cNvSpPr txBox="1"/>
          <p:nvPr/>
        </p:nvSpPr>
        <p:spPr>
          <a:xfrm>
            <a:off x="797275" y="2070275"/>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lt1"/>
              </a:solidFill>
              <a:latin typeface="Open Sans Medium"/>
              <a:ea typeface="Open Sans Medium"/>
              <a:cs typeface="Open Sans Medium"/>
              <a:sym typeface="Open Sans Medium"/>
            </a:endParaRPr>
          </a:p>
        </p:txBody>
      </p:sp>
      <p:sp>
        <p:nvSpPr>
          <p:cNvPr id="156" name="Google Shape;156;p38"/>
          <p:cNvSpPr txBox="1"/>
          <p:nvPr/>
        </p:nvSpPr>
        <p:spPr>
          <a:xfrm>
            <a:off x="692100" y="207425"/>
            <a:ext cx="455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300"/>
              <a:buFont typeface="Arial"/>
              <a:buNone/>
            </a:pPr>
            <a:r>
              <a:t/>
            </a:r>
            <a:endParaRPr b="1" sz="2400">
              <a:solidFill>
                <a:schemeClr val="accent5"/>
              </a:solidFill>
              <a:latin typeface="Lexend"/>
              <a:ea typeface="Lexend"/>
              <a:cs typeface="Lexend"/>
              <a:sym typeface="Lexend"/>
            </a:endParaRPr>
          </a:p>
        </p:txBody>
      </p:sp>
      <p:cxnSp>
        <p:nvCxnSpPr>
          <p:cNvPr id="157" name="Google Shape;157;p38"/>
          <p:cNvCxnSpPr/>
          <p:nvPr/>
        </p:nvCxnSpPr>
        <p:spPr>
          <a:xfrm>
            <a:off x="797276" y="788925"/>
            <a:ext cx="333300" cy="0"/>
          </a:xfrm>
          <a:prstGeom prst="straightConnector1">
            <a:avLst/>
          </a:prstGeom>
          <a:noFill/>
          <a:ln cap="flat" cmpd="sng" w="38100">
            <a:solidFill>
              <a:schemeClr val="lt2"/>
            </a:solidFill>
            <a:prstDash val="solid"/>
            <a:round/>
            <a:headEnd len="med" w="med" type="none"/>
            <a:tailEnd len="med" w="med" type="none"/>
          </a:ln>
        </p:spPr>
      </p:cxnSp>
      <p:sp>
        <p:nvSpPr>
          <p:cNvPr id="158" name="Google Shape;158;p38"/>
          <p:cNvSpPr txBox="1"/>
          <p:nvPr>
            <p:ph type="title"/>
          </p:nvPr>
        </p:nvSpPr>
        <p:spPr>
          <a:xfrm>
            <a:off x="692100" y="139475"/>
            <a:ext cx="6141600" cy="5541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159" name="Google Shape;159;p38"/>
          <p:cNvSpPr txBox="1"/>
          <p:nvPr>
            <p:ph idx="1" type="body"/>
          </p:nvPr>
        </p:nvSpPr>
        <p:spPr>
          <a:xfrm>
            <a:off x="721075" y="19586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60" name="Google Shape;160;p38"/>
          <p:cNvSpPr txBox="1"/>
          <p:nvPr>
            <p:ph idx="2" type="body"/>
          </p:nvPr>
        </p:nvSpPr>
        <p:spPr>
          <a:xfrm>
            <a:off x="3384875" y="195862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61" name="Google Shape;161;p38"/>
          <p:cNvSpPr txBox="1"/>
          <p:nvPr>
            <p:ph idx="3" type="body"/>
          </p:nvPr>
        </p:nvSpPr>
        <p:spPr>
          <a:xfrm>
            <a:off x="6019800" y="1958625"/>
            <a:ext cx="2326800" cy="4326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62" name="Google Shape;162;p38"/>
          <p:cNvSpPr txBox="1"/>
          <p:nvPr>
            <p:ph idx="4" type="body"/>
          </p:nvPr>
        </p:nvSpPr>
        <p:spPr>
          <a:xfrm>
            <a:off x="721075" y="345567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63" name="Google Shape;163;p38"/>
          <p:cNvSpPr txBox="1"/>
          <p:nvPr>
            <p:ph idx="5" type="body"/>
          </p:nvPr>
        </p:nvSpPr>
        <p:spPr>
          <a:xfrm>
            <a:off x="3384875" y="3455675"/>
            <a:ext cx="24192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64" name="Google Shape;164;p38"/>
          <p:cNvSpPr txBox="1"/>
          <p:nvPr>
            <p:ph idx="6" type="body"/>
          </p:nvPr>
        </p:nvSpPr>
        <p:spPr>
          <a:xfrm>
            <a:off x="6019800" y="3455675"/>
            <a:ext cx="23268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pic>
        <p:nvPicPr>
          <p:cNvPr id="165" name="Google Shape;165;p38"/>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 8">
  <p:cSld name="BLANK_1_1">
    <p:spTree>
      <p:nvGrpSpPr>
        <p:cNvPr id="166" name="Shape 166"/>
        <p:cNvGrpSpPr/>
        <p:nvPr/>
      </p:nvGrpSpPr>
      <p:grpSpPr>
        <a:xfrm>
          <a:off x="0" y="0"/>
          <a:ext cx="0" cy="0"/>
          <a:chOff x="0" y="0"/>
          <a:chExt cx="0" cy="0"/>
        </a:xfrm>
      </p:grpSpPr>
      <p:sp>
        <p:nvSpPr>
          <p:cNvPr id="167" name="Google Shape;167;p39"/>
          <p:cNvSpPr txBox="1"/>
          <p:nvPr>
            <p:ph idx="1" type="body"/>
          </p:nvPr>
        </p:nvSpPr>
        <p:spPr>
          <a:xfrm>
            <a:off x="721075" y="2034825"/>
            <a:ext cx="1553100" cy="6105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68" name="Google Shape;168;p39"/>
          <p:cNvSpPr txBox="1"/>
          <p:nvPr>
            <p:ph idx="2" type="body"/>
          </p:nvPr>
        </p:nvSpPr>
        <p:spPr>
          <a:xfrm>
            <a:off x="2546675"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69" name="Google Shape;169;p39"/>
          <p:cNvSpPr txBox="1"/>
          <p:nvPr>
            <p:ph idx="3" type="body"/>
          </p:nvPr>
        </p:nvSpPr>
        <p:spPr>
          <a:xfrm>
            <a:off x="4426950"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70" name="Google Shape;170;p39"/>
          <p:cNvSpPr txBox="1"/>
          <p:nvPr>
            <p:ph idx="4" type="body"/>
          </p:nvPr>
        </p:nvSpPr>
        <p:spPr>
          <a:xfrm>
            <a:off x="6307225"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71" name="Google Shape;171;p39"/>
          <p:cNvSpPr txBox="1"/>
          <p:nvPr/>
        </p:nvSpPr>
        <p:spPr>
          <a:xfrm>
            <a:off x="692100" y="207425"/>
            <a:ext cx="455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300"/>
              <a:buFont typeface="Arial"/>
              <a:buNone/>
            </a:pPr>
            <a:r>
              <a:t/>
            </a:r>
            <a:endParaRPr b="1" sz="2400">
              <a:solidFill>
                <a:schemeClr val="accent5"/>
              </a:solidFill>
              <a:latin typeface="Lexend"/>
              <a:ea typeface="Lexend"/>
              <a:cs typeface="Lexend"/>
              <a:sym typeface="Lexend"/>
            </a:endParaRPr>
          </a:p>
        </p:txBody>
      </p:sp>
      <p:cxnSp>
        <p:nvCxnSpPr>
          <p:cNvPr id="172" name="Google Shape;172;p39"/>
          <p:cNvCxnSpPr/>
          <p:nvPr/>
        </p:nvCxnSpPr>
        <p:spPr>
          <a:xfrm>
            <a:off x="797276" y="788925"/>
            <a:ext cx="333300" cy="0"/>
          </a:xfrm>
          <a:prstGeom prst="straightConnector1">
            <a:avLst/>
          </a:prstGeom>
          <a:noFill/>
          <a:ln cap="flat" cmpd="sng" w="38100">
            <a:solidFill>
              <a:srgbClr val="5A99E6"/>
            </a:solidFill>
            <a:prstDash val="solid"/>
            <a:round/>
            <a:headEnd len="med" w="med" type="none"/>
            <a:tailEnd len="med" w="med" type="none"/>
          </a:ln>
        </p:spPr>
      </p:cxnSp>
      <p:sp>
        <p:nvSpPr>
          <p:cNvPr id="173" name="Google Shape;173;p39"/>
          <p:cNvSpPr txBox="1"/>
          <p:nvPr/>
        </p:nvSpPr>
        <p:spPr>
          <a:xfrm>
            <a:off x="797275" y="2070275"/>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74" name="Google Shape;174;p39"/>
          <p:cNvSpPr txBox="1"/>
          <p:nvPr/>
        </p:nvSpPr>
        <p:spPr>
          <a:xfrm>
            <a:off x="4572000" y="2070275"/>
            <a:ext cx="18723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000">
              <a:solidFill>
                <a:schemeClr val="dk1"/>
              </a:solidFill>
              <a:latin typeface="Open Sans Medium"/>
              <a:ea typeface="Open Sans Medium"/>
              <a:cs typeface="Open Sans Medium"/>
              <a:sym typeface="Open Sans Medium"/>
            </a:endParaRPr>
          </a:p>
        </p:txBody>
      </p:sp>
      <p:sp>
        <p:nvSpPr>
          <p:cNvPr id="175" name="Google Shape;175;p39"/>
          <p:cNvSpPr txBox="1"/>
          <p:nvPr/>
        </p:nvSpPr>
        <p:spPr>
          <a:xfrm>
            <a:off x="2694250" y="2074325"/>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76" name="Google Shape;176;p39"/>
          <p:cNvSpPr txBox="1"/>
          <p:nvPr/>
        </p:nvSpPr>
        <p:spPr>
          <a:xfrm>
            <a:off x="6431700" y="2070275"/>
            <a:ext cx="18375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77" name="Google Shape;177;p39"/>
          <p:cNvSpPr txBox="1"/>
          <p:nvPr/>
        </p:nvSpPr>
        <p:spPr>
          <a:xfrm>
            <a:off x="797275" y="3582700"/>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78" name="Google Shape;178;p39"/>
          <p:cNvSpPr txBox="1"/>
          <p:nvPr/>
        </p:nvSpPr>
        <p:spPr>
          <a:xfrm>
            <a:off x="4572000" y="3582700"/>
            <a:ext cx="18723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1000">
              <a:solidFill>
                <a:schemeClr val="dk1"/>
              </a:solidFill>
              <a:latin typeface="Open Sans Medium"/>
              <a:ea typeface="Open Sans Medium"/>
              <a:cs typeface="Open Sans Medium"/>
              <a:sym typeface="Open Sans Medium"/>
            </a:endParaRPr>
          </a:p>
        </p:txBody>
      </p:sp>
      <p:sp>
        <p:nvSpPr>
          <p:cNvPr id="179" name="Google Shape;179;p39"/>
          <p:cNvSpPr txBox="1"/>
          <p:nvPr/>
        </p:nvSpPr>
        <p:spPr>
          <a:xfrm>
            <a:off x="2694250" y="3586750"/>
            <a:ext cx="17280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80" name="Google Shape;180;p39"/>
          <p:cNvSpPr txBox="1"/>
          <p:nvPr/>
        </p:nvSpPr>
        <p:spPr>
          <a:xfrm>
            <a:off x="6431700" y="3582700"/>
            <a:ext cx="18375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4600"/>
              <a:buNone/>
            </a:pPr>
            <a:r>
              <a:t/>
            </a:r>
            <a:endParaRPr sz="1000">
              <a:solidFill>
                <a:schemeClr val="dk1"/>
              </a:solidFill>
              <a:latin typeface="Open Sans Medium"/>
              <a:ea typeface="Open Sans Medium"/>
              <a:cs typeface="Open Sans Medium"/>
              <a:sym typeface="Open Sans Medium"/>
            </a:endParaRPr>
          </a:p>
        </p:txBody>
      </p:sp>
      <p:sp>
        <p:nvSpPr>
          <p:cNvPr id="181" name="Google Shape;181;p39"/>
          <p:cNvSpPr txBox="1"/>
          <p:nvPr>
            <p:ph type="title"/>
          </p:nvPr>
        </p:nvSpPr>
        <p:spPr>
          <a:xfrm>
            <a:off x="692100" y="139475"/>
            <a:ext cx="6141600" cy="5541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5"/>
              </a:buClr>
              <a:buSzPts val="2800"/>
              <a:buFont typeface="Lexend Medium"/>
              <a:buNone/>
              <a:defRPr sz="2800">
                <a:solidFill>
                  <a:schemeClr val="accent5"/>
                </a:solidFill>
                <a:latin typeface="Lexend Medium"/>
                <a:ea typeface="Lexend Medium"/>
                <a:cs typeface="Lexend Medium"/>
                <a:sym typeface="Lexend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39"/>
          <p:cNvSpPr txBox="1"/>
          <p:nvPr>
            <p:ph idx="5" type="body"/>
          </p:nvPr>
        </p:nvSpPr>
        <p:spPr>
          <a:xfrm>
            <a:off x="721075" y="3541025"/>
            <a:ext cx="15531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83" name="Google Shape;183;p39"/>
          <p:cNvSpPr txBox="1"/>
          <p:nvPr>
            <p:ph idx="6" type="body"/>
          </p:nvPr>
        </p:nvSpPr>
        <p:spPr>
          <a:xfrm>
            <a:off x="2546675"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84" name="Google Shape;184;p39"/>
          <p:cNvSpPr txBox="1"/>
          <p:nvPr>
            <p:ph idx="7" type="body"/>
          </p:nvPr>
        </p:nvSpPr>
        <p:spPr>
          <a:xfrm>
            <a:off x="6383425"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sp>
        <p:nvSpPr>
          <p:cNvPr id="185" name="Google Shape;185;p39"/>
          <p:cNvSpPr txBox="1"/>
          <p:nvPr>
            <p:ph idx="8" type="body"/>
          </p:nvPr>
        </p:nvSpPr>
        <p:spPr>
          <a:xfrm>
            <a:off x="4466750"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1pPr>
            <a:lvl2pPr indent="-292100" lvl="1" marL="914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2pPr>
            <a:lvl3pPr indent="-292100" lvl="2" marL="1371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3pPr>
            <a:lvl4pPr indent="-292100" lvl="3" marL="1828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4pPr>
            <a:lvl5pPr indent="-292100" lvl="4" marL="22860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indent="-292100" lvl="5" marL="27432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indent="-292100" lvl="6" marL="32004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indent="-292100" lvl="7" marL="36576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indent="-292100" lvl="8" marL="4114800" rtl="0">
              <a:spcBef>
                <a:spcPts val="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p:txBody>
      </p:sp>
      <p:pic>
        <p:nvPicPr>
          <p:cNvPr id="186" name="Google Shape;186;p39"/>
          <p:cNvPicPr preferRelativeResize="0"/>
          <p:nvPr/>
        </p:nvPicPr>
        <p:blipFill rotWithShape="1">
          <a:blip r:embed="rId2">
            <a:alphaModFix/>
          </a:blip>
          <a:srcRect b="13793" l="0" r="39431" t="0"/>
          <a:stretch/>
        </p:blipFill>
        <p:spPr>
          <a:xfrm>
            <a:off x="8031174" y="280875"/>
            <a:ext cx="562723" cy="16862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 Blue - 8">
  <p:cSld name="BLANK_1_1_1">
    <p:bg>
      <p:bgPr>
        <a:solidFill>
          <a:schemeClr val="accent1"/>
        </a:solidFill>
      </p:bgPr>
    </p:bg>
    <p:spTree>
      <p:nvGrpSpPr>
        <p:cNvPr id="187" name="Shape 187"/>
        <p:cNvGrpSpPr/>
        <p:nvPr/>
      </p:nvGrpSpPr>
      <p:grpSpPr>
        <a:xfrm>
          <a:off x="0" y="0"/>
          <a:ext cx="0" cy="0"/>
          <a:chOff x="0" y="0"/>
          <a:chExt cx="0" cy="0"/>
        </a:xfrm>
      </p:grpSpPr>
      <p:sp>
        <p:nvSpPr>
          <p:cNvPr id="188" name="Google Shape;188;p40"/>
          <p:cNvSpPr txBox="1"/>
          <p:nvPr/>
        </p:nvSpPr>
        <p:spPr>
          <a:xfrm>
            <a:off x="692100" y="207425"/>
            <a:ext cx="4553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300"/>
              <a:buFont typeface="Arial"/>
              <a:buNone/>
            </a:pPr>
            <a:r>
              <a:t/>
            </a:r>
            <a:endParaRPr b="1" sz="2400">
              <a:solidFill>
                <a:schemeClr val="lt1"/>
              </a:solidFill>
              <a:latin typeface="Lexend"/>
              <a:ea typeface="Lexend"/>
              <a:cs typeface="Lexend"/>
              <a:sym typeface="Lexend"/>
            </a:endParaRPr>
          </a:p>
        </p:txBody>
      </p:sp>
      <p:cxnSp>
        <p:nvCxnSpPr>
          <p:cNvPr id="189" name="Google Shape;189;p40"/>
          <p:cNvCxnSpPr/>
          <p:nvPr/>
        </p:nvCxnSpPr>
        <p:spPr>
          <a:xfrm>
            <a:off x="797276" y="788925"/>
            <a:ext cx="333300" cy="0"/>
          </a:xfrm>
          <a:prstGeom prst="straightConnector1">
            <a:avLst/>
          </a:prstGeom>
          <a:noFill/>
          <a:ln cap="flat" cmpd="sng" w="38100">
            <a:solidFill>
              <a:schemeClr val="lt2"/>
            </a:solidFill>
            <a:prstDash val="solid"/>
            <a:round/>
            <a:headEnd len="med" w="med" type="none"/>
            <a:tailEnd len="med" w="med" type="none"/>
          </a:ln>
        </p:spPr>
      </p:cxnSp>
      <p:sp>
        <p:nvSpPr>
          <p:cNvPr id="190" name="Google Shape;190;p40"/>
          <p:cNvSpPr txBox="1"/>
          <p:nvPr/>
        </p:nvSpPr>
        <p:spPr>
          <a:xfrm>
            <a:off x="797278" y="1516750"/>
            <a:ext cx="1230900" cy="492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3200">
                <a:solidFill>
                  <a:schemeClr val="lt1"/>
                </a:solidFill>
                <a:latin typeface="Lexend"/>
                <a:ea typeface="Lexend"/>
                <a:cs typeface="Lexend"/>
                <a:sym typeface="Lexend"/>
              </a:rPr>
              <a:t>01</a:t>
            </a:r>
            <a:endParaRPr b="1" sz="3200">
              <a:solidFill>
                <a:schemeClr val="lt1"/>
              </a:solidFill>
              <a:latin typeface="Lexend"/>
              <a:ea typeface="Lexend"/>
              <a:cs typeface="Lexend"/>
              <a:sym typeface="Lexend"/>
            </a:endParaRPr>
          </a:p>
        </p:txBody>
      </p:sp>
      <p:sp>
        <p:nvSpPr>
          <p:cNvPr id="191" name="Google Shape;191;p40"/>
          <p:cNvSpPr txBox="1"/>
          <p:nvPr>
            <p:ph type="title"/>
          </p:nvPr>
        </p:nvSpPr>
        <p:spPr>
          <a:xfrm>
            <a:off x="692100" y="139475"/>
            <a:ext cx="6141600" cy="5541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2800"/>
              <a:buFont typeface="Lexend Medium"/>
              <a:buNone/>
              <a:defRPr sz="2800">
                <a:solidFill>
                  <a:schemeClr val="lt1"/>
                </a:solidFill>
                <a:latin typeface="Lexend Medium"/>
                <a:ea typeface="Lexend Medium"/>
                <a:cs typeface="Lexend Medium"/>
                <a:sym typeface="Lexend Medium"/>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192" name="Google Shape;192;p40"/>
          <p:cNvSpPr txBox="1"/>
          <p:nvPr>
            <p:ph idx="1" type="body"/>
          </p:nvPr>
        </p:nvSpPr>
        <p:spPr>
          <a:xfrm>
            <a:off x="721075" y="2034825"/>
            <a:ext cx="15531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3" name="Google Shape;193;p40"/>
          <p:cNvSpPr txBox="1"/>
          <p:nvPr>
            <p:ph idx="2" type="body"/>
          </p:nvPr>
        </p:nvSpPr>
        <p:spPr>
          <a:xfrm>
            <a:off x="2546675"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4" name="Google Shape;194;p40"/>
          <p:cNvSpPr txBox="1"/>
          <p:nvPr>
            <p:ph idx="3" type="body"/>
          </p:nvPr>
        </p:nvSpPr>
        <p:spPr>
          <a:xfrm>
            <a:off x="4426950"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5" name="Google Shape;195;p40"/>
          <p:cNvSpPr txBox="1"/>
          <p:nvPr>
            <p:ph idx="4" type="body"/>
          </p:nvPr>
        </p:nvSpPr>
        <p:spPr>
          <a:xfrm>
            <a:off x="6307225" y="20348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6" name="Google Shape;196;p40"/>
          <p:cNvSpPr txBox="1"/>
          <p:nvPr>
            <p:ph idx="5" type="body"/>
          </p:nvPr>
        </p:nvSpPr>
        <p:spPr>
          <a:xfrm>
            <a:off x="721075" y="3541025"/>
            <a:ext cx="15531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7" name="Google Shape;197;p40"/>
          <p:cNvSpPr txBox="1"/>
          <p:nvPr>
            <p:ph idx="6" type="body"/>
          </p:nvPr>
        </p:nvSpPr>
        <p:spPr>
          <a:xfrm>
            <a:off x="2546675"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8" name="Google Shape;198;p40"/>
          <p:cNvSpPr txBox="1"/>
          <p:nvPr>
            <p:ph idx="7" type="body"/>
          </p:nvPr>
        </p:nvSpPr>
        <p:spPr>
          <a:xfrm>
            <a:off x="6383425"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sp>
        <p:nvSpPr>
          <p:cNvPr id="199" name="Google Shape;199;p40"/>
          <p:cNvSpPr txBox="1"/>
          <p:nvPr>
            <p:ph idx="8" type="body"/>
          </p:nvPr>
        </p:nvSpPr>
        <p:spPr>
          <a:xfrm>
            <a:off x="4466750" y="3541025"/>
            <a:ext cx="1590600" cy="610500"/>
          </a:xfrm>
          <a:prstGeom prst="rect">
            <a:avLst/>
          </a:prstGeom>
          <a:noFill/>
          <a:ln>
            <a:noFill/>
          </a:ln>
        </p:spPr>
        <p:txBody>
          <a:bodyPr anchorCtr="0" anchor="t" bIns="91425" lIns="91425" spcFirstLastPara="1" rIns="91425" wrap="square" tIns="91425">
            <a:noAutofit/>
          </a:bodyPr>
          <a:lstStyle>
            <a:lvl1pPr indent="-292100" lvl="0" marL="457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1pPr>
            <a:lvl2pPr indent="-292100" lvl="1" marL="914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2pPr>
            <a:lvl3pPr indent="-292100" lvl="2" marL="1371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3pPr>
            <a:lvl4pPr indent="-292100" lvl="3" marL="1828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4pPr>
            <a:lvl5pPr indent="-292100" lvl="4" marL="22860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5pPr>
            <a:lvl6pPr indent="-292100" lvl="5" marL="27432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6pPr>
            <a:lvl7pPr indent="-292100" lvl="6" marL="32004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7pPr>
            <a:lvl8pPr indent="-292100" lvl="7" marL="36576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8pPr>
            <a:lvl9pPr indent="-292100" lvl="8" marL="4114800" rtl="0">
              <a:spcBef>
                <a:spcPts val="0"/>
              </a:spcBef>
              <a:spcAft>
                <a:spcPts val="0"/>
              </a:spcAft>
              <a:buClr>
                <a:schemeClr val="lt2"/>
              </a:buClr>
              <a:buSzPts val="1000"/>
              <a:buFont typeface="Open Sans"/>
              <a:buChar char="■"/>
              <a:defRPr sz="1000">
                <a:solidFill>
                  <a:schemeClr val="lt2"/>
                </a:solidFill>
                <a:latin typeface="Open Sans"/>
                <a:ea typeface="Open Sans"/>
                <a:cs typeface="Open Sans"/>
                <a:sym typeface="Open Sans"/>
              </a:defRPr>
            </a:lvl9pPr>
          </a:lstStyle>
          <a:p/>
        </p:txBody>
      </p:sp>
      <p:pic>
        <p:nvPicPr>
          <p:cNvPr id="200" name="Google Shape;200;p40"/>
          <p:cNvPicPr preferRelativeResize="0"/>
          <p:nvPr/>
        </p:nvPicPr>
        <p:blipFill rotWithShape="1">
          <a:blip r:embed="rId2">
            <a:alphaModFix/>
          </a:blip>
          <a:srcRect b="0" l="0" r="38023" t="0"/>
          <a:stretch/>
        </p:blipFill>
        <p:spPr>
          <a:xfrm>
            <a:off x="8027307" y="280875"/>
            <a:ext cx="575876" cy="1956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prweb.com/releases/CSO_Insights_by_Miller_Heiman_Group_Releases_2018_2019_Sales_Performance_Study_Selling_in_the_Age_of_Ceaseless_Change_/prweb16059396.htm" TargetMode="External"/><Relationship Id="rId4" Type="http://schemas.openxmlformats.org/officeDocument/2006/relationships/hyperlink" Target="https://www.highspot.com/resource/fifth-annual-sales-enablement-study/" TargetMode="External"/><Relationship Id="rId5" Type="http://schemas.openxmlformats.org/officeDocument/2006/relationships/hyperlink" Target="https://www.prweb.com/releases/CSO_Insights_by_Miller_Heiman_Group_Releases_2018_2019_Sales_Performance_Study_Selling_in_the_Age_of_Ceaseless_Change_/prweb16059396.ht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25.png"/><Relationship Id="rId8" Type="http://schemas.openxmlformats.org/officeDocument/2006/relationships/image" Target="../media/image26.png"/><Relationship Id="rId11" Type="http://schemas.openxmlformats.org/officeDocument/2006/relationships/image" Target="../media/image17.png"/><Relationship Id="rId10" Type="http://schemas.openxmlformats.org/officeDocument/2006/relationships/image" Target="../media/image9.png"/><Relationship Id="rId13" Type="http://schemas.openxmlformats.org/officeDocument/2006/relationships/image" Target="../media/image20.png"/><Relationship Id="rId12" Type="http://schemas.openxmlformats.org/officeDocument/2006/relationships/image" Target="../media/image14.png"/><Relationship Id="rId14" Type="http://schemas.openxmlformats.org/officeDocument/2006/relationships/image" Target="../media/image34.png"/></Relationships>
</file>

<file path=ppt/slides/_rels/slide15.xml.rels><?xml version="1.0" encoding="UTF-8" standalone="yes"?><Relationships xmlns="http://schemas.openxmlformats.org/package/2006/relationships"><Relationship Id="rId20" Type="http://schemas.openxmlformats.org/officeDocument/2006/relationships/image" Target="../media/image16.png"/><Relationship Id="rId22" Type="http://schemas.openxmlformats.org/officeDocument/2006/relationships/image" Target="../media/image14.png"/><Relationship Id="rId21" Type="http://schemas.openxmlformats.org/officeDocument/2006/relationships/image" Target="../media/image21.png"/><Relationship Id="rId23"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30.png"/><Relationship Id="rId8" Type="http://schemas.openxmlformats.org/officeDocument/2006/relationships/image" Target="../media/image25.png"/><Relationship Id="rId11" Type="http://schemas.openxmlformats.org/officeDocument/2006/relationships/image" Target="../media/image22.png"/><Relationship Id="rId10" Type="http://schemas.openxmlformats.org/officeDocument/2006/relationships/image" Target="../media/image24.png"/><Relationship Id="rId13" Type="http://schemas.openxmlformats.org/officeDocument/2006/relationships/image" Target="../media/image33.png"/><Relationship Id="rId12" Type="http://schemas.openxmlformats.org/officeDocument/2006/relationships/image" Target="../media/image13.png"/><Relationship Id="rId15" Type="http://schemas.openxmlformats.org/officeDocument/2006/relationships/image" Target="../media/image20.png"/><Relationship Id="rId14" Type="http://schemas.openxmlformats.org/officeDocument/2006/relationships/image" Target="../media/image17.png"/><Relationship Id="rId17" Type="http://schemas.openxmlformats.org/officeDocument/2006/relationships/image" Target="../media/image26.png"/><Relationship Id="rId16" Type="http://schemas.openxmlformats.org/officeDocument/2006/relationships/image" Target="../media/image27.png"/><Relationship Id="rId19" Type="http://schemas.openxmlformats.org/officeDocument/2006/relationships/image" Target="../media/image9.png"/><Relationship Id="rId18"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0" Type="http://schemas.openxmlformats.org/officeDocument/2006/relationships/image" Target="../media/image16.png"/><Relationship Id="rId22" Type="http://schemas.openxmlformats.org/officeDocument/2006/relationships/image" Target="../media/image14.png"/><Relationship Id="rId21" Type="http://schemas.openxmlformats.org/officeDocument/2006/relationships/image" Target="../media/image21.png"/><Relationship Id="rId23"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10.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30.png"/><Relationship Id="rId8" Type="http://schemas.openxmlformats.org/officeDocument/2006/relationships/image" Target="../media/image25.png"/><Relationship Id="rId11" Type="http://schemas.openxmlformats.org/officeDocument/2006/relationships/image" Target="../media/image22.png"/><Relationship Id="rId10" Type="http://schemas.openxmlformats.org/officeDocument/2006/relationships/image" Target="../media/image24.png"/><Relationship Id="rId13" Type="http://schemas.openxmlformats.org/officeDocument/2006/relationships/image" Target="../media/image33.png"/><Relationship Id="rId12" Type="http://schemas.openxmlformats.org/officeDocument/2006/relationships/image" Target="../media/image13.png"/><Relationship Id="rId15" Type="http://schemas.openxmlformats.org/officeDocument/2006/relationships/image" Target="../media/image20.png"/><Relationship Id="rId14" Type="http://schemas.openxmlformats.org/officeDocument/2006/relationships/image" Target="../media/image17.png"/><Relationship Id="rId17" Type="http://schemas.openxmlformats.org/officeDocument/2006/relationships/image" Target="../media/image26.png"/><Relationship Id="rId16" Type="http://schemas.openxmlformats.org/officeDocument/2006/relationships/image" Target="../media/image27.png"/><Relationship Id="rId19" Type="http://schemas.openxmlformats.org/officeDocument/2006/relationships/image" Target="../media/image9.png"/><Relationship Id="rId18"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cxnSp>
        <p:nvCxnSpPr>
          <p:cNvPr id="205" name="Google Shape;205;p41"/>
          <p:cNvCxnSpPr/>
          <p:nvPr/>
        </p:nvCxnSpPr>
        <p:spPr>
          <a:xfrm>
            <a:off x="797276" y="788925"/>
            <a:ext cx="333300" cy="0"/>
          </a:xfrm>
          <a:prstGeom prst="straightConnector1">
            <a:avLst/>
          </a:prstGeom>
          <a:noFill/>
          <a:ln cap="flat" cmpd="sng" w="38100">
            <a:solidFill>
              <a:srgbClr val="5A99E6"/>
            </a:solidFill>
            <a:prstDash val="solid"/>
            <a:round/>
            <a:headEnd len="med" w="med" type="none"/>
            <a:tailEnd len="med" w="med" type="none"/>
          </a:ln>
        </p:spPr>
      </p:cxnSp>
      <p:sp>
        <p:nvSpPr>
          <p:cNvPr id="206" name="Google Shape;206;p41"/>
          <p:cNvSpPr txBox="1"/>
          <p:nvPr/>
        </p:nvSpPr>
        <p:spPr>
          <a:xfrm>
            <a:off x="3433152" y="1364350"/>
            <a:ext cx="12810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02</a:t>
            </a:r>
            <a:endParaRPr b="1" sz="4000">
              <a:solidFill>
                <a:schemeClr val="accent1"/>
              </a:solidFill>
              <a:latin typeface="Lexend"/>
              <a:ea typeface="Lexend"/>
              <a:cs typeface="Lexend"/>
              <a:sym typeface="Lexend"/>
            </a:endParaRPr>
          </a:p>
        </p:txBody>
      </p:sp>
      <p:sp>
        <p:nvSpPr>
          <p:cNvPr id="207" name="Google Shape;207;p41"/>
          <p:cNvSpPr txBox="1"/>
          <p:nvPr/>
        </p:nvSpPr>
        <p:spPr>
          <a:xfrm>
            <a:off x="6096000" y="1364350"/>
            <a:ext cx="15531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03</a:t>
            </a:r>
            <a:endParaRPr b="1" sz="4000">
              <a:solidFill>
                <a:schemeClr val="accent1"/>
              </a:solidFill>
              <a:latin typeface="Lexend"/>
              <a:ea typeface="Lexend"/>
              <a:cs typeface="Lexend"/>
              <a:sym typeface="Lexend"/>
            </a:endParaRPr>
          </a:p>
        </p:txBody>
      </p:sp>
      <p:sp>
        <p:nvSpPr>
          <p:cNvPr id="208" name="Google Shape;208;p41"/>
          <p:cNvSpPr txBox="1"/>
          <p:nvPr/>
        </p:nvSpPr>
        <p:spPr>
          <a:xfrm>
            <a:off x="797266" y="1364350"/>
            <a:ext cx="49470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01</a:t>
            </a:r>
            <a:endParaRPr b="1" sz="4000">
              <a:solidFill>
                <a:schemeClr val="accent1"/>
              </a:solidFill>
              <a:latin typeface="Lexend"/>
              <a:ea typeface="Lexend"/>
              <a:cs typeface="Lexend"/>
              <a:sym typeface="Lexend"/>
            </a:endParaRPr>
          </a:p>
        </p:txBody>
      </p:sp>
      <p:sp>
        <p:nvSpPr>
          <p:cNvPr id="209" name="Google Shape;209;p41"/>
          <p:cNvSpPr txBox="1"/>
          <p:nvPr/>
        </p:nvSpPr>
        <p:spPr>
          <a:xfrm>
            <a:off x="3433152" y="2876775"/>
            <a:ext cx="12810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05</a:t>
            </a:r>
            <a:endParaRPr b="1" sz="4000">
              <a:solidFill>
                <a:schemeClr val="accent1"/>
              </a:solidFill>
              <a:latin typeface="Lexend"/>
              <a:ea typeface="Lexend"/>
              <a:cs typeface="Lexend"/>
              <a:sym typeface="Lexend"/>
            </a:endParaRPr>
          </a:p>
        </p:txBody>
      </p:sp>
      <p:sp>
        <p:nvSpPr>
          <p:cNvPr id="210" name="Google Shape;210;p41"/>
          <p:cNvSpPr txBox="1"/>
          <p:nvPr/>
        </p:nvSpPr>
        <p:spPr>
          <a:xfrm>
            <a:off x="6096000" y="2876775"/>
            <a:ext cx="15531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06</a:t>
            </a:r>
            <a:endParaRPr b="1" sz="4000">
              <a:solidFill>
                <a:schemeClr val="accent1"/>
              </a:solidFill>
              <a:latin typeface="Lexend"/>
              <a:ea typeface="Lexend"/>
              <a:cs typeface="Lexend"/>
              <a:sym typeface="Lexend"/>
            </a:endParaRPr>
          </a:p>
        </p:txBody>
      </p:sp>
      <p:sp>
        <p:nvSpPr>
          <p:cNvPr id="211" name="Google Shape;211;p41"/>
          <p:cNvSpPr txBox="1"/>
          <p:nvPr/>
        </p:nvSpPr>
        <p:spPr>
          <a:xfrm>
            <a:off x="797278" y="2876775"/>
            <a:ext cx="1230900" cy="615600"/>
          </a:xfrm>
          <a:prstGeom prst="rect">
            <a:avLst/>
          </a:prstGeom>
          <a:noFill/>
          <a:ln>
            <a:noFill/>
          </a:ln>
        </p:spPr>
        <p:txBody>
          <a:bodyPr anchorCtr="0" anchor="t" bIns="0" lIns="0" spcFirstLastPara="1" rIns="0" wrap="square" tIns="0">
            <a:spAutoFit/>
          </a:bodyPr>
          <a:lstStyle/>
          <a:p>
            <a:pPr indent="0" lvl="0" marL="0" marR="0" rtl="0" algn="l">
              <a:lnSpc>
                <a:spcPct val="137977"/>
              </a:lnSpc>
              <a:spcBef>
                <a:spcPts val="0"/>
              </a:spcBef>
              <a:spcAft>
                <a:spcPts val="0"/>
              </a:spcAft>
              <a:buNone/>
            </a:pPr>
            <a:r>
              <a:rPr b="1" lang="en" sz="4000">
                <a:solidFill>
                  <a:schemeClr val="accent1"/>
                </a:solidFill>
                <a:latin typeface="Lexend"/>
                <a:ea typeface="Lexend"/>
                <a:cs typeface="Lexend"/>
                <a:sym typeface="Lexend"/>
              </a:rPr>
              <a:t>04</a:t>
            </a:r>
            <a:endParaRPr b="1" sz="4000">
              <a:solidFill>
                <a:schemeClr val="accent1"/>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2"/>
          <p:cNvSpPr txBox="1"/>
          <p:nvPr/>
        </p:nvSpPr>
        <p:spPr>
          <a:xfrm>
            <a:off x="680000" y="141550"/>
            <a:ext cx="4336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300"/>
              <a:buFont typeface="Arial"/>
              <a:buNone/>
            </a:pPr>
            <a:r>
              <a:rPr lang="en" sz="2800">
                <a:solidFill>
                  <a:schemeClr val="accent5"/>
                </a:solidFill>
                <a:latin typeface="Lexend Medium"/>
                <a:ea typeface="Lexend Medium"/>
                <a:cs typeface="Lexend Medium"/>
                <a:sym typeface="Lexend Medium"/>
              </a:rPr>
              <a:t>Agenda</a:t>
            </a:r>
            <a:endParaRPr sz="2800">
              <a:solidFill>
                <a:schemeClr val="accent5"/>
              </a:solidFill>
              <a:latin typeface="Lexend Medium"/>
              <a:ea typeface="Lexend Medium"/>
              <a:cs typeface="Lexend Medium"/>
              <a:sym typeface="Lexend Medium"/>
            </a:endParaRPr>
          </a:p>
        </p:txBody>
      </p:sp>
      <p:sp>
        <p:nvSpPr>
          <p:cNvPr id="217" name="Google Shape;217;p42"/>
          <p:cNvSpPr txBox="1"/>
          <p:nvPr/>
        </p:nvSpPr>
        <p:spPr>
          <a:xfrm>
            <a:off x="832400" y="1093900"/>
            <a:ext cx="5371500" cy="3586500"/>
          </a:xfrm>
          <a:prstGeom prst="rect">
            <a:avLst/>
          </a:prstGeom>
          <a:noFill/>
          <a:ln>
            <a:noFill/>
          </a:ln>
        </p:spPr>
        <p:txBody>
          <a:bodyPr anchorCtr="0" anchor="t" bIns="91425" lIns="91425" spcFirstLastPara="1" rIns="91425" wrap="square" tIns="91425">
            <a:spAutoFit/>
          </a:bodyPr>
          <a:lstStyle/>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Intro</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2</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a:p>
            <a:pPr indent="-311150" lvl="0" marL="457200" rtl="0" algn="l">
              <a:lnSpc>
                <a:spcPct val="200000"/>
              </a:lnSpc>
              <a:spcBef>
                <a:spcPts val="0"/>
              </a:spcBef>
              <a:spcAft>
                <a:spcPts val="0"/>
              </a:spcAft>
              <a:buClr>
                <a:srgbClr val="5A99E6"/>
              </a:buClr>
              <a:buSzPts val="1300"/>
              <a:buFont typeface="Lexend"/>
              <a:buAutoNum type="arabicPeriod"/>
            </a:pPr>
            <a:r>
              <a:rPr lang="en" sz="1300">
                <a:solidFill>
                  <a:srgbClr val="423C4C"/>
                </a:solidFill>
                <a:latin typeface="Lexend"/>
                <a:ea typeface="Lexend"/>
                <a:cs typeface="Lexend"/>
                <a:sym typeface="Lexend"/>
              </a:rPr>
              <a:t>Title 1</a:t>
            </a:r>
            <a:endParaRPr sz="1300">
              <a:solidFill>
                <a:srgbClr val="423C4C"/>
              </a:solidFill>
              <a:latin typeface="Lexend"/>
              <a:ea typeface="Lexend"/>
              <a:cs typeface="Lexend"/>
              <a:sym typeface="Lexend"/>
            </a:endParaRPr>
          </a:p>
        </p:txBody>
      </p:sp>
      <p:cxnSp>
        <p:nvCxnSpPr>
          <p:cNvPr id="218" name="Google Shape;218;p42"/>
          <p:cNvCxnSpPr/>
          <p:nvPr/>
        </p:nvCxnSpPr>
        <p:spPr>
          <a:xfrm>
            <a:off x="780175" y="788925"/>
            <a:ext cx="317400" cy="0"/>
          </a:xfrm>
          <a:prstGeom prst="straightConnector1">
            <a:avLst/>
          </a:prstGeom>
          <a:noFill/>
          <a:ln cap="flat" cmpd="sng" w="38100">
            <a:solidFill>
              <a:srgbClr val="5A99E6"/>
            </a:solidFill>
            <a:prstDash val="solid"/>
            <a:round/>
            <a:headEnd len="med" w="med" type="none"/>
            <a:tailEnd len="med" w="med" type="none"/>
          </a:ln>
        </p:spPr>
      </p:cxnSp>
      <p:cxnSp>
        <p:nvCxnSpPr>
          <p:cNvPr id="219" name="Google Shape;219;p42"/>
          <p:cNvCxnSpPr/>
          <p:nvPr/>
        </p:nvCxnSpPr>
        <p:spPr>
          <a:xfrm>
            <a:off x="1002700" y="3071375"/>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0" name="Google Shape;220;p42"/>
          <p:cNvCxnSpPr/>
          <p:nvPr/>
        </p:nvCxnSpPr>
        <p:spPr>
          <a:xfrm>
            <a:off x="1002700" y="3474600"/>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1" name="Google Shape;221;p42"/>
          <p:cNvCxnSpPr/>
          <p:nvPr/>
        </p:nvCxnSpPr>
        <p:spPr>
          <a:xfrm>
            <a:off x="1002700" y="3877825"/>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2" name="Google Shape;222;p42"/>
          <p:cNvCxnSpPr/>
          <p:nvPr/>
        </p:nvCxnSpPr>
        <p:spPr>
          <a:xfrm>
            <a:off x="1002700" y="4272825"/>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3" name="Google Shape;223;p42"/>
          <p:cNvCxnSpPr/>
          <p:nvPr/>
        </p:nvCxnSpPr>
        <p:spPr>
          <a:xfrm>
            <a:off x="1002700" y="1483050"/>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4" name="Google Shape;224;p42"/>
          <p:cNvCxnSpPr/>
          <p:nvPr/>
        </p:nvCxnSpPr>
        <p:spPr>
          <a:xfrm>
            <a:off x="1002700" y="1886275"/>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5" name="Google Shape;225;p42"/>
          <p:cNvCxnSpPr/>
          <p:nvPr/>
        </p:nvCxnSpPr>
        <p:spPr>
          <a:xfrm>
            <a:off x="1002700" y="2289500"/>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6" name="Google Shape;226;p42"/>
          <p:cNvCxnSpPr/>
          <p:nvPr/>
        </p:nvCxnSpPr>
        <p:spPr>
          <a:xfrm>
            <a:off x="1002700" y="2684500"/>
            <a:ext cx="6756600" cy="0"/>
          </a:xfrm>
          <a:prstGeom prst="straightConnector1">
            <a:avLst/>
          </a:prstGeom>
          <a:noFill/>
          <a:ln cap="flat" cmpd="sng" w="9525">
            <a:solidFill>
              <a:srgbClr val="D9D9D9"/>
            </a:solidFill>
            <a:prstDash val="solid"/>
            <a:round/>
            <a:headEnd len="med" w="med" type="none"/>
            <a:tailEnd len="med" w="med" type="none"/>
          </a:ln>
        </p:spPr>
      </p:cxnSp>
      <p:cxnSp>
        <p:nvCxnSpPr>
          <p:cNvPr id="227" name="Google Shape;227;p42"/>
          <p:cNvCxnSpPr/>
          <p:nvPr/>
        </p:nvCxnSpPr>
        <p:spPr>
          <a:xfrm>
            <a:off x="1002700" y="4680400"/>
            <a:ext cx="6756600" cy="0"/>
          </a:xfrm>
          <a:prstGeom prst="straightConnector1">
            <a:avLst/>
          </a:prstGeom>
          <a:noFill/>
          <a:ln cap="flat" cmpd="sng" w="9525">
            <a:solidFill>
              <a:srgbClr val="D9D9D9"/>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3"/>
          <p:cNvSpPr txBox="1"/>
          <p:nvPr/>
        </p:nvSpPr>
        <p:spPr>
          <a:xfrm>
            <a:off x="692450" y="238320"/>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Our mission</a:t>
            </a:r>
            <a:endParaRPr sz="2000">
              <a:solidFill>
                <a:schemeClr val="accent5"/>
              </a:solidFill>
              <a:latin typeface="Lexend Medium"/>
              <a:ea typeface="Lexend Medium"/>
              <a:cs typeface="Lexend Medium"/>
              <a:sym typeface="Lexend Medium"/>
            </a:endParaRPr>
          </a:p>
        </p:txBody>
      </p:sp>
      <p:cxnSp>
        <p:nvCxnSpPr>
          <p:cNvPr id="234" name="Google Shape;234;p43"/>
          <p:cNvCxnSpPr/>
          <p:nvPr/>
        </p:nvCxnSpPr>
        <p:spPr>
          <a:xfrm>
            <a:off x="713250" y="655875"/>
            <a:ext cx="376800" cy="0"/>
          </a:xfrm>
          <a:prstGeom prst="straightConnector1">
            <a:avLst/>
          </a:prstGeom>
          <a:noFill/>
          <a:ln cap="flat" cmpd="sng" w="38100">
            <a:solidFill>
              <a:schemeClr val="accent1"/>
            </a:solidFill>
            <a:prstDash val="solid"/>
            <a:round/>
            <a:headEnd len="med" w="med" type="none"/>
            <a:tailEnd len="med" w="med" type="none"/>
          </a:ln>
        </p:spPr>
      </p:cxnSp>
      <p:sp>
        <p:nvSpPr>
          <p:cNvPr id="235" name="Google Shape;235;p43"/>
          <p:cNvSpPr txBox="1"/>
          <p:nvPr/>
        </p:nvSpPr>
        <p:spPr>
          <a:xfrm>
            <a:off x="625300" y="1609650"/>
            <a:ext cx="3501600" cy="14775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sz="1200">
                <a:solidFill>
                  <a:srgbClr val="5B5B5B"/>
                </a:solidFill>
                <a:latin typeface="Open Sans"/>
                <a:ea typeface="Open Sans"/>
                <a:cs typeface="Open Sans"/>
                <a:sym typeface="Open Sans"/>
              </a:rPr>
              <a:t>Our mission is to deliver exceptional business outcomes for our customers by building great products and solutions on the Salesforce platform.</a:t>
            </a:r>
            <a:endParaRPr sz="1200">
              <a:solidFill>
                <a:srgbClr val="5B5B5B"/>
              </a:solidFill>
              <a:latin typeface="Open Sans"/>
              <a:ea typeface="Open Sans"/>
              <a:cs typeface="Open Sans"/>
              <a:sym typeface="Open Sans"/>
            </a:endParaRPr>
          </a:p>
        </p:txBody>
      </p:sp>
      <p:sp>
        <p:nvSpPr>
          <p:cNvPr id="236" name="Google Shape;236;p43"/>
          <p:cNvSpPr txBox="1"/>
          <p:nvPr/>
        </p:nvSpPr>
        <p:spPr>
          <a:xfrm>
            <a:off x="5232900" y="1527700"/>
            <a:ext cx="3195900" cy="15855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2600">
                <a:solidFill>
                  <a:srgbClr val="FFFFFF"/>
                </a:solidFill>
                <a:latin typeface="Lexend Medium"/>
                <a:ea typeface="Lexend Medium"/>
                <a:cs typeface="Lexend Medium"/>
                <a:sym typeface="Lexend Medium"/>
              </a:rPr>
              <a:t>When you count on Salesforce, count on </a:t>
            </a:r>
            <a:r>
              <a:rPr lang="en" sz="2600">
                <a:solidFill>
                  <a:srgbClr val="352694"/>
                </a:solidFill>
                <a:latin typeface="Lexend Medium"/>
                <a:ea typeface="Lexend Medium"/>
                <a:cs typeface="Lexend Medium"/>
                <a:sym typeface="Lexend Medium"/>
              </a:rPr>
              <a:t>Aquiva </a:t>
            </a:r>
            <a:endParaRPr sz="2600">
              <a:solidFill>
                <a:srgbClr val="352694"/>
              </a:solidFill>
              <a:latin typeface="Lexend Medium"/>
              <a:ea typeface="Lexend Medium"/>
              <a:cs typeface="Lexend Medium"/>
              <a:sym typeface="Lexend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0" name="Shape 240"/>
        <p:cNvGrpSpPr/>
        <p:nvPr/>
      </p:nvGrpSpPr>
      <p:grpSpPr>
        <a:xfrm>
          <a:off x="0" y="0"/>
          <a:ext cx="0" cy="0"/>
          <a:chOff x="0" y="0"/>
          <a:chExt cx="0" cy="0"/>
        </a:xfrm>
      </p:grpSpPr>
      <p:sp>
        <p:nvSpPr>
          <p:cNvPr id="241" name="Google Shape;241;p44"/>
          <p:cNvSpPr txBox="1"/>
          <p:nvPr>
            <p:ph idx="1" type="subTitle"/>
          </p:nvPr>
        </p:nvSpPr>
        <p:spPr>
          <a:xfrm>
            <a:off x="820450" y="3782775"/>
            <a:ext cx="5586900" cy="685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a:solidFill>
                  <a:schemeClr val="lt2"/>
                </a:solidFill>
                <a:latin typeface="Lexend"/>
                <a:ea typeface="Lexend"/>
                <a:cs typeface="Lexend"/>
                <a:sym typeface="Lexend"/>
              </a:rPr>
              <a:t>SMALLER SUBHEAD IF NEEDED. ALL CAPS.</a:t>
            </a:r>
            <a:endParaRPr>
              <a:solidFill>
                <a:schemeClr val="lt2"/>
              </a:solidFill>
              <a:latin typeface="Lexend"/>
              <a:ea typeface="Lexend"/>
              <a:cs typeface="Lexend"/>
              <a:sym typeface="Lexend"/>
            </a:endParaRPr>
          </a:p>
        </p:txBody>
      </p:sp>
      <p:sp>
        <p:nvSpPr>
          <p:cNvPr id="242" name="Google Shape;242;p44"/>
          <p:cNvSpPr txBox="1"/>
          <p:nvPr>
            <p:ph type="title"/>
          </p:nvPr>
        </p:nvSpPr>
        <p:spPr>
          <a:xfrm>
            <a:off x="820450" y="977175"/>
            <a:ext cx="6523500" cy="11328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a:t>This is a transition </a:t>
            </a:r>
            <a:endParaRPr/>
          </a:p>
          <a:p>
            <a:pPr indent="0" lvl="0" marL="0" rtl="0" algn="l">
              <a:lnSpc>
                <a:spcPct val="125000"/>
              </a:lnSpc>
              <a:spcBef>
                <a:spcPts val="0"/>
              </a:spcBef>
              <a:spcAft>
                <a:spcPts val="0"/>
              </a:spcAft>
              <a:buClr>
                <a:schemeClr val="dk1"/>
              </a:buClr>
              <a:buSzPts val="1100"/>
              <a:buFont typeface="Arial"/>
              <a:buNone/>
            </a:pPr>
            <a:r>
              <a:rPr lang="en"/>
              <a:t>or header slide. </a:t>
            </a:r>
            <a:endParaRPr/>
          </a:p>
          <a:p>
            <a:pPr indent="0" lvl="0" marL="0" rtl="0" algn="l">
              <a:lnSpc>
                <a:spcPct val="125000"/>
              </a:lnSpc>
              <a:spcBef>
                <a:spcPts val="0"/>
              </a:spcBef>
              <a:spcAft>
                <a:spcPts val="0"/>
              </a:spcAft>
              <a:buNone/>
            </a:pPr>
            <a:r>
              <a:rPr lang="en"/>
              <a:t>Keep text left aligned.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cxnSp>
        <p:nvCxnSpPr>
          <p:cNvPr id="247" name="Google Shape;247;p45"/>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grpSp>
        <p:nvGrpSpPr>
          <p:cNvPr id="248" name="Google Shape;248;p45"/>
          <p:cNvGrpSpPr/>
          <p:nvPr/>
        </p:nvGrpSpPr>
        <p:grpSpPr>
          <a:xfrm>
            <a:off x="4903646" y="3224534"/>
            <a:ext cx="528829" cy="437497"/>
            <a:chOff x="2933458" y="3174984"/>
            <a:chExt cx="585247" cy="484171"/>
          </a:xfrm>
        </p:grpSpPr>
        <p:sp>
          <p:nvSpPr>
            <p:cNvPr id="249" name="Google Shape;249;p45"/>
            <p:cNvSpPr/>
            <p:nvPr/>
          </p:nvSpPr>
          <p:spPr>
            <a:xfrm>
              <a:off x="3373236" y="3468360"/>
              <a:ext cx="90327" cy="146437"/>
            </a:xfrm>
            <a:custGeom>
              <a:rect b="b" l="l" r="r" t="t"/>
              <a:pathLst>
                <a:path extrusionOk="0" fill="none" h="4087" w="2521">
                  <a:moveTo>
                    <a:pt x="0" y="4024"/>
                  </a:moveTo>
                  <a:lnTo>
                    <a:pt x="0" y="4024"/>
                  </a:lnTo>
                  <a:lnTo>
                    <a:pt x="62" y="4042"/>
                  </a:lnTo>
                  <a:lnTo>
                    <a:pt x="239" y="4069"/>
                  </a:lnTo>
                  <a:lnTo>
                    <a:pt x="354" y="4077"/>
                  </a:lnTo>
                  <a:lnTo>
                    <a:pt x="495" y="4086"/>
                  </a:lnTo>
                  <a:lnTo>
                    <a:pt x="655" y="4077"/>
                  </a:lnTo>
                  <a:lnTo>
                    <a:pt x="823" y="4060"/>
                  </a:lnTo>
                  <a:lnTo>
                    <a:pt x="999" y="4024"/>
                  </a:lnTo>
                  <a:lnTo>
                    <a:pt x="1088" y="3998"/>
                  </a:lnTo>
                  <a:lnTo>
                    <a:pt x="1185" y="3962"/>
                  </a:lnTo>
                  <a:lnTo>
                    <a:pt x="1274" y="3927"/>
                  </a:lnTo>
                  <a:lnTo>
                    <a:pt x="1371" y="3883"/>
                  </a:lnTo>
                  <a:lnTo>
                    <a:pt x="1459" y="3830"/>
                  </a:lnTo>
                  <a:lnTo>
                    <a:pt x="1557" y="3768"/>
                  </a:lnTo>
                  <a:lnTo>
                    <a:pt x="1645" y="3706"/>
                  </a:lnTo>
                  <a:lnTo>
                    <a:pt x="1742" y="3626"/>
                  </a:lnTo>
                  <a:lnTo>
                    <a:pt x="1831" y="3547"/>
                  </a:lnTo>
                  <a:lnTo>
                    <a:pt x="1919" y="3450"/>
                  </a:lnTo>
                  <a:lnTo>
                    <a:pt x="1999" y="3343"/>
                  </a:lnTo>
                  <a:lnTo>
                    <a:pt x="2078" y="3229"/>
                  </a:lnTo>
                  <a:lnTo>
                    <a:pt x="2158" y="3105"/>
                  </a:lnTo>
                  <a:lnTo>
                    <a:pt x="2238" y="2972"/>
                  </a:lnTo>
                  <a:lnTo>
                    <a:pt x="2238" y="2972"/>
                  </a:lnTo>
                  <a:lnTo>
                    <a:pt x="2299" y="2831"/>
                  </a:lnTo>
                  <a:lnTo>
                    <a:pt x="2361" y="2698"/>
                  </a:lnTo>
                  <a:lnTo>
                    <a:pt x="2406" y="2556"/>
                  </a:lnTo>
                  <a:lnTo>
                    <a:pt x="2450" y="2424"/>
                  </a:lnTo>
                  <a:lnTo>
                    <a:pt x="2476" y="2291"/>
                  </a:lnTo>
                  <a:lnTo>
                    <a:pt x="2503" y="2159"/>
                  </a:lnTo>
                  <a:lnTo>
                    <a:pt x="2512" y="2026"/>
                  </a:lnTo>
                  <a:lnTo>
                    <a:pt x="2520" y="1902"/>
                  </a:lnTo>
                  <a:lnTo>
                    <a:pt x="2512" y="1778"/>
                  </a:lnTo>
                  <a:lnTo>
                    <a:pt x="2503" y="1663"/>
                  </a:lnTo>
                  <a:lnTo>
                    <a:pt x="2485" y="1540"/>
                  </a:lnTo>
                  <a:lnTo>
                    <a:pt x="2467" y="1425"/>
                  </a:lnTo>
                  <a:lnTo>
                    <a:pt x="2441" y="1318"/>
                  </a:lnTo>
                  <a:lnTo>
                    <a:pt x="2406" y="1203"/>
                  </a:lnTo>
                  <a:lnTo>
                    <a:pt x="2361" y="1106"/>
                  </a:lnTo>
                  <a:lnTo>
                    <a:pt x="2317" y="1000"/>
                  </a:lnTo>
                  <a:lnTo>
                    <a:pt x="2273" y="903"/>
                  </a:lnTo>
                  <a:lnTo>
                    <a:pt x="2220" y="814"/>
                  </a:lnTo>
                  <a:lnTo>
                    <a:pt x="2096" y="638"/>
                  </a:lnTo>
                  <a:lnTo>
                    <a:pt x="1972" y="478"/>
                  </a:lnTo>
                  <a:lnTo>
                    <a:pt x="1831" y="346"/>
                  </a:lnTo>
                  <a:lnTo>
                    <a:pt x="1689" y="222"/>
                  </a:lnTo>
                  <a:lnTo>
                    <a:pt x="1539" y="125"/>
                  </a:lnTo>
                  <a:lnTo>
                    <a:pt x="1389" y="54"/>
                  </a:lnTo>
                  <a:lnTo>
                    <a:pt x="1247" y="1"/>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5"/>
            <p:cNvSpPr/>
            <p:nvPr/>
          </p:nvSpPr>
          <p:spPr>
            <a:xfrm>
              <a:off x="3309207" y="3512717"/>
              <a:ext cx="20638" cy="66895"/>
            </a:xfrm>
            <a:custGeom>
              <a:rect b="b" l="l" r="r" t="t"/>
              <a:pathLst>
                <a:path extrusionOk="0" fill="none" h="1867" w="576">
                  <a:moveTo>
                    <a:pt x="381" y="1867"/>
                  </a:moveTo>
                  <a:lnTo>
                    <a:pt x="381" y="1867"/>
                  </a:lnTo>
                  <a:lnTo>
                    <a:pt x="346" y="1822"/>
                  </a:lnTo>
                  <a:lnTo>
                    <a:pt x="249" y="1708"/>
                  </a:lnTo>
                  <a:lnTo>
                    <a:pt x="196" y="1628"/>
                  </a:lnTo>
                  <a:lnTo>
                    <a:pt x="142" y="1531"/>
                  </a:lnTo>
                  <a:lnTo>
                    <a:pt x="89" y="1416"/>
                  </a:lnTo>
                  <a:lnTo>
                    <a:pt x="45" y="1292"/>
                  </a:lnTo>
                  <a:lnTo>
                    <a:pt x="19" y="1159"/>
                  </a:lnTo>
                  <a:lnTo>
                    <a:pt x="10" y="1089"/>
                  </a:lnTo>
                  <a:lnTo>
                    <a:pt x="1" y="1009"/>
                  </a:lnTo>
                  <a:lnTo>
                    <a:pt x="10" y="938"/>
                  </a:lnTo>
                  <a:lnTo>
                    <a:pt x="19" y="859"/>
                  </a:lnTo>
                  <a:lnTo>
                    <a:pt x="36" y="779"/>
                  </a:lnTo>
                  <a:lnTo>
                    <a:pt x="54" y="691"/>
                  </a:lnTo>
                  <a:lnTo>
                    <a:pt x="89" y="611"/>
                  </a:lnTo>
                  <a:lnTo>
                    <a:pt x="125" y="531"/>
                  </a:lnTo>
                  <a:lnTo>
                    <a:pt x="178" y="443"/>
                  </a:lnTo>
                  <a:lnTo>
                    <a:pt x="231" y="355"/>
                  </a:lnTo>
                  <a:lnTo>
                    <a:pt x="302" y="266"/>
                  </a:lnTo>
                  <a:lnTo>
                    <a:pt x="381" y="178"/>
                  </a:lnTo>
                  <a:lnTo>
                    <a:pt x="470" y="89"/>
                  </a:lnTo>
                  <a:lnTo>
                    <a:pt x="576" y="1"/>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5"/>
            <p:cNvSpPr/>
            <p:nvPr/>
          </p:nvSpPr>
          <p:spPr>
            <a:xfrm>
              <a:off x="3373236" y="3296662"/>
              <a:ext cx="145470" cy="160339"/>
            </a:xfrm>
            <a:custGeom>
              <a:rect b="b" l="l" r="r" t="t"/>
              <a:pathLst>
                <a:path extrusionOk="0" fill="none" h="4475" w="4060">
                  <a:moveTo>
                    <a:pt x="3299" y="4475"/>
                  </a:moveTo>
                  <a:lnTo>
                    <a:pt x="3299" y="4475"/>
                  </a:lnTo>
                  <a:lnTo>
                    <a:pt x="3361" y="4421"/>
                  </a:lnTo>
                  <a:lnTo>
                    <a:pt x="3422" y="4360"/>
                  </a:lnTo>
                  <a:lnTo>
                    <a:pt x="3493" y="4271"/>
                  </a:lnTo>
                  <a:lnTo>
                    <a:pt x="3582" y="4165"/>
                  </a:lnTo>
                  <a:lnTo>
                    <a:pt x="3679" y="4024"/>
                  </a:lnTo>
                  <a:lnTo>
                    <a:pt x="3767" y="3873"/>
                  </a:lnTo>
                  <a:lnTo>
                    <a:pt x="3856" y="3688"/>
                  </a:lnTo>
                  <a:lnTo>
                    <a:pt x="3935" y="3484"/>
                  </a:lnTo>
                  <a:lnTo>
                    <a:pt x="3971" y="3369"/>
                  </a:lnTo>
                  <a:lnTo>
                    <a:pt x="3997" y="3254"/>
                  </a:lnTo>
                  <a:lnTo>
                    <a:pt x="4024" y="3130"/>
                  </a:lnTo>
                  <a:lnTo>
                    <a:pt x="4041" y="2998"/>
                  </a:lnTo>
                  <a:lnTo>
                    <a:pt x="4050" y="2865"/>
                  </a:lnTo>
                  <a:lnTo>
                    <a:pt x="4059" y="2724"/>
                  </a:lnTo>
                  <a:lnTo>
                    <a:pt x="4050" y="2582"/>
                  </a:lnTo>
                  <a:lnTo>
                    <a:pt x="4041" y="2432"/>
                  </a:lnTo>
                  <a:lnTo>
                    <a:pt x="4024" y="2273"/>
                  </a:lnTo>
                  <a:lnTo>
                    <a:pt x="3988" y="2114"/>
                  </a:lnTo>
                  <a:lnTo>
                    <a:pt x="3953" y="1945"/>
                  </a:lnTo>
                  <a:lnTo>
                    <a:pt x="3900" y="1769"/>
                  </a:lnTo>
                  <a:lnTo>
                    <a:pt x="3838" y="1592"/>
                  </a:lnTo>
                  <a:lnTo>
                    <a:pt x="3758" y="1406"/>
                  </a:lnTo>
                  <a:lnTo>
                    <a:pt x="3758" y="1406"/>
                  </a:lnTo>
                  <a:lnTo>
                    <a:pt x="3670" y="1220"/>
                  </a:lnTo>
                  <a:lnTo>
                    <a:pt x="3582" y="1061"/>
                  </a:lnTo>
                  <a:lnTo>
                    <a:pt x="3484" y="902"/>
                  </a:lnTo>
                  <a:lnTo>
                    <a:pt x="3378" y="769"/>
                  </a:lnTo>
                  <a:lnTo>
                    <a:pt x="3272" y="646"/>
                  </a:lnTo>
                  <a:lnTo>
                    <a:pt x="3157" y="531"/>
                  </a:lnTo>
                  <a:lnTo>
                    <a:pt x="3033" y="425"/>
                  </a:lnTo>
                  <a:lnTo>
                    <a:pt x="2910" y="336"/>
                  </a:lnTo>
                  <a:lnTo>
                    <a:pt x="2786" y="257"/>
                  </a:lnTo>
                  <a:lnTo>
                    <a:pt x="2653" y="195"/>
                  </a:lnTo>
                  <a:lnTo>
                    <a:pt x="2529" y="142"/>
                  </a:lnTo>
                  <a:lnTo>
                    <a:pt x="2388" y="89"/>
                  </a:lnTo>
                  <a:lnTo>
                    <a:pt x="2255" y="53"/>
                  </a:lnTo>
                  <a:lnTo>
                    <a:pt x="2123" y="27"/>
                  </a:lnTo>
                  <a:lnTo>
                    <a:pt x="1981" y="9"/>
                  </a:lnTo>
                  <a:lnTo>
                    <a:pt x="1848" y="0"/>
                  </a:lnTo>
                  <a:lnTo>
                    <a:pt x="1707" y="0"/>
                  </a:lnTo>
                  <a:lnTo>
                    <a:pt x="1574" y="9"/>
                  </a:lnTo>
                  <a:lnTo>
                    <a:pt x="1433" y="27"/>
                  </a:lnTo>
                  <a:lnTo>
                    <a:pt x="1300" y="44"/>
                  </a:lnTo>
                  <a:lnTo>
                    <a:pt x="1168" y="71"/>
                  </a:lnTo>
                  <a:lnTo>
                    <a:pt x="1044" y="106"/>
                  </a:lnTo>
                  <a:lnTo>
                    <a:pt x="920" y="142"/>
                  </a:lnTo>
                  <a:lnTo>
                    <a:pt x="796" y="195"/>
                  </a:lnTo>
                  <a:lnTo>
                    <a:pt x="672" y="239"/>
                  </a:lnTo>
                  <a:lnTo>
                    <a:pt x="557" y="301"/>
                  </a:lnTo>
                  <a:lnTo>
                    <a:pt x="451" y="354"/>
                  </a:lnTo>
                  <a:lnTo>
                    <a:pt x="345" y="416"/>
                  </a:lnTo>
                  <a:lnTo>
                    <a:pt x="248" y="486"/>
                  </a:lnTo>
                  <a:lnTo>
                    <a:pt x="159" y="557"/>
                  </a:lnTo>
                  <a:lnTo>
                    <a:pt x="71" y="628"/>
                  </a:lnTo>
                  <a:lnTo>
                    <a:pt x="0" y="699"/>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5"/>
            <p:cNvSpPr/>
            <p:nvPr/>
          </p:nvSpPr>
          <p:spPr>
            <a:xfrm>
              <a:off x="3299103" y="3203182"/>
              <a:ext cx="136261" cy="93516"/>
            </a:xfrm>
            <a:custGeom>
              <a:rect b="b" l="l" r="r" t="t"/>
              <a:pathLst>
                <a:path extrusionOk="0" fill="none" h="2610" w="3803">
                  <a:moveTo>
                    <a:pt x="3749" y="2609"/>
                  </a:moveTo>
                  <a:lnTo>
                    <a:pt x="3749" y="2609"/>
                  </a:lnTo>
                  <a:lnTo>
                    <a:pt x="3767" y="2547"/>
                  </a:lnTo>
                  <a:lnTo>
                    <a:pt x="3794" y="2388"/>
                  </a:lnTo>
                  <a:lnTo>
                    <a:pt x="3802" y="2273"/>
                  </a:lnTo>
                  <a:lnTo>
                    <a:pt x="3802" y="2140"/>
                  </a:lnTo>
                  <a:lnTo>
                    <a:pt x="3802" y="1990"/>
                  </a:lnTo>
                  <a:lnTo>
                    <a:pt x="3785" y="1831"/>
                  </a:lnTo>
                  <a:lnTo>
                    <a:pt x="3758" y="1663"/>
                  </a:lnTo>
                  <a:lnTo>
                    <a:pt x="3714" y="1477"/>
                  </a:lnTo>
                  <a:lnTo>
                    <a:pt x="3643" y="1300"/>
                  </a:lnTo>
                  <a:lnTo>
                    <a:pt x="3608" y="1203"/>
                  </a:lnTo>
                  <a:lnTo>
                    <a:pt x="3564" y="1115"/>
                  </a:lnTo>
                  <a:lnTo>
                    <a:pt x="3511" y="1017"/>
                  </a:lnTo>
                  <a:lnTo>
                    <a:pt x="3449" y="929"/>
                  </a:lnTo>
                  <a:lnTo>
                    <a:pt x="3378" y="832"/>
                  </a:lnTo>
                  <a:lnTo>
                    <a:pt x="3307" y="743"/>
                  </a:lnTo>
                  <a:lnTo>
                    <a:pt x="3228" y="655"/>
                  </a:lnTo>
                  <a:lnTo>
                    <a:pt x="3139" y="566"/>
                  </a:lnTo>
                  <a:lnTo>
                    <a:pt x="3042" y="478"/>
                  </a:lnTo>
                  <a:lnTo>
                    <a:pt x="2936" y="398"/>
                  </a:lnTo>
                  <a:lnTo>
                    <a:pt x="2936" y="398"/>
                  </a:lnTo>
                  <a:lnTo>
                    <a:pt x="2821" y="319"/>
                  </a:lnTo>
                  <a:lnTo>
                    <a:pt x="2715" y="248"/>
                  </a:lnTo>
                  <a:lnTo>
                    <a:pt x="2600" y="186"/>
                  </a:lnTo>
                  <a:lnTo>
                    <a:pt x="2485" y="142"/>
                  </a:lnTo>
                  <a:lnTo>
                    <a:pt x="2379" y="98"/>
                  </a:lnTo>
                  <a:lnTo>
                    <a:pt x="2264" y="62"/>
                  </a:lnTo>
                  <a:lnTo>
                    <a:pt x="2149" y="36"/>
                  </a:lnTo>
                  <a:lnTo>
                    <a:pt x="2043" y="18"/>
                  </a:lnTo>
                  <a:lnTo>
                    <a:pt x="1928" y="0"/>
                  </a:lnTo>
                  <a:lnTo>
                    <a:pt x="1822" y="0"/>
                  </a:lnTo>
                  <a:lnTo>
                    <a:pt x="1716" y="0"/>
                  </a:lnTo>
                  <a:lnTo>
                    <a:pt x="1609" y="0"/>
                  </a:lnTo>
                  <a:lnTo>
                    <a:pt x="1503" y="18"/>
                  </a:lnTo>
                  <a:lnTo>
                    <a:pt x="1397" y="36"/>
                  </a:lnTo>
                  <a:lnTo>
                    <a:pt x="1300" y="54"/>
                  </a:lnTo>
                  <a:lnTo>
                    <a:pt x="1194" y="89"/>
                  </a:lnTo>
                  <a:lnTo>
                    <a:pt x="999" y="160"/>
                  </a:lnTo>
                  <a:lnTo>
                    <a:pt x="822" y="248"/>
                  </a:lnTo>
                  <a:lnTo>
                    <a:pt x="646" y="345"/>
                  </a:lnTo>
                  <a:lnTo>
                    <a:pt x="486" y="460"/>
                  </a:lnTo>
                  <a:lnTo>
                    <a:pt x="336" y="584"/>
                  </a:lnTo>
                  <a:lnTo>
                    <a:pt x="212" y="708"/>
                  </a:lnTo>
                  <a:lnTo>
                    <a:pt x="97" y="841"/>
                  </a:lnTo>
                  <a:lnTo>
                    <a:pt x="0" y="982"/>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5"/>
            <p:cNvSpPr/>
            <p:nvPr/>
          </p:nvSpPr>
          <p:spPr>
            <a:xfrm>
              <a:off x="3252811" y="3174984"/>
              <a:ext cx="122359" cy="482594"/>
            </a:xfrm>
            <a:custGeom>
              <a:rect b="b" l="l" r="r" t="t"/>
              <a:pathLst>
                <a:path extrusionOk="0" fill="none" h="13469" w="3415">
                  <a:moveTo>
                    <a:pt x="2150" y="1009"/>
                  </a:moveTo>
                  <a:lnTo>
                    <a:pt x="2150" y="1009"/>
                  </a:lnTo>
                  <a:lnTo>
                    <a:pt x="2150" y="973"/>
                  </a:lnTo>
                  <a:lnTo>
                    <a:pt x="2141" y="876"/>
                  </a:lnTo>
                  <a:lnTo>
                    <a:pt x="2106" y="734"/>
                  </a:lnTo>
                  <a:lnTo>
                    <a:pt x="2079" y="655"/>
                  </a:lnTo>
                  <a:lnTo>
                    <a:pt x="2044" y="575"/>
                  </a:lnTo>
                  <a:lnTo>
                    <a:pt x="1999" y="487"/>
                  </a:lnTo>
                  <a:lnTo>
                    <a:pt x="1938" y="398"/>
                  </a:lnTo>
                  <a:lnTo>
                    <a:pt x="1876" y="319"/>
                  </a:lnTo>
                  <a:lnTo>
                    <a:pt x="1787" y="239"/>
                  </a:lnTo>
                  <a:lnTo>
                    <a:pt x="1690" y="168"/>
                  </a:lnTo>
                  <a:lnTo>
                    <a:pt x="1575" y="107"/>
                  </a:lnTo>
                  <a:lnTo>
                    <a:pt x="1442" y="53"/>
                  </a:lnTo>
                  <a:lnTo>
                    <a:pt x="1292" y="18"/>
                  </a:lnTo>
                  <a:lnTo>
                    <a:pt x="1292" y="18"/>
                  </a:lnTo>
                  <a:lnTo>
                    <a:pt x="1133" y="0"/>
                  </a:lnTo>
                  <a:lnTo>
                    <a:pt x="991" y="0"/>
                  </a:lnTo>
                  <a:lnTo>
                    <a:pt x="859" y="18"/>
                  </a:lnTo>
                  <a:lnTo>
                    <a:pt x="726" y="53"/>
                  </a:lnTo>
                  <a:lnTo>
                    <a:pt x="611" y="107"/>
                  </a:lnTo>
                  <a:lnTo>
                    <a:pt x="505" y="177"/>
                  </a:lnTo>
                  <a:lnTo>
                    <a:pt x="408" y="266"/>
                  </a:lnTo>
                  <a:lnTo>
                    <a:pt x="328" y="372"/>
                  </a:lnTo>
                  <a:lnTo>
                    <a:pt x="249" y="496"/>
                  </a:lnTo>
                  <a:lnTo>
                    <a:pt x="178" y="628"/>
                  </a:lnTo>
                  <a:lnTo>
                    <a:pt x="125" y="779"/>
                  </a:lnTo>
                  <a:lnTo>
                    <a:pt x="81" y="947"/>
                  </a:lnTo>
                  <a:lnTo>
                    <a:pt x="45" y="1132"/>
                  </a:lnTo>
                  <a:lnTo>
                    <a:pt x="19" y="1327"/>
                  </a:lnTo>
                  <a:lnTo>
                    <a:pt x="1" y="1539"/>
                  </a:lnTo>
                  <a:lnTo>
                    <a:pt x="1" y="1769"/>
                  </a:lnTo>
                  <a:lnTo>
                    <a:pt x="1" y="7941"/>
                  </a:lnTo>
                  <a:lnTo>
                    <a:pt x="1" y="11408"/>
                  </a:lnTo>
                  <a:lnTo>
                    <a:pt x="1" y="11408"/>
                  </a:lnTo>
                  <a:lnTo>
                    <a:pt x="1" y="11585"/>
                  </a:lnTo>
                  <a:lnTo>
                    <a:pt x="19" y="11761"/>
                  </a:lnTo>
                  <a:lnTo>
                    <a:pt x="36" y="11947"/>
                  </a:lnTo>
                  <a:lnTo>
                    <a:pt x="72" y="12124"/>
                  </a:lnTo>
                  <a:lnTo>
                    <a:pt x="125" y="12301"/>
                  </a:lnTo>
                  <a:lnTo>
                    <a:pt x="178" y="12469"/>
                  </a:lnTo>
                  <a:lnTo>
                    <a:pt x="257" y="12628"/>
                  </a:lnTo>
                  <a:lnTo>
                    <a:pt x="346" y="12787"/>
                  </a:lnTo>
                  <a:lnTo>
                    <a:pt x="399" y="12858"/>
                  </a:lnTo>
                  <a:lnTo>
                    <a:pt x="452" y="12929"/>
                  </a:lnTo>
                  <a:lnTo>
                    <a:pt x="514" y="12999"/>
                  </a:lnTo>
                  <a:lnTo>
                    <a:pt x="585" y="13061"/>
                  </a:lnTo>
                  <a:lnTo>
                    <a:pt x="646" y="13123"/>
                  </a:lnTo>
                  <a:lnTo>
                    <a:pt x="726" y="13176"/>
                  </a:lnTo>
                  <a:lnTo>
                    <a:pt x="806" y="13229"/>
                  </a:lnTo>
                  <a:lnTo>
                    <a:pt x="894" y="13273"/>
                  </a:lnTo>
                  <a:lnTo>
                    <a:pt x="983" y="13318"/>
                  </a:lnTo>
                  <a:lnTo>
                    <a:pt x="1071" y="13353"/>
                  </a:lnTo>
                  <a:lnTo>
                    <a:pt x="1177" y="13388"/>
                  </a:lnTo>
                  <a:lnTo>
                    <a:pt x="1283" y="13415"/>
                  </a:lnTo>
                  <a:lnTo>
                    <a:pt x="1398" y="13433"/>
                  </a:lnTo>
                  <a:lnTo>
                    <a:pt x="1513" y="13450"/>
                  </a:lnTo>
                  <a:lnTo>
                    <a:pt x="1637" y="13459"/>
                  </a:lnTo>
                  <a:lnTo>
                    <a:pt x="1770" y="13468"/>
                  </a:lnTo>
                  <a:lnTo>
                    <a:pt x="1770" y="13468"/>
                  </a:lnTo>
                  <a:lnTo>
                    <a:pt x="1902" y="13459"/>
                  </a:lnTo>
                  <a:lnTo>
                    <a:pt x="2026" y="13442"/>
                  </a:lnTo>
                  <a:lnTo>
                    <a:pt x="2159" y="13415"/>
                  </a:lnTo>
                  <a:lnTo>
                    <a:pt x="2274" y="13380"/>
                  </a:lnTo>
                  <a:lnTo>
                    <a:pt x="2397" y="13344"/>
                  </a:lnTo>
                  <a:lnTo>
                    <a:pt x="2503" y="13291"/>
                  </a:lnTo>
                  <a:lnTo>
                    <a:pt x="2610" y="13229"/>
                  </a:lnTo>
                  <a:lnTo>
                    <a:pt x="2716" y="13159"/>
                  </a:lnTo>
                  <a:lnTo>
                    <a:pt x="2813" y="13088"/>
                  </a:lnTo>
                  <a:lnTo>
                    <a:pt x="2901" y="12999"/>
                  </a:lnTo>
                  <a:lnTo>
                    <a:pt x="2981" y="12911"/>
                  </a:lnTo>
                  <a:lnTo>
                    <a:pt x="3061" y="12823"/>
                  </a:lnTo>
                  <a:lnTo>
                    <a:pt x="3131" y="12716"/>
                  </a:lnTo>
                  <a:lnTo>
                    <a:pt x="3193" y="12610"/>
                  </a:lnTo>
                  <a:lnTo>
                    <a:pt x="3255" y="12504"/>
                  </a:lnTo>
                  <a:lnTo>
                    <a:pt x="3299" y="12389"/>
                  </a:lnTo>
                  <a:lnTo>
                    <a:pt x="3344" y="12274"/>
                  </a:lnTo>
                  <a:lnTo>
                    <a:pt x="3370" y="12150"/>
                  </a:lnTo>
                  <a:lnTo>
                    <a:pt x="3397" y="12027"/>
                  </a:lnTo>
                  <a:lnTo>
                    <a:pt x="3405" y="11903"/>
                  </a:lnTo>
                  <a:lnTo>
                    <a:pt x="3414" y="11770"/>
                  </a:lnTo>
                  <a:lnTo>
                    <a:pt x="3405" y="11638"/>
                  </a:lnTo>
                  <a:lnTo>
                    <a:pt x="3397" y="11505"/>
                  </a:lnTo>
                  <a:lnTo>
                    <a:pt x="3370" y="11372"/>
                  </a:lnTo>
                  <a:lnTo>
                    <a:pt x="3335" y="11240"/>
                  </a:lnTo>
                  <a:lnTo>
                    <a:pt x="3282" y="11107"/>
                  </a:lnTo>
                  <a:lnTo>
                    <a:pt x="3229" y="10983"/>
                  </a:lnTo>
                  <a:lnTo>
                    <a:pt x="3158" y="10851"/>
                  </a:lnTo>
                  <a:lnTo>
                    <a:pt x="3078" y="10718"/>
                  </a:lnTo>
                  <a:lnTo>
                    <a:pt x="2981" y="10594"/>
                  </a:lnTo>
                  <a:lnTo>
                    <a:pt x="2875" y="10461"/>
                  </a:lnTo>
                  <a:lnTo>
                    <a:pt x="2760" y="10338"/>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5"/>
            <p:cNvSpPr/>
            <p:nvPr/>
          </p:nvSpPr>
          <p:spPr>
            <a:xfrm>
              <a:off x="3449912" y="3433855"/>
              <a:ext cx="67504" cy="69080"/>
            </a:xfrm>
            <a:custGeom>
              <a:rect b="b" l="l" r="r" t="t"/>
              <a:pathLst>
                <a:path extrusionOk="0" fill="none" h="1928" w="1884">
                  <a:moveTo>
                    <a:pt x="1654" y="0"/>
                  </a:moveTo>
                  <a:lnTo>
                    <a:pt x="1654" y="0"/>
                  </a:lnTo>
                  <a:lnTo>
                    <a:pt x="1707" y="97"/>
                  </a:lnTo>
                  <a:lnTo>
                    <a:pt x="1769" y="221"/>
                  </a:lnTo>
                  <a:lnTo>
                    <a:pt x="1822" y="371"/>
                  </a:lnTo>
                  <a:lnTo>
                    <a:pt x="1848" y="460"/>
                  </a:lnTo>
                  <a:lnTo>
                    <a:pt x="1866" y="557"/>
                  </a:lnTo>
                  <a:lnTo>
                    <a:pt x="1875" y="654"/>
                  </a:lnTo>
                  <a:lnTo>
                    <a:pt x="1884" y="760"/>
                  </a:lnTo>
                  <a:lnTo>
                    <a:pt x="1875" y="867"/>
                  </a:lnTo>
                  <a:lnTo>
                    <a:pt x="1857" y="982"/>
                  </a:lnTo>
                  <a:lnTo>
                    <a:pt x="1831" y="1097"/>
                  </a:lnTo>
                  <a:lnTo>
                    <a:pt x="1787" y="1211"/>
                  </a:lnTo>
                  <a:lnTo>
                    <a:pt x="1787" y="1211"/>
                  </a:lnTo>
                  <a:lnTo>
                    <a:pt x="1725" y="1326"/>
                  </a:lnTo>
                  <a:lnTo>
                    <a:pt x="1654" y="1433"/>
                  </a:lnTo>
                  <a:lnTo>
                    <a:pt x="1574" y="1530"/>
                  </a:lnTo>
                  <a:lnTo>
                    <a:pt x="1486" y="1627"/>
                  </a:lnTo>
                  <a:lnTo>
                    <a:pt x="1389" y="1707"/>
                  </a:lnTo>
                  <a:lnTo>
                    <a:pt x="1274" y="1777"/>
                  </a:lnTo>
                  <a:lnTo>
                    <a:pt x="1167" y="1830"/>
                  </a:lnTo>
                  <a:lnTo>
                    <a:pt x="1044" y="1875"/>
                  </a:lnTo>
                  <a:lnTo>
                    <a:pt x="920" y="1910"/>
                  </a:lnTo>
                  <a:lnTo>
                    <a:pt x="796" y="1919"/>
                  </a:lnTo>
                  <a:lnTo>
                    <a:pt x="663" y="1928"/>
                  </a:lnTo>
                  <a:lnTo>
                    <a:pt x="531" y="1910"/>
                  </a:lnTo>
                  <a:lnTo>
                    <a:pt x="398" y="1875"/>
                  </a:lnTo>
                  <a:lnTo>
                    <a:pt x="266" y="1822"/>
                  </a:lnTo>
                  <a:lnTo>
                    <a:pt x="133" y="1751"/>
                  </a:lnTo>
                  <a:lnTo>
                    <a:pt x="0" y="1662"/>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5"/>
            <p:cNvSpPr/>
            <p:nvPr/>
          </p:nvSpPr>
          <p:spPr>
            <a:xfrm>
              <a:off x="3345646" y="3394872"/>
              <a:ext cx="10821" cy="62129"/>
            </a:xfrm>
            <a:custGeom>
              <a:rect b="b" l="l" r="r" t="t"/>
              <a:pathLst>
                <a:path extrusionOk="0" fill="none" h="1734" w="302">
                  <a:moveTo>
                    <a:pt x="302" y="1734"/>
                  </a:moveTo>
                  <a:lnTo>
                    <a:pt x="302" y="1734"/>
                  </a:lnTo>
                  <a:lnTo>
                    <a:pt x="257" y="1663"/>
                  </a:lnTo>
                  <a:lnTo>
                    <a:pt x="204" y="1592"/>
                  </a:lnTo>
                  <a:lnTo>
                    <a:pt x="151" y="1486"/>
                  </a:lnTo>
                  <a:lnTo>
                    <a:pt x="89" y="1362"/>
                  </a:lnTo>
                  <a:lnTo>
                    <a:pt x="45" y="1212"/>
                  </a:lnTo>
                  <a:lnTo>
                    <a:pt x="27" y="1132"/>
                  </a:lnTo>
                  <a:lnTo>
                    <a:pt x="10" y="1053"/>
                  </a:lnTo>
                  <a:lnTo>
                    <a:pt x="1" y="964"/>
                  </a:lnTo>
                  <a:lnTo>
                    <a:pt x="1" y="876"/>
                  </a:lnTo>
                  <a:lnTo>
                    <a:pt x="1" y="876"/>
                  </a:lnTo>
                  <a:lnTo>
                    <a:pt x="1" y="779"/>
                  </a:lnTo>
                  <a:lnTo>
                    <a:pt x="10" y="690"/>
                  </a:lnTo>
                  <a:lnTo>
                    <a:pt x="27" y="611"/>
                  </a:lnTo>
                  <a:lnTo>
                    <a:pt x="45" y="531"/>
                  </a:lnTo>
                  <a:lnTo>
                    <a:pt x="89" y="381"/>
                  </a:lnTo>
                  <a:lnTo>
                    <a:pt x="151" y="248"/>
                  </a:lnTo>
                  <a:lnTo>
                    <a:pt x="204" y="142"/>
                  </a:lnTo>
                  <a:lnTo>
                    <a:pt x="257" y="62"/>
                  </a:lnTo>
                  <a:lnTo>
                    <a:pt x="302" y="0"/>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5"/>
            <p:cNvSpPr/>
            <p:nvPr/>
          </p:nvSpPr>
          <p:spPr>
            <a:xfrm>
              <a:off x="3332676" y="3370795"/>
              <a:ext cx="80510" cy="24436"/>
            </a:xfrm>
            <a:custGeom>
              <a:rect b="b" l="l" r="r" t="t"/>
              <a:pathLst>
                <a:path extrusionOk="0" fill="none" h="682" w="2247">
                  <a:moveTo>
                    <a:pt x="2246" y="0"/>
                  </a:moveTo>
                  <a:lnTo>
                    <a:pt x="2246" y="0"/>
                  </a:lnTo>
                  <a:lnTo>
                    <a:pt x="2176" y="89"/>
                  </a:lnTo>
                  <a:lnTo>
                    <a:pt x="2078" y="186"/>
                  </a:lnTo>
                  <a:lnTo>
                    <a:pt x="1963" y="301"/>
                  </a:lnTo>
                  <a:lnTo>
                    <a:pt x="1813" y="416"/>
                  </a:lnTo>
                  <a:lnTo>
                    <a:pt x="1725" y="469"/>
                  </a:lnTo>
                  <a:lnTo>
                    <a:pt x="1627" y="522"/>
                  </a:lnTo>
                  <a:lnTo>
                    <a:pt x="1530" y="575"/>
                  </a:lnTo>
                  <a:lnTo>
                    <a:pt x="1415" y="610"/>
                  </a:lnTo>
                  <a:lnTo>
                    <a:pt x="1309" y="646"/>
                  </a:lnTo>
                  <a:lnTo>
                    <a:pt x="1185" y="672"/>
                  </a:lnTo>
                  <a:lnTo>
                    <a:pt x="1185" y="672"/>
                  </a:lnTo>
                  <a:lnTo>
                    <a:pt x="1035" y="681"/>
                  </a:lnTo>
                  <a:lnTo>
                    <a:pt x="902" y="681"/>
                  </a:lnTo>
                  <a:lnTo>
                    <a:pt x="770" y="672"/>
                  </a:lnTo>
                  <a:lnTo>
                    <a:pt x="655" y="655"/>
                  </a:lnTo>
                  <a:lnTo>
                    <a:pt x="549" y="619"/>
                  </a:lnTo>
                  <a:lnTo>
                    <a:pt x="451" y="584"/>
                  </a:lnTo>
                  <a:lnTo>
                    <a:pt x="363" y="549"/>
                  </a:lnTo>
                  <a:lnTo>
                    <a:pt x="283" y="504"/>
                  </a:lnTo>
                  <a:lnTo>
                    <a:pt x="213" y="460"/>
                  </a:lnTo>
                  <a:lnTo>
                    <a:pt x="160" y="416"/>
                  </a:lnTo>
                  <a:lnTo>
                    <a:pt x="71" y="327"/>
                  </a:lnTo>
                  <a:lnTo>
                    <a:pt x="18" y="274"/>
                  </a:lnTo>
                  <a:lnTo>
                    <a:pt x="0" y="248"/>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5"/>
            <p:cNvSpPr/>
            <p:nvPr/>
          </p:nvSpPr>
          <p:spPr>
            <a:xfrm>
              <a:off x="3317162" y="3264344"/>
              <a:ext cx="39306" cy="48514"/>
            </a:xfrm>
            <a:custGeom>
              <a:rect b="b" l="l" r="r" t="t"/>
              <a:pathLst>
                <a:path extrusionOk="0" fill="none" h="1354" w="1097">
                  <a:moveTo>
                    <a:pt x="1097" y="0"/>
                  </a:moveTo>
                  <a:lnTo>
                    <a:pt x="1097" y="0"/>
                  </a:lnTo>
                  <a:lnTo>
                    <a:pt x="1035" y="0"/>
                  </a:lnTo>
                  <a:lnTo>
                    <a:pt x="884" y="9"/>
                  </a:lnTo>
                  <a:lnTo>
                    <a:pt x="778" y="27"/>
                  </a:lnTo>
                  <a:lnTo>
                    <a:pt x="672" y="44"/>
                  </a:lnTo>
                  <a:lnTo>
                    <a:pt x="557" y="89"/>
                  </a:lnTo>
                  <a:lnTo>
                    <a:pt x="442" y="133"/>
                  </a:lnTo>
                  <a:lnTo>
                    <a:pt x="327" y="203"/>
                  </a:lnTo>
                  <a:lnTo>
                    <a:pt x="274" y="248"/>
                  </a:lnTo>
                  <a:lnTo>
                    <a:pt x="230" y="292"/>
                  </a:lnTo>
                  <a:lnTo>
                    <a:pt x="177" y="345"/>
                  </a:lnTo>
                  <a:lnTo>
                    <a:pt x="142" y="398"/>
                  </a:lnTo>
                  <a:lnTo>
                    <a:pt x="97" y="460"/>
                  </a:lnTo>
                  <a:lnTo>
                    <a:pt x="71" y="531"/>
                  </a:lnTo>
                  <a:lnTo>
                    <a:pt x="44" y="610"/>
                  </a:lnTo>
                  <a:lnTo>
                    <a:pt x="18" y="690"/>
                  </a:lnTo>
                  <a:lnTo>
                    <a:pt x="9" y="778"/>
                  </a:lnTo>
                  <a:lnTo>
                    <a:pt x="0" y="884"/>
                  </a:lnTo>
                  <a:lnTo>
                    <a:pt x="9" y="991"/>
                  </a:lnTo>
                  <a:lnTo>
                    <a:pt x="18" y="1097"/>
                  </a:lnTo>
                  <a:lnTo>
                    <a:pt x="35" y="1220"/>
                  </a:lnTo>
                  <a:lnTo>
                    <a:pt x="71" y="1353"/>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5"/>
            <p:cNvSpPr/>
            <p:nvPr/>
          </p:nvSpPr>
          <p:spPr>
            <a:xfrm>
              <a:off x="3152379" y="3353059"/>
              <a:ext cx="72592" cy="22215"/>
            </a:xfrm>
            <a:custGeom>
              <a:rect b="b" l="l" r="r" t="t"/>
              <a:pathLst>
                <a:path extrusionOk="0" fill="none" h="620" w="2026">
                  <a:moveTo>
                    <a:pt x="2026" y="619"/>
                  </a:moveTo>
                  <a:lnTo>
                    <a:pt x="1" y="619"/>
                  </a:lnTo>
                  <a:lnTo>
                    <a:pt x="1" y="0"/>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5"/>
            <p:cNvSpPr/>
            <p:nvPr/>
          </p:nvSpPr>
          <p:spPr>
            <a:xfrm>
              <a:off x="3131777" y="3317551"/>
              <a:ext cx="41240" cy="41240"/>
            </a:xfrm>
            <a:custGeom>
              <a:rect b="b" l="l" r="r" t="t"/>
              <a:pathLst>
                <a:path extrusionOk="0" h="1151" w="1151">
                  <a:moveTo>
                    <a:pt x="514" y="1"/>
                  </a:moveTo>
                  <a:lnTo>
                    <a:pt x="461" y="10"/>
                  </a:lnTo>
                  <a:lnTo>
                    <a:pt x="408" y="27"/>
                  </a:lnTo>
                  <a:lnTo>
                    <a:pt x="355" y="45"/>
                  </a:lnTo>
                  <a:lnTo>
                    <a:pt x="302" y="71"/>
                  </a:lnTo>
                  <a:lnTo>
                    <a:pt x="257" y="98"/>
                  </a:lnTo>
                  <a:lnTo>
                    <a:pt x="169" y="169"/>
                  </a:lnTo>
                  <a:lnTo>
                    <a:pt x="98" y="257"/>
                  </a:lnTo>
                  <a:lnTo>
                    <a:pt x="72" y="301"/>
                  </a:lnTo>
                  <a:lnTo>
                    <a:pt x="45" y="354"/>
                  </a:lnTo>
                  <a:lnTo>
                    <a:pt x="27" y="407"/>
                  </a:lnTo>
                  <a:lnTo>
                    <a:pt x="10" y="461"/>
                  </a:lnTo>
                  <a:lnTo>
                    <a:pt x="1" y="514"/>
                  </a:lnTo>
                  <a:lnTo>
                    <a:pt x="1" y="575"/>
                  </a:lnTo>
                  <a:lnTo>
                    <a:pt x="1" y="637"/>
                  </a:lnTo>
                  <a:lnTo>
                    <a:pt x="10" y="690"/>
                  </a:lnTo>
                  <a:lnTo>
                    <a:pt x="27" y="743"/>
                  </a:lnTo>
                  <a:lnTo>
                    <a:pt x="45" y="797"/>
                  </a:lnTo>
                  <a:lnTo>
                    <a:pt x="72" y="850"/>
                  </a:lnTo>
                  <a:lnTo>
                    <a:pt x="98" y="903"/>
                  </a:lnTo>
                  <a:lnTo>
                    <a:pt x="169" y="982"/>
                  </a:lnTo>
                  <a:lnTo>
                    <a:pt x="257" y="1053"/>
                  </a:lnTo>
                  <a:lnTo>
                    <a:pt x="302" y="1080"/>
                  </a:lnTo>
                  <a:lnTo>
                    <a:pt x="355" y="1106"/>
                  </a:lnTo>
                  <a:lnTo>
                    <a:pt x="408" y="1124"/>
                  </a:lnTo>
                  <a:lnTo>
                    <a:pt x="461" y="1141"/>
                  </a:lnTo>
                  <a:lnTo>
                    <a:pt x="514" y="1150"/>
                  </a:lnTo>
                  <a:lnTo>
                    <a:pt x="638" y="1150"/>
                  </a:lnTo>
                  <a:lnTo>
                    <a:pt x="691" y="1141"/>
                  </a:lnTo>
                  <a:lnTo>
                    <a:pt x="744" y="1124"/>
                  </a:lnTo>
                  <a:lnTo>
                    <a:pt x="797" y="1106"/>
                  </a:lnTo>
                  <a:lnTo>
                    <a:pt x="850" y="1080"/>
                  </a:lnTo>
                  <a:lnTo>
                    <a:pt x="894" y="1053"/>
                  </a:lnTo>
                  <a:lnTo>
                    <a:pt x="983" y="982"/>
                  </a:lnTo>
                  <a:lnTo>
                    <a:pt x="1053" y="903"/>
                  </a:lnTo>
                  <a:lnTo>
                    <a:pt x="1080" y="850"/>
                  </a:lnTo>
                  <a:lnTo>
                    <a:pt x="1106" y="797"/>
                  </a:lnTo>
                  <a:lnTo>
                    <a:pt x="1124" y="743"/>
                  </a:lnTo>
                  <a:lnTo>
                    <a:pt x="1142" y="690"/>
                  </a:lnTo>
                  <a:lnTo>
                    <a:pt x="1151" y="637"/>
                  </a:lnTo>
                  <a:lnTo>
                    <a:pt x="1151" y="575"/>
                  </a:lnTo>
                  <a:lnTo>
                    <a:pt x="1151" y="514"/>
                  </a:lnTo>
                  <a:lnTo>
                    <a:pt x="1142" y="461"/>
                  </a:lnTo>
                  <a:lnTo>
                    <a:pt x="1124" y="407"/>
                  </a:lnTo>
                  <a:lnTo>
                    <a:pt x="1106" y="354"/>
                  </a:lnTo>
                  <a:lnTo>
                    <a:pt x="1080" y="301"/>
                  </a:lnTo>
                  <a:lnTo>
                    <a:pt x="1053" y="257"/>
                  </a:lnTo>
                  <a:lnTo>
                    <a:pt x="983" y="169"/>
                  </a:lnTo>
                  <a:lnTo>
                    <a:pt x="894" y="98"/>
                  </a:lnTo>
                  <a:lnTo>
                    <a:pt x="850" y="71"/>
                  </a:lnTo>
                  <a:lnTo>
                    <a:pt x="797" y="45"/>
                  </a:lnTo>
                  <a:lnTo>
                    <a:pt x="744" y="27"/>
                  </a:lnTo>
                  <a:lnTo>
                    <a:pt x="691" y="10"/>
                  </a:lnTo>
                  <a:lnTo>
                    <a:pt x="638" y="1"/>
                  </a:lnTo>
                  <a:close/>
                </a:path>
              </a:pathLst>
            </a:cu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5"/>
            <p:cNvSpPr/>
            <p:nvPr/>
          </p:nvSpPr>
          <p:spPr>
            <a:xfrm>
              <a:off x="3131777" y="3473770"/>
              <a:ext cx="41240" cy="41204"/>
            </a:xfrm>
            <a:custGeom>
              <a:rect b="b" l="l" r="r" t="t"/>
              <a:pathLst>
                <a:path extrusionOk="0" h="1150" w="1151">
                  <a:moveTo>
                    <a:pt x="514" y="0"/>
                  </a:moveTo>
                  <a:lnTo>
                    <a:pt x="461" y="9"/>
                  </a:lnTo>
                  <a:lnTo>
                    <a:pt x="408" y="27"/>
                  </a:lnTo>
                  <a:lnTo>
                    <a:pt x="355" y="44"/>
                  </a:lnTo>
                  <a:lnTo>
                    <a:pt x="302" y="71"/>
                  </a:lnTo>
                  <a:lnTo>
                    <a:pt x="257" y="97"/>
                  </a:lnTo>
                  <a:lnTo>
                    <a:pt x="169" y="168"/>
                  </a:lnTo>
                  <a:lnTo>
                    <a:pt x="98" y="248"/>
                  </a:lnTo>
                  <a:lnTo>
                    <a:pt x="72" y="301"/>
                  </a:lnTo>
                  <a:lnTo>
                    <a:pt x="45" y="345"/>
                  </a:lnTo>
                  <a:lnTo>
                    <a:pt x="27" y="398"/>
                  </a:lnTo>
                  <a:lnTo>
                    <a:pt x="10" y="460"/>
                  </a:lnTo>
                  <a:lnTo>
                    <a:pt x="1" y="513"/>
                  </a:lnTo>
                  <a:lnTo>
                    <a:pt x="1" y="575"/>
                  </a:lnTo>
                  <a:lnTo>
                    <a:pt x="1" y="628"/>
                  </a:lnTo>
                  <a:lnTo>
                    <a:pt x="10" y="690"/>
                  </a:lnTo>
                  <a:lnTo>
                    <a:pt x="27" y="743"/>
                  </a:lnTo>
                  <a:lnTo>
                    <a:pt x="45" y="796"/>
                  </a:lnTo>
                  <a:lnTo>
                    <a:pt x="72" y="849"/>
                  </a:lnTo>
                  <a:lnTo>
                    <a:pt x="98" y="893"/>
                  </a:lnTo>
                  <a:lnTo>
                    <a:pt x="169" y="982"/>
                  </a:lnTo>
                  <a:lnTo>
                    <a:pt x="257" y="1052"/>
                  </a:lnTo>
                  <a:lnTo>
                    <a:pt x="302" y="1079"/>
                  </a:lnTo>
                  <a:lnTo>
                    <a:pt x="355" y="1106"/>
                  </a:lnTo>
                  <a:lnTo>
                    <a:pt x="408" y="1123"/>
                  </a:lnTo>
                  <a:lnTo>
                    <a:pt x="461" y="1141"/>
                  </a:lnTo>
                  <a:lnTo>
                    <a:pt x="514" y="1150"/>
                  </a:lnTo>
                  <a:lnTo>
                    <a:pt x="638" y="1150"/>
                  </a:lnTo>
                  <a:lnTo>
                    <a:pt x="691" y="1141"/>
                  </a:lnTo>
                  <a:lnTo>
                    <a:pt x="744" y="1123"/>
                  </a:lnTo>
                  <a:lnTo>
                    <a:pt x="797" y="1106"/>
                  </a:lnTo>
                  <a:lnTo>
                    <a:pt x="850" y="1079"/>
                  </a:lnTo>
                  <a:lnTo>
                    <a:pt x="894" y="1052"/>
                  </a:lnTo>
                  <a:lnTo>
                    <a:pt x="983" y="982"/>
                  </a:lnTo>
                  <a:lnTo>
                    <a:pt x="1053" y="893"/>
                  </a:lnTo>
                  <a:lnTo>
                    <a:pt x="1080" y="849"/>
                  </a:lnTo>
                  <a:lnTo>
                    <a:pt x="1106" y="796"/>
                  </a:lnTo>
                  <a:lnTo>
                    <a:pt x="1124" y="743"/>
                  </a:lnTo>
                  <a:lnTo>
                    <a:pt x="1142" y="690"/>
                  </a:lnTo>
                  <a:lnTo>
                    <a:pt x="1151" y="628"/>
                  </a:lnTo>
                  <a:lnTo>
                    <a:pt x="1151" y="575"/>
                  </a:lnTo>
                  <a:lnTo>
                    <a:pt x="1151" y="513"/>
                  </a:lnTo>
                  <a:lnTo>
                    <a:pt x="1142" y="460"/>
                  </a:lnTo>
                  <a:lnTo>
                    <a:pt x="1124" y="398"/>
                  </a:lnTo>
                  <a:lnTo>
                    <a:pt x="1106" y="345"/>
                  </a:lnTo>
                  <a:lnTo>
                    <a:pt x="1080" y="301"/>
                  </a:lnTo>
                  <a:lnTo>
                    <a:pt x="1053" y="248"/>
                  </a:lnTo>
                  <a:lnTo>
                    <a:pt x="983" y="168"/>
                  </a:lnTo>
                  <a:lnTo>
                    <a:pt x="894" y="97"/>
                  </a:lnTo>
                  <a:lnTo>
                    <a:pt x="850" y="71"/>
                  </a:lnTo>
                  <a:lnTo>
                    <a:pt x="797" y="44"/>
                  </a:lnTo>
                  <a:lnTo>
                    <a:pt x="744" y="27"/>
                  </a:lnTo>
                  <a:lnTo>
                    <a:pt x="691" y="9"/>
                  </a:lnTo>
                  <a:lnTo>
                    <a:pt x="638" y="0"/>
                  </a:lnTo>
                  <a:close/>
                </a:path>
              </a:pathLst>
            </a:cu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5"/>
            <p:cNvSpPr/>
            <p:nvPr/>
          </p:nvSpPr>
          <p:spPr>
            <a:xfrm>
              <a:off x="3095983" y="3395517"/>
              <a:ext cx="41563" cy="41204"/>
            </a:xfrm>
            <a:custGeom>
              <a:rect b="b" l="l" r="r" t="t"/>
              <a:pathLst>
                <a:path extrusionOk="0" h="1150" w="1160">
                  <a:moveTo>
                    <a:pt x="522" y="0"/>
                  </a:moveTo>
                  <a:lnTo>
                    <a:pt x="461" y="9"/>
                  </a:lnTo>
                  <a:lnTo>
                    <a:pt x="407" y="27"/>
                  </a:lnTo>
                  <a:lnTo>
                    <a:pt x="354" y="44"/>
                  </a:lnTo>
                  <a:lnTo>
                    <a:pt x="301" y="71"/>
                  </a:lnTo>
                  <a:lnTo>
                    <a:pt x="257" y="97"/>
                  </a:lnTo>
                  <a:lnTo>
                    <a:pt x="169" y="168"/>
                  </a:lnTo>
                  <a:lnTo>
                    <a:pt x="107" y="256"/>
                  </a:lnTo>
                  <a:lnTo>
                    <a:pt x="71" y="301"/>
                  </a:lnTo>
                  <a:lnTo>
                    <a:pt x="54" y="354"/>
                  </a:lnTo>
                  <a:lnTo>
                    <a:pt x="27" y="407"/>
                  </a:lnTo>
                  <a:lnTo>
                    <a:pt x="18" y="460"/>
                  </a:lnTo>
                  <a:lnTo>
                    <a:pt x="10" y="522"/>
                  </a:lnTo>
                  <a:lnTo>
                    <a:pt x="1" y="575"/>
                  </a:lnTo>
                  <a:lnTo>
                    <a:pt x="10" y="637"/>
                  </a:lnTo>
                  <a:lnTo>
                    <a:pt x="18" y="690"/>
                  </a:lnTo>
                  <a:lnTo>
                    <a:pt x="27" y="752"/>
                  </a:lnTo>
                  <a:lnTo>
                    <a:pt x="54" y="805"/>
                  </a:lnTo>
                  <a:lnTo>
                    <a:pt x="71" y="849"/>
                  </a:lnTo>
                  <a:lnTo>
                    <a:pt x="107" y="902"/>
                  </a:lnTo>
                  <a:lnTo>
                    <a:pt x="169" y="982"/>
                  </a:lnTo>
                  <a:lnTo>
                    <a:pt x="257" y="1052"/>
                  </a:lnTo>
                  <a:lnTo>
                    <a:pt x="301" y="1079"/>
                  </a:lnTo>
                  <a:lnTo>
                    <a:pt x="354" y="1105"/>
                  </a:lnTo>
                  <a:lnTo>
                    <a:pt x="407" y="1123"/>
                  </a:lnTo>
                  <a:lnTo>
                    <a:pt x="461" y="1141"/>
                  </a:lnTo>
                  <a:lnTo>
                    <a:pt x="522" y="1150"/>
                  </a:lnTo>
                  <a:lnTo>
                    <a:pt x="637" y="1150"/>
                  </a:lnTo>
                  <a:lnTo>
                    <a:pt x="699" y="1141"/>
                  </a:lnTo>
                  <a:lnTo>
                    <a:pt x="752" y="1123"/>
                  </a:lnTo>
                  <a:lnTo>
                    <a:pt x="805" y="1105"/>
                  </a:lnTo>
                  <a:lnTo>
                    <a:pt x="850" y="1079"/>
                  </a:lnTo>
                  <a:lnTo>
                    <a:pt x="903" y="1052"/>
                  </a:lnTo>
                  <a:lnTo>
                    <a:pt x="982" y="982"/>
                  </a:lnTo>
                  <a:lnTo>
                    <a:pt x="1053" y="902"/>
                  </a:lnTo>
                  <a:lnTo>
                    <a:pt x="1088" y="849"/>
                  </a:lnTo>
                  <a:lnTo>
                    <a:pt x="1106" y="805"/>
                  </a:lnTo>
                  <a:lnTo>
                    <a:pt x="1133" y="752"/>
                  </a:lnTo>
                  <a:lnTo>
                    <a:pt x="1141" y="690"/>
                  </a:lnTo>
                  <a:lnTo>
                    <a:pt x="1150" y="637"/>
                  </a:lnTo>
                  <a:lnTo>
                    <a:pt x="1159" y="575"/>
                  </a:lnTo>
                  <a:lnTo>
                    <a:pt x="1150" y="522"/>
                  </a:lnTo>
                  <a:lnTo>
                    <a:pt x="1141" y="460"/>
                  </a:lnTo>
                  <a:lnTo>
                    <a:pt x="1133" y="407"/>
                  </a:lnTo>
                  <a:lnTo>
                    <a:pt x="1106" y="354"/>
                  </a:lnTo>
                  <a:lnTo>
                    <a:pt x="1088" y="301"/>
                  </a:lnTo>
                  <a:lnTo>
                    <a:pt x="1053" y="256"/>
                  </a:lnTo>
                  <a:lnTo>
                    <a:pt x="982" y="168"/>
                  </a:lnTo>
                  <a:lnTo>
                    <a:pt x="903" y="97"/>
                  </a:lnTo>
                  <a:lnTo>
                    <a:pt x="850" y="71"/>
                  </a:lnTo>
                  <a:lnTo>
                    <a:pt x="805" y="44"/>
                  </a:lnTo>
                  <a:lnTo>
                    <a:pt x="752" y="27"/>
                  </a:lnTo>
                  <a:lnTo>
                    <a:pt x="699" y="9"/>
                  </a:lnTo>
                  <a:lnTo>
                    <a:pt x="637" y="0"/>
                  </a:lnTo>
                  <a:close/>
                </a:path>
              </a:pathLst>
            </a:cu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5"/>
            <p:cNvSpPr/>
            <p:nvPr/>
          </p:nvSpPr>
          <p:spPr>
            <a:xfrm>
              <a:off x="3152379" y="3457288"/>
              <a:ext cx="72592" cy="21892"/>
            </a:xfrm>
            <a:custGeom>
              <a:rect b="b" l="l" r="r" t="t"/>
              <a:pathLst>
                <a:path extrusionOk="0" fill="none" h="611" w="2026">
                  <a:moveTo>
                    <a:pt x="2026" y="0"/>
                  </a:moveTo>
                  <a:lnTo>
                    <a:pt x="1" y="0"/>
                  </a:lnTo>
                  <a:lnTo>
                    <a:pt x="1" y="611"/>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5"/>
            <p:cNvSpPr/>
            <p:nvPr/>
          </p:nvSpPr>
          <p:spPr>
            <a:xfrm>
              <a:off x="3121028" y="3416084"/>
              <a:ext cx="103943" cy="36"/>
            </a:xfrm>
            <a:custGeom>
              <a:rect b="b" l="l" r="r" t="t"/>
              <a:pathLst>
                <a:path extrusionOk="0" fill="none" h="1" w="2901">
                  <a:moveTo>
                    <a:pt x="2901" y="1"/>
                  </a:moveTo>
                  <a:lnTo>
                    <a:pt x="0" y="1"/>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5"/>
            <p:cNvSpPr/>
            <p:nvPr/>
          </p:nvSpPr>
          <p:spPr>
            <a:xfrm>
              <a:off x="3053524" y="3264344"/>
              <a:ext cx="155932" cy="311470"/>
            </a:xfrm>
            <a:custGeom>
              <a:rect b="b" l="l" r="r" t="t"/>
              <a:pathLst>
                <a:path extrusionOk="0" fill="none" h="8693" w="4352">
                  <a:moveTo>
                    <a:pt x="4351" y="8693"/>
                  </a:moveTo>
                  <a:lnTo>
                    <a:pt x="4351" y="8693"/>
                  </a:lnTo>
                  <a:lnTo>
                    <a:pt x="4122" y="8684"/>
                  </a:lnTo>
                  <a:lnTo>
                    <a:pt x="3900" y="8666"/>
                  </a:lnTo>
                  <a:lnTo>
                    <a:pt x="3688" y="8640"/>
                  </a:lnTo>
                  <a:lnTo>
                    <a:pt x="3467" y="8604"/>
                  </a:lnTo>
                  <a:lnTo>
                    <a:pt x="3264" y="8551"/>
                  </a:lnTo>
                  <a:lnTo>
                    <a:pt x="3052" y="8498"/>
                  </a:lnTo>
                  <a:lnTo>
                    <a:pt x="2857" y="8427"/>
                  </a:lnTo>
                  <a:lnTo>
                    <a:pt x="2654" y="8348"/>
                  </a:lnTo>
                  <a:lnTo>
                    <a:pt x="2459" y="8259"/>
                  </a:lnTo>
                  <a:lnTo>
                    <a:pt x="2273" y="8171"/>
                  </a:lnTo>
                  <a:lnTo>
                    <a:pt x="2097" y="8065"/>
                  </a:lnTo>
                  <a:lnTo>
                    <a:pt x="1920" y="7950"/>
                  </a:lnTo>
                  <a:lnTo>
                    <a:pt x="1743" y="7826"/>
                  </a:lnTo>
                  <a:lnTo>
                    <a:pt x="1584" y="7702"/>
                  </a:lnTo>
                  <a:lnTo>
                    <a:pt x="1424" y="7561"/>
                  </a:lnTo>
                  <a:lnTo>
                    <a:pt x="1274" y="7419"/>
                  </a:lnTo>
                  <a:lnTo>
                    <a:pt x="1133" y="7269"/>
                  </a:lnTo>
                  <a:lnTo>
                    <a:pt x="991" y="7110"/>
                  </a:lnTo>
                  <a:lnTo>
                    <a:pt x="867" y="6951"/>
                  </a:lnTo>
                  <a:lnTo>
                    <a:pt x="744" y="6774"/>
                  </a:lnTo>
                  <a:lnTo>
                    <a:pt x="629" y="6597"/>
                  </a:lnTo>
                  <a:lnTo>
                    <a:pt x="522" y="6420"/>
                  </a:lnTo>
                  <a:lnTo>
                    <a:pt x="434" y="6234"/>
                  </a:lnTo>
                  <a:lnTo>
                    <a:pt x="346" y="6040"/>
                  </a:lnTo>
                  <a:lnTo>
                    <a:pt x="266" y="5836"/>
                  </a:lnTo>
                  <a:lnTo>
                    <a:pt x="195" y="5642"/>
                  </a:lnTo>
                  <a:lnTo>
                    <a:pt x="142" y="5430"/>
                  </a:lnTo>
                  <a:lnTo>
                    <a:pt x="89" y="5226"/>
                  </a:lnTo>
                  <a:lnTo>
                    <a:pt x="54" y="5005"/>
                  </a:lnTo>
                  <a:lnTo>
                    <a:pt x="27" y="4793"/>
                  </a:lnTo>
                  <a:lnTo>
                    <a:pt x="10" y="4572"/>
                  </a:lnTo>
                  <a:lnTo>
                    <a:pt x="1" y="4342"/>
                  </a:lnTo>
                  <a:lnTo>
                    <a:pt x="1" y="4342"/>
                  </a:lnTo>
                  <a:lnTo>
                    <a:pt x="10" y="4121"/>
                  </a:lnTo>
                  <a:lnTo>
                    <a:pt x="27" y="3900"/>
                  </a:lnTo>
                  <a:lnTo>
                    <a:pt x="54" y="3688"/>
                  </a:lnTo>
                  <a:lnTo>
                    <a:pt x="89" y="3466"/>
                  </a:lnTo>
                  <a:lnTo>
                    <a:pt x="142" y="3263"/>
                  </a:lnTo>
                  <a:lnTo>
                    <a:pt x="195" y="3051"/>
                  </a:lnTo>
                  <a:lnTo>
                    <a:pt x="266" y="2856"/>
                  </a:lnTo>
                  <a:lnTo>
                    <a:pt x="346" y="2653"/>
                  </a:lnTo>
                  <a:lnTo>
                    <a:pt x="434" y="2458"/>
                  </a:lnTo>
                  <a:lnTo>
                    <a:pt x="522" y="2273"/>
                  </a:lnTo>
                  <a:lnTo>
                    <a:pt x="629" y="2096"/>
                  </a:lnTo>
                  <a:lnTo>
                    <a:pt x="744" y="1919"/>
                  </a:lnTo>
                  <a:lnTo>
                    <a:pt x="867" y="1742"/>
                  </a:lnTo>
                  <a:lnTo>
                    <a:pt x="991" y="1583"/>
                  </a:lnTo>
                  <a:lnTo>
                    <a:pt x="1133" y="1424"/>
                  </a:lnTo>
                  <a:lnTo>
                    <a:pt x="1274" y="1273"/>
                  </a:lnTo>
                  <a:lnTo>
                    <a:pt x="1424" y="1132"/>
                  </a:lnTo>
                  <a:lnTo>
                    <a:pt x="1584" y="991"/>
                  </a:lnTo>
                  <a:lnTo>
                    <a:pt x="1743" y="867"/>
                  </a:lnTo>
                  <a:lnTo>
                    <a:pt x="1920" y="743"/>
                  </a:lnTo>
                  <a:lnTo>
                    <a:pt x="2097" y="628"/>
                  </a:lnTo>
                  <a:lnTo>
                    <a:pt x="2273" y="522"/>
                  </a:lnTo>
                  <a:lnTo>
                    <a:pt x="2459" y="433"/>
                  </a:lnTo>
                  <a:lnTo>
                    <a:pt x="2654" y="345"/>
                  </a:lnTo>
                  <a:lnTo>
                    <a:pt x="2857" y="265"/>
                  </a:lnTo>
                  <a:lnTo>
                    <a:pt x="3052" y="195"/>
                  </a:lnTo>
                  <a:lnTo>
                    <a:pt x="3264" y="142"/>
                  </a:lnTo>
                  <a:lnTo>
                    <a:pt x="3467" y="89"/>
                  </a:lnTo>
                  <a:lnTo>
                    <a:pt x="3688" y="53"/>
                  </a:lnTo>
                  <a:lnTo>
                    <a:pt x="3900" y="27"/>
                  </a:lnTo>
                  <a:lnTo>
                    <a:pt x="4122" y="9"/>
                  </a:lnTo>
                  <a:lnTo>
                    <a:pt x="4351" y="0"/>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5"/>
            <p:cNvSpPr/>
            <p:nvPr/>
          </p:nvSpPr>
          <p:spPr>
            <a:xfrm>
              <a:off x="2933458" y="3181003"/>
              <a:ext cx="274744" cy="478151"/>
            </a:xfrm>
            <a:custGeom>
              <a:rect b="b" l="l" r="r" t="t"/>
              <a:pathLst>
                <a:path extrusionOk="0" fill="none" h="13345" w="7668">
                  <a:moveTo>
                    <a:pt x="7667" y="0"/>
                  </a:moveTo>
                  <a:lnTo>
                    <a:pt x="5819" y="0"/>
                  </a:lnTo>
                  <a:lnTo>
                    <a:pt x="5819" y="0"/>
                  </a:lnTo>
                  <a:lnTo>
                    <a:pt x="5730" y="9"/>
                  </a:lnTo>
                  <a:lnTo>
                    <a:pt x="5651" y="36"/>
                  </a:lnTo>
                  <a:lnTo>
                    <a:pt x="5571" y="71"/>
                  </a:lnTo>
                  <a:lnTo>
                    <a:pt x="5509" y="133"/>
                  </a:lnTo>
                  <a:lnTo>
                    <a:pt x="5448" y="195"/>
                  </a:lnTo>
                  <a:lnTo>
                    <a:pt x="5412" y="275"/>
                  </a:lnTo>
                  <a:lnTo>
                    <a:pt x="5386" y="354"/>
                  </a:lnTo>
                  <a:lnTo>
                    <a:pt x="5377" y="443"/>
                  </a:lnTo>
                  <a:lnTo>
                    <a:pt x="5377" y="1486"/>
                  </a:lnTo>
                  <a:lnTo>
                    <a:pt x="5377" y="1486"/>
                  </a:lnTo>
                  <a:lnTo>
                    <a:pt x="5173" y="1539"/>
                  </a:lnTo>
                  <a:lnTo>
                    <a:pt x="4970" y="1601"/>
                  </a:lnTo>
                  <a:lnTo>
                    <a:pt x="4775" y="1672"/>
                  </a:lnTo>
                  <a:lnTo>
                    <a:pt x="4581" y="1742"/>
                  </a:lnTo>
                  <a:lnTo>
                    <a:pt x="4395" y="1831"/>
                  </a:lnTo>
                  <a:lnTo>
                    <a:pt x="4210" y="1919"/>
                  </a:lnTo>
                  <a:lnTo>
                    <a:pt x="4024" y="2017"/>
                  </a:lnTo>
                  <a:lnTo>
                    <a:pt x="3856" y="2123"/>
                  </a:lnTo>
                  <a:lnTo>
                    <a:pt x="3131" y="1406"/>
                  </a:lnTo>
                  <a:lnTo>
                    <a:pt x="3131" y="1406"/>
                  </a:lnTo>
                  <a:lnTo>
                    <a:pt x="3060" y="1345"/>
                  </a:lnTo>
                  <a:lnTo>
                    <a:pt x="2989" y="1309"/>
                  </a:lnTo>
                  <a:lnTo>
                    <a:pt x="2901" y="1283"/>
                  </a:lnTo>
                  <a:lnTo>
                    <a:pt x="2821" y="1274"/>
                  </a:lnTo>
                  <a:lnTo>
                    <a:pt x="2733" y="1283"/>
                  </a:lnTo>
                  <a:lnTo>
                    <a:pt x="2653" y="1309"/>
                  </a:lnTo>
                  <a:lnTo>
                    <a:pt x="2574" y="1345"/>
                  </a:lnTo>
                  <a:lnTo>
                    <a:pt x="2503" y="1406"/>
                  </a:lnTo>
                  <a:lnTo>
                    <a:pt x="1327" y="2583"/>
                  </a:lnTo>
                  <a:lnTo>
                    <a:pt x="1327" y="2583"/>
                  </a:lnTo>
                  <a:lnTo>
                    <a:pt x="1265" y="2653"/>
                  </a:lnTo>
                  <a:lnTo>
                    <a:pt x="1221" y="2733"/>
                  </a:lnTo>
                  <a:lnTo>
                    <a:pt x="1203" y="2812"/>
                  </a:lnTo>
                  <a:lnTo>
                    <a:pt x="1194" y="2901"/>
                  </a:lnTo>
                  <a:lnTo>
                    <a:pt x="1203" y="2980"/>
                  </a:lnTo>
                  <a:lnTo>
                    <a:pt x="1221" y="3069"/>
                  </a:lnTo>
                  <a:lnTo>
                    <a:pt x="1265" y="3148"/>
                  </a:lnTo>
                  <a:lnTo>
                    <a:pt x="1327" y="3210"/>
                  </a:lnTo>
                  <a:lnTo>
                    <a:pt x="2061" y="3953"/>
                  </a:lnTo>
                  <a:lnTo>
                    <a:pt x="2061" y="3953"/>
                  </a:lnTo>
                  <a:lnTo>
                    <a:pt x="1963" y="4112"/>
                  </a:lnTo>
                  <a:lnTo>
                    <a:pt x="1875" y="4289"/>
                  </a:lnTo>
                  <a:lnTo>
                    <a:pt x="1787" y="4466"/>
                  </a:lnTo>
                  <a:lnTo>
                    <a:pt x="1716" y="4643"/>
                  </a:lnTo>
                  <a:lnTo>
                    <a:pt x="1645" y="4820"/>
                  </a:lnTo>
                  <a:lnTo>
                    <a:pt x="1574" y="5005"/>
                  </a:lnTo>
                  <a:lnTo>
                    <a:pt x="1521" y="5200"/>
                  </a:lnTo>
                  <a:lnTo>
                    <a:pt x="1468" y="5386"/>
                  </a:lnTo>
                  <a:lnTo>
                    <a:pt x="451" y="5386"/>
                  </a:lnTo>
                  <a:lnTo>
                    <a:pt x="451" y="5386"/>
                  </a:lnTo>
                  <a:lnTo>
                    <a:pt x="363" y="5395"/>
                  </a:lnTo>
                  <a:lnTo>
                    <a:pt x="274" y="5421"/>
                  </a:lnTo>
                  <a:lnTo>
                    <a:pt x="195" y="5465"/>
                  </a:lnTo>
                  <a:lnTo>
                    <a:pt x="133" y="5518"/>
                  </a:lnTo>
                  <a:lnTo>
                    <a:pt x="80" y="5589"/>
                  </a:lnTo>
                  <a:lnTo>
                    <a:pt x="36" y="5660"/>
                  </a:lnTo>
                  <a:lnTo>
                    <a:pt x="9" y="5748"/>
                  </a:lnTo>
                  <a:lnTo>
                    <a:pt x="0" y="5837"/>
                  </a:lnTo>
                  <a:lnTo>
                    <a:pt x="0" y="7499"/>
                  </a:lnTo>
                  <a:lnTo>
                    <a:pt x="0" y="7499"/>
                  </a:lnTo>
                  <a:lnTo>
                    <a:pt x="9" y="7588"/>
                  </a:lnTo>
                  <a:lnTo>
                    <a:pt x="36" y="7676"/>
                  </a:lnTo>
                  <a:lnTo>
                    <a:pt x="80" y="7756"/>
                  </a:lnTo>
                  <a:lnTo>
                    <a:pt x="133" y="7817"/>
                  </a:lnTo>
                  <a:lnTo>
                    <a:pt x="195" y="7871"/>
                  </a:lnTo>
                  <a:lnTo>
                    <a:pt x="274" y="7915"/>
                  </a:lnTo>
                  <a:lnTo>
                    <a:pt x="363" y="7941"/>
                  </a:lnTo>
                  <a:lnTo>
                    <a:pt x="451" y="7950"/>
                  </a:lnTo>
                  <a:lnTo>
                    <a:pt x="1468" y="7950"/>
                  </a:lnTo>
                  <a:lnTo>
                    <a:pt x="1468" y="7950"/>
                  </a:lnTo>
                  <a:lnTo>
                    <a:pt x="1521" y="8154"/>
                  </a:lnTo>
                  <a:lnTo>
                    <a:pt x="1583" y="8357"/>
                  </a:lnTo>
                  <a:lnTo>
                    <a:pt x="1654" y="8551"/>
                  </a:lnTo>
                  <a:lnTo>
                    <a:pt x="1733" y="8746"/>
                  </a:lnTo>
                  <a:lnTo>
                    <a:pt x="1813" y="8932"/>
                  </a:lnTo>
                  <a:lnTo>
                    <a:pt x="1910" y="9117"/>
                  </a:lnTo>
                  <a:lnTo>
                    <a:pt x="2008" y="9303"/>
                  </a:lnTo>
                  <a:lnTo>
                    <a:pt x="2114" y="9480"/>
                  </a:lnTo>
                  <a:lnTo>
                    <a:pt x="1397" y="10196"/>
                  </a:lnTo>
                  <a:lnTo>
                    <a:pt x="1397" y="10196"/>
                  </a:lnTo>
                  <a:lnTo>
                    <a:pt x="1336" y="10267"/>
                  </a:lnTo>
                  <a:lnTo>
                    <a:pt x="1300" y="10347"/>
                  </a:lnTo>
                  <a:lnTo>
                    <a:pt x="1274" y="10426"/>
                  </a:lnTo>
                  <a:lnTo>
                    <a:pt x="1265" y="10515"/>
                  </a:lnTo>
                  <a:lnTo>
                    <a:pt x="1274" y="10594"/>
                  </a:lnTo>
                  <a:lnTo>
                    <a:pt x="1300" y="10683"/>
                  </a:lnTo>
                  <a:lnTo>
                    <a:pt x="1336" y="10762"/>
                  </a:lnTo>
                  <a:lnTo>
                    <a:pt x="1397" y="10824"/>
                  </a:lnTo>
                  <a:lnTo>
                    <a:pt x="2574" y="12009"/>
                  </a:lnTo>
                  <a:lnTo>
                    <a:pt x="2574" y="12009"/>
                  </a:lnTo>
                  <a:lnTo>
                    <a:pt x="2644" y="12062"/>
                  </a:lnTo>
                  <a:lnTo>
                    <a:pt x="2724" y="12106"/>
                  </a:lnTo>
                  <a:lnTo>
                    <a:pt x="2803" y="12133"/>
                  </a:lnTo>
                  <a:lnTo>
                    <a:pt x="2892" y="12133"/>
                  </a:lnTo>
                  <a:lnTo>
                    <a:pt x="2971" y="12133"/>
                  </a:lnTo>
                  <a:lnTo>
                    <a:pt x="3060" y="12106"/>
                  </a:lnTo>
                  <a:lnTo>
                    <a:pt x="3140" y="12062"/>
                  </a:lnTo>
                  <a:lnTo>
                    <a:pt x="3210" y="12009"/>
                  </a:lnTo>
                  <a:lnTo>
                    <a:pt x="3944" y="11266"/>
                  </a:lnTo>
                  <a:lnTo>
                    <a:pt x="3944" y="11266"/>
                  </a:lnTo>
                  <a:lnTo>
                    <a:pt x="4112" y="11363"/>
                  </a:lnTo>
                  <a:lnTo>
                    <a:pt x="4280" y="11452"/>
                  </a:lnTo>
                  <a:lnTo>
                    <a:pt x="4457" y="11540"/>
                  </a:lnTo>
                  <a:lnTo>
                    <a:pt x="4634" y="11611"/>
                  </a:lnTo>
                  <a:lnTo>
                    <a:pt x="4811" y="11682"/>
                  </a:lnTo>
                  <a:lnTo>
                    <a:pt x="4997" y="11744"/>
                  </a:lnTo>
                  <a:lnTo>
                    <a:pt x="5182" y="11806"/>
                  </a:lnTo>
                  <a:lnTo>
                    <a:pt x="5377" y="11859"/>
                  </a:lnTo>
                  <a:lnTo>
                    <a:pt x="5377" y="12902"/>
                  </a:lnTo>
                  <a:lnTo>
                    <a:pt x="5377" y="12902"/>
                  </a:lnTo>
                  <a:lnTo>
                    <a:pt x="5386" y="12991"/>
                  </a:lnTo>
                  <a:lnTo>
                    <a:pt x="5412" y="13070"/>
                  </a:lnTo>
                  <a:lnTo>
                    <a:pt x="5448" y="13150"/>
                  </a:lnTo>
                  <a:lnTo>
                    <a:pt x="5509" y="13212"/>
                  </a:lnTo>
                  <a:lnTo>
                    <a:pt x="5571" y="13265"/>
                  </a:lnTo>
                  <a:lnTo>
                    <a:pt x="5651" y="13309"/>
                  </a:lnTo>
                  <a:lnTo>
                    <a:pt x="5730" y="13335"/>
                  </a:lnTo>
                  <a:lnTo>
                    <a:pt x="5819" y="13344"/>
                  </a:lnTo>
                  <a:lnTo>
                    <a:pt x="7667" y="13344"/>
                  </a:lnTo>
                </a:path>
              </a:pathLst>
            </a:custGeom>
            <a:solidFill>
              <a:schemeClr val="accent1"/>
            </a:solidFill>
            <a:ln cap="rnd"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 name="Google Shape;266;p45"/>
          <p:cNvSpPr/>
          <p:nvPr/>
        </p:nvSpPr>
        <p:spPr>
          <a:xfrm>
            <a:off x="1287134" y="1314175"/>
            <a:ext cx="23787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sz="1300">
                <a:solidFill>
                  <a:srgbClr val="5A99E6"/>
                </a:solidFill>
                <a:latin typeface="Lexend Medium"/>
                <a:ea typeface="Lexend Medium"/>
                <a:cs typeface="Lexend Medium"/>
                <a:sym typeface="Lexend Medium"/>
              </a:rPr>
              <a:t>Title</a:t>
            </a:r>
            <a:endParaRPr i="0" sz="1300" u="none" cap="none" strike="noStrike">
              <a:solidFill>
                <a:srgbClr val="5A99E6"/>
              </a:solidFill>
              <a:latin typeface="Lexend Medium"/>
              <a:ea typeface="Lexend Medium"/>
              <a:cs typeface="Lexend Medium"/>
              <a:sym typeface="Lexend Medium"/>
            </a:endParaRPr>
          </a:p>
        </p:txBody>
      </p:sp>
      <p:sp>
        <p:nvSpPr>
          <p:cNvPr id="267" name="Google Shape;267;p45"/>
          <p:cNvSpPr/>
          <p:nvPr/>
        </p:nvSpPr>
        <p:spPr>
          <a:xfrm>
            <a:off x="1279700" y="1594900"/>
            <a:ext cx="2920200" cy="1167300"/>
          </a:xfrm>
          <a:prstGeom prst="rect">
            <a:avLst/>
          </a:prstGeom>
          <a:noFill/>
          <a:ln>
            <a:noFill/>
          </a:ln>
        </p:spPr>
        <p:txBody>
          <a:bodyPr anchorCtr="0" anchor="ctr" bIns="0" lIns="0" spcFirstLastPara="1" rIns="0" wrap="square" tIns="0">
            <a:noAutofit/>
          </a:bodyPr>
          <a:lstStyle/>
          <a:p>
            <a:pPr indent="-241300" lvl="0" marL="285750" rtl="0" algn="l">
              <a:lnSpc>
                <a:spcPct val="115000"/>
              </a:lnSpc>
              <a:spcBef>
                <a:spcPts val="500"/>
              </a:spcBef>
              <a:spcAft>
                <a:spcPts val="0"/>
              </a:spcAft>
              <a:buClr>
                <a:schemeClr val="accent1"/>
              </a:buClr>
              <a:buSzPts val="1100"/>
              <a:buFont typeface="Open Sans"/>
              <a:buChar char="●"/>
            </a:pPr>
            <a:r>
              <a:rPr lang="en" sz="1100">
                <a:solidFill>
                  <a:schemeClr val="dk1"/>
                </a:solidFill>
                <a:latin typeface="Open Sans"/>
                <a:ea typeface="Open Sans"/>
                <a:cs typeface="Open Sans"/>
                <a:sym typeface="Open Sans"/>
              </a:rPr>
              <a:t>Main paragraph text. Lorem ipsum dolor sit amet, consectetur adipiscing elit. </a:t>
            </a:r>
            <a:endParaRPr sz="1100">
              <a:solidFill>
                <a:schemeClr val="dk1"/>
              </a:solidFill>
              <a:latin typeface="Open Sans"/>
              <a:ea typeface="Open Sans"/>
              <a:cs typeface="Open Sans"/>
              <a:sym typeface="Open Sans"/>
            </a:endParaRPr>
          </a:p>
          <a:p>
            <a:pPr indent="-241300" lvl="0" marL="285750" rtl="0" algn="l">
              <a:lnSpc>
                <a:spcPct val="115000"/>
              </a:lnSpc>
              <a:spcBef>
                <a:spcPts val="500"/>
              </a:spcBef>
              <a:spcAft>
                <a:spcPts val="0"/>
              </a:spcAft>
              <a:buClr>
                <a:schemeClr val="accent1"/>
              </a:buClr>
              <a:buSzPts val="1100"/>
              <a:buFont typeface="Open Sans"/>
              <a:buChar char="●"/>
            </a:pPr>
            <a:r>
              <a:rPr lang="en" sz="1100">
                <a:solidFill>
                  <a:schemeClr val="dk1"/>
                </a:solidFill>
                <a:latin typeface="Open Sans"/>
                <a:ea typeface="Open Sans"/>
                <a:cs typeface="Open Sans"/>
                <a:sym typeface="Open Sans"/>
              </a:rPr>
              <a:t>Duis at vulputate nisi. Ut mi orci, posuere eu viverra bibendum, tincidunt eget.</a:t>
            </a:r>
            <a:endParaRPr sz="800">
              <a:solidFill>
                <a:schemeClr val="dk1"/>
              </a:solidFill>
              <a:latin typeface="Open Sans"/>
              <a:ea typeface="Open Sans"/>
              <a:cs typeface="Open Sans"/>
              <a:sym typeface="Open Sans"/>
            </a:endParaRPr>
          </a:p>
        </p:txBody>
      </p:sp>
      <p:sp>
        <p:nvSpPr>
          <p:cNvPr id="268" name="Google Shape;268;p45"/>
          <p:cNvSpPr/>
          <p:nvPr/>
        </p:nvSpPr>
        <p:spPr>
          <a:xfrm>
            <a:off x="1279710" y="3187598"/>
            <a:ext cx="23934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sz="1300">
                <a:solidFill>
                  <a:srgbClr val="C74086"/>
                </a:solidFill>
                <a:latin typeface="Lexend Medium"/>
                <a:ea typeface="Lexend Medium"/>
                <a:cs typeface="Lexend Medium"/>
                <a:sym typeface="Lexend Medium"/>
              </a:rPr>
              <a:t>Title</a:t>
            </a:r>
            <a:endParaRPr i="0" sz="1300" u="none" cap="none" strike="noStrike">
              <a:solidFill>
                <a:srgbClr val="C74086"/>
              </a:solidFill>
              <a:latin typeface="Lexend Medium"/>
              <a:ea typeface="Lexend Medium"/>
              <a:cs typeface="Lexend Medium"/>
              <a:sym typeface="Lexend Medium"/>
            </a:endParaRPr>
          </a:p>
        </p:txBody>
      </p:sp>
      <p:sp>
        <p:nvSpPr>
          <p:cNvPr id="269" name="Google Shape;269;p45"/>
          <p:cNvSpPr/>
          <p:nvPr/>
        </p:nvSpPr>
        <p:spPr>
          <a:xfrm>
            <a:off x="5597101" y="1314175"/>
            <a:ext cx="24702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sz="1300">
                <a:solidFill>
                  <a:srgbClr val="352694"/>
                </a:solidFill>
                <a:latin typeface="Lexend Medium"/>
                <a:ea typeface="Lexend Medium"/>
                <a:cs typeface="Lexend Medium"/>
                <a:sym typeface="Lexend Medium"/>
              </a:rPr>
              <a:t>Title</a:t>
            </a:r>
            <a:endParaRPr i="0" sz="1300" u="none" cap="none" strike="noStrike">
              <a:solidFill>
                <a:srgbClr val="352694"/>
              </a:solidFill>
              <a:latin typeface="Lexend Medium"/>
              <a:ea typeface="Lexend Medium"/>
              <a:cs typeface="Lexend Medium"/>
              <a:sym typeface="Lexend Medium"/>
            </a:endParaRPr>
          </a:p>
        </p:txBody>
      </p:sp>
      <p:sp>
        <p:nvSpPr>
          <p:cNvPr id="270" name="Google Shape;270;p45"/>
          <p:cNvSpPr/>
          <p:nvPr/>
        </p:nvSpPr>
        <p:spPr>
          <a:xfrm>
            <a:off x="5597140" y="3174399"/>
            <a:ext cx="24696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sz="1300">
                <a:solidFill>
                  <a:schemeClr val="accent1"/>
                </a:solidFill>
                <a:latin typeface="Lexend Medium"/>
                <a:ea typeface="Lexend Medium"/>
                <a:cs typeface="Lexend Medium"/>
                <a:sym typeface="Lexend Medium"/>
              </a:rPr>
              <a:t>Title</a:t>
            </a:r>
            <a:endParaRPr i="0" sz="1300" u="none" cap="none" strike="noStrike">
              <a:solidFill>
                <a:schemeClr val="accent1"/>
              </a:solidFill>
              <a:latin typeface="Lexend Medium"/>
              <a:ea typeface="Lexend Medium"/>
              <a:cs typeface="Lexend Medium"/>
              <a:sym typeface="Lexend Medium"/>
            </a:endParaRPr>
          </a:p>
        </p:txBody>
      </p:sp>
      <p:grpSp>
        <p:nvGrpSpPr>
          <p:cNvPr id="271" name="Google Shape;271;p45"/>
          <p:cNvGrpSpPr/>
          <p:nvPr/>
        </p:nvGrpSpPr>
        <p:grpSpPr>
          <a:xfrm>
            <a:off x="755849" y="1332283"/>
            <a:ext cx="341570" cy="492615"/>
            <a:chOff x="7811802" y="1080928"/>
            <a:chExt cx="353556" cy="498295"/>
          </a:xfrm>
        </p:grpSpPr>
        <p:sp>
          <p:nvSpPr>
            <p:cNvPr id="272" name="Google Shape;272;p45"/>
            <p:cNvSpPr/>
            <p:nvPr/>
          </p:nvSpPr>
          <p:spPr>
            <a:xfrm>
              <a:off x="7952550" y="1267153"/>
              <a:ext cx="212808" cy="312070"/>
            </a:xfrm>
            <a:custGeom>
              <a:rect b="b" l="l" r="r" t="t"/>
              <a:pathLst>
                <a:path extrusionOk="0" fill="none" h="8252" w="17069">
                  <a:moveTo>
                    <a:pt x="16882" y="1"/>
                  </a:moveTo>
                  <a:lnTo>
                    <a:pt x="16882" y="1"/>
                  </a:lnTo>
                  <a:lnTo>
                    <a:pt x="16984" y="271"/>
                  </a:lnTo>
                  <a:lnTo>
                    <a:pt x="17051" y="547"/>
                  </a:lnTo>
                  <a:lnTo>
                    <a:pt x="17051" y="547"/>
                  </a:lnTo>
                  <a:lnTo>
                    <a:pt x="17068" y="671"/>
                  </a:lnTo>
                  <a:lnTo>
                    <a:pt x="17068" y="794"/>
                  </a:lnTo>
                  <a:lnTo>
                    <a:pt x="17051" y="1047"/>
                  </a:lnTo>
                  <a:lnTo>
                    <a:pt x="16984" y="1305"/>
                  </a:lnTo>
                  <a:lnTo>
                    <a:pt x="16882" y="1564"/>
                  </a:lnTo>
                  <a:lnTo>
                    <a:pt x="16747" y="1828"/>
                  </a:lnTo>
                  <a:lnTo>
                    <a:pt x="16578" y="2087"/>
                  </a:lnTo>
                  <a:lnTo>
                    <a:pt x="16392" y="2345"/>
                  </a:lnTo>
                  <a:lnTo>
                    <a:pt x="16156" y="2604"/>
                  </a:lnTo>
                  <a:lnTo>
                    <a:pt x="16156" y="2604"/>
                  </a:lnTo>
                  <a:lnTo>
                    <a:pt x="15970" y="2804"/>
                  </a:lnTo>
                  <a:lnTo>
                    <a:pt x="15801" y="3015"/>
                  </a:lnTo>
                  <a:lnTo>
                    <a:pt x="15632" y="3221"/>
                  </a:lnTo>
                  <a:lnTo>
                    <a:pt x="15497" y="3433"/>
                  </a:lnTo>
                  <a:lnTo>
                    <a:pt x="15378" y="3638"/>
                  </a:lnTo>
                  <a:lnTo>
                    <a:pt x="15277" y="3850"/>
                  </a:lnTo>
                  <a:lnTo>
                    <a:pt x="15209" y="4061"/>
                  </a:lnTo>
                  <a:lnTo>
                    <a:pt x="15142" y="4279"/>
                  </a:lnTo>
                  <a:lnTo>
                    <a:pt x="15091" y="4490"/>
                  </a:lnTo>
                  <a:lnTo>
                    <a:pt x="15057" y="4702"/>
                  </a:lnTo>
                  <a:lnTo>
                    <a:pt x="15040" y="4919"/>
                  </a:lnTo>
                  <a:lnTo>
                    <a:pt x="15040" y="5131"/>
                  </a:lnTo>
                  <a:lnTo>
                    <a:pt x="15057" y="5348"/>
                  </a:lnTo>
                  <a:lnTo>
                    <a:pt x="15091" y="5560"/>
                  </a:lnTo>
                  <a:lnTo>
                    <a:pt x="15142" y="5777"/>
                  </a:lnTo>
                  <a:lnTo>
                    <a:pt x="15209" y="5989"/>
                  </a:lnTo>
                  <a:lnTo>
                    <a:pt x="16037" y="8251"/>
                  </a:lnTo>
                  <a:lnTo>
                    <a:pt x="1" y="8251"/>
                  </a:lnTo>
                  <a:lnTo>
                    <a:pt x="1" y="6259"/>
                  </a:lnTo>
                  <a:lnTo>
                    <a:pt x="1" y="6259"/>
                  </a:lnTo>
                  <a:lnTo>
                    <a:pt x="745" y="6171"/>
                  </a:lnTo>
                  <a:lnTo>
                    <a:pt x="1454" y="6083"/>
                  </a:lnTo>
                  <a:lnTo>
                    <a:pt x="2164" y="5995"/>
                  </a:lnTo>
                  <a:lnTo>
                    <a:pt x="2840" y="5895"/>
                  </a:lnTo>
                  <a:lnTo>
                    <a:pt x="3482" y="5789"/>
                  </a:lnTo>
                  <a:lnTo>
                    <a:pt x="4090" y="5677"/>
                  </a:lnTo>
                  <a:lnTo>
                    <a:pt x="4665" y="5566"/>
                  </a:lnTo>
                  <a:lnTo>
                    <a:pt x="5206" y="5442"/>
                  </a:lnTo>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5"/>
            <p:cNvSpPr/>
            <p:nvPr/>
          </p:nvSpPr>
          <p:spPr>
            <a:xfrm>
              <a:off x="7811802" y="1116252"/>
              <a:ext cx="140746" cy="400298"/>
            </a:xfrm>
            <a:custGeom>
              <a:rect b="b" l="l" r="r" t="t"/>
              <a:pathLst>
                <a:path extrusionOk="0" fill="none" h="10585" w="11289">
                  <a:moveTo>
                    <a:pt x="11289" y="10249"/>
                  </a:moveTo>
                  <a:lnTo>
                    <a:pt x="11289" y="10249"/>
                  </a:lnTo>
                  <a:lnTo>
                    <a:pt x="10495" y="10326"/>
                  </a:lnTo>
                  <a:lnTo>
                    <a:pt x="9717" y="10396"/>
                  </a:lnTo>
                  <a:lnTo>
                    <a:pt x="8991" y="10461"/>
                  </a:lnTo>
                  <a:lnTo>
                    <a:pt x="8315" y="10508"/>
                  </a:lnTo>
                  <a:lnTo>
                    <a:pt x="7690" y="10549"/>
                  </a:lnTo>
                  <a:lnTo>
                    <a:pt x="7132" y="10572"/>
                  </a:lnTo>
                  <a:lnTo>
                    <a:pt x="6642" y="10584"/>
                  </a:lnTo>
                  <a:lnTo>
                    <a:pt x="6253" y="10584"/>
                  </a:lnTo>
                  <a:lnTo>
                    <a:pt x="6253" y="10584"/>
                  </a:lnTo>
                  <a:lnTo>
                    <a:pt x="5814" y="10572"/>
                  </a:lnTo>
                  <a:lnTo>
                    <a:pt x="5611" y="10555"/>
                  </a:lnTo>
                  <a:lnTo>
                    <a:pt x="5408" y="10543"/>
                  </a:lnTo>
                  <a:lnTo>
                    <a:pt x="5239" y="10525"/>
                  </a:lnTo>
                  <a:lnTo>
                    <a:pt x="5070" y="10502"/>
                  </a:lnTo>
                  <a:lnTo>
                    <a:pt x="4918" y="10484"/>
                  </a:lnTo>
                  <a:lnTo>
                    <a:pt x="4766" y="10455"/>
                  </a:lnTo>
                  <a:lnTo>
                    <a:pt x="4631" y="10431"/>
                  </a:lnTo>
                  <a:lnTo>
                    <a:pt x="4513" y="10402"/>
                  </a:lnTo>
                  <a:lnTo>
                    <a:pt x="4293" y="10337"/>
                  </a:lnTo>
                  <a:lnTo>
                    <a:pt x="4124" y="10273"/>
                  </a:lnTo>
                  <a:lnTo>
                    <a:pt x="3989" y="10196"/>
                  </a:lnTo>
                  <a:lnTo>
                    <a:pt x="3871" y="10120"/>
                  </a:lnTo>
                  <a:lnTo>
                    <a:pt x="3803" y="10043"/>
                  </a:lnTo>
                  <a:lnTo>
                    <a:pt x="3752" y="9961"/>
                  </a:lnTo>
                  <a:lnTo>
                    <a:pt x="3719" y="9879"/>
                  </a:lnTo>
                  <a:lnTo>
                    <a:pt x="3719" y="9797"/>
                  </a:lnTo>
                  <a:lnTo>
                    <a:pt x="3735" y="9720"/>
                  </a:lnTo>
                  <a:lnTo>
                    <a:pt x="3752" y="9644"/>
                  </a:lnTo>
                  <a:lnTo>
                    <a:pt x="3803" y="9567"/>
                  </a:lnTo>
                  <a:lnTo>
                    <a:pt x="3803" y="9567"/>
                  </a:lnTo>
                  <a:lnTo>
                    <a:pt x="3854" y="9479"/>
                  </a:lnTo>
                  <a:lnTo>
                    <a:pt x="3888" y="9368"/>
                  </a:lnTo>
                  <a:lnTo>
                    <a:pt x="3938" y="9127"/>
                  </a:lnTo>
                  <a:lnTo>
                    <a:pt x="3972" y="8921"/>
                  </a:lnTo>
                  <a:lnTo>
                    <a:pt x="3989" y="8839"/>
                  </a:lnTo>
                  <a:lnTo>
                    <a:pt x="3989" y="8839"/>
                  </a:lnTo>
                  <a:lnTo>
                    <a:pt x="3803" y="8833"/>
                  </a:lnTo>
                  <a:lnTo>
                    <a:pt x="3600" y="8821"/>
                  </a:lnTo>
                  <a:lnTo>
                    <a:pt x="3381" y="8804"/>
                  </a:lnTo>
                  <a:lnTo>
                    <a:pt x="3144" y="8780"/>
                  </a:lnTo>
                  <a:lnTo>
                    <a:pt x="3026" y="8757"/>
                  </a:lnTo>
                  <a:lnTo>
                    <a:pt x="2924" y="8733"/>
                  </a:lnTo>
                  <a:lnTo>
                    <a:pt x="2823" y="8710"/>
                  </a:lnTo>
                  <a:lnTo>
                    <a:pt x="2738" y="8674"/>
                  </a:lnTo>
                  <a:lnTo>
                    <a:pt x="2671" y="8639"/>
                  </a:lnTo>
                  <a:lnTo>
                    <a:pt x="2637" y="8598"/>
                  </a:lnTo>
                  <a:lnTo>
                    <a:pt x="2637" y="8598"/>
                  </a:lnTo>
                  <a:lnTo>
                    <a:pt x="2620" y="8568"/>
                  </a:lnTo>
                  <a:lnTo>
                    <a:pt x="2603" y="8533"/>
                  </a:lnTo>
                  <a:lnTo>
                    <a:pt x="2620" y="8504"/>
                  </a:lnTo>
                  <a:lnTo>
                    <a:pt x="2637" y="8474"/>
                  </a:lnTo>
                  <a:lnTo>
                    <a:pt x="2705" y="8416"/>
                  </a:lnTo>
                  <a:lnTo>
                    <a:pt x="2806" y="8363"/>
                  </a:lnTo>
                  <a:lnTo>
                    <a:pt x="2806" y="8363"/>
                  </a:lnTo>
                  <a:lnTo>
                    <a:pt x="2907" y="8316"/>
                  </a:lnTo>
                  <a:lnTo>
                    <a:pt x="3043" y="8275"/>
                  </a:lnTo>
                  <a:lnTo>
                    <a:pt x="3093" y="8251"/>
                  </a:lnTo>
                  <a:lnTo>
                    <a:pt x="3144" y="8228"/>
                  </a:lnTo>
                  <a:lnTo>
                    <a:pt x="3178" y="8198"/>
                  </a:lnTo>
                  <a:lnTo>
                    <a:pt x="3178" y="8169"/>
                  </a:lnTo>
                  <a:lnTo>
                    <a:pt x="3178" y="8169"/>
                  </a:lnTo>
                  <a:lnTo>
                    <a:pt x="3161" y="8140"/>
                  </a:lnTo>
                  <a:lnTo>
                    <a:pt x="3127" y="8116"/>
                  </a:lnTo>
                  <a:lnTo>
                    <a:pt x="3093" y="8098"/>
                  </a:lnTo>
                  <a:lnTo>
                    <a:pt x="3026" y="8087"/>
                  </a:lnTo>
                  <a:lnTo>
                    <a:pt x="2975" y="8075"/>
                  </a:lnTo>
                  <a:lnTo>
                    <a:pt x="2907" y="8069"/>
                  </a:lnTo>
                  <a:lnTo>
                    <a:pt x="2755" y="8063"/>
                  </a:lnTo>
                  <a:lnTo>
                    <a:pt x="2755" y="8063"/>
                  </a:lnTo>
                  <a:lnTo>
                    <a:pt x="2671" y="8057"/>
                  </a:lnTo>
                  <a:lnTo>
                    <a:pt x="2586" y="8051"/>
                  </a:lnTo>
                  <a:lnTo>
                    <a:pt x="2451" y="8022"/>
                  </a:lnTo>
                  <a:lnTo>
                    <a:pt x="2333" y="7987"/>
                  </a:lnTo>
                  <a:lnTo>
                    <a:pt x="2232" y="7946"/>
                  </a:lnTo>
                  <a:lnTo>
                    <a:pt x="2181" y="7893"/>
                  </a:lnTo>
                  <a:lnTo>
                    <a:pt x="2147" y="7840"/>
                  </a:lnTo>
                  <a:lnTo>
                    <a:pt x="2164" y="7787"/>
                  </a:lnTo>
                  <a:lnTo>
                    <a:pt x="2181" y="7758"/>
                  </a:lnTo>
                  <a:lnTo>
                    <a:pt x="2215" y="7728"/>
                  </a:lnTo>
                  <a:lnTo>
                    <a:pt x="2215" y="7728"/>
                  </a:lnTo>
                  <a:lnTo>
                    <a:pt x="2333" y="7640"/>
                  </a:lnTo>
                  <a:lnTo>
                    <a:pt x="2468" y="7528"/>
                  </a:lnTo>
                  <a:lnTo>
                    <a:pt x="2688" y="7305"/>
                  </a:lnTo>
                  <a:lnTo>
                    <a:pt x="2941" y="7046"/>
                  </a:lnTo>
                  <a:lnTo>
                    <a:pt x="2941" y="7046"/>
                  </a:lnTo>
                  <a:lnTo>
                    <a:pt x="2536" y="7035"/>
                  </a:lnTo>
                  <a:lnTo>
                    <a:pt x="2130" y="7011"/>
                  </a:lnTo>
                  <a:lnTo>
                    <a:pt x="1640" y="6982"/>
                  </a:lnTo>
                  <a:lnTo>
                    <a:pt x="1133" y="6941"/>
                  </a:lnTo>
                  <a:lnTo>
                    <a:pt x="897" y="6917"/>
                  </a:lnTo>
                  <a:lnTo>
                    <a:pt x="677" y="6888"/>
                  </a:lnTo>
                  <a:lnTo>
                    <a:pt x="457" y="6858"/>
                  </a:lnTo>
                  <a:lnTo>
                    <a:pt x="288" y="6823"/>
                  </a:lnTo>
                  <a:lnTo>
                    <a:pt x="136" y="6782"/>
                  </a:lnTo>
                  <a:lnTo>
                    <a:pt x="85" y="6764"/>
                  </a:lnTo>
                  <a:lnTo>
                    <a:pt x="35" y="6741"/>
                  </a:lnTo>
                  <a:lnTo>
                    <a:pt x="35" y="6741"/>
                  </a:lnTo>
                  <a:lnTo>
                    <a:pt x="18" y="6717"/>
                  </a:lnTo>
                  <a:lnTo>
                    <a:pt x="1" y="6688"/>
                  </a:lnTo>
                  <a:lnTo>
                    <a:pt x="1" y="6653"/>
                  </a:lnTo>
                  <a:lnTo>
                    <a:pt x="18" y="6612"/>
                  </a:lnTo>
                  <a:lnTo>
                    <a:pt x="102" y="6523"/>
                  </a:lnTo>
                  <a:lnTo>
                    <a:pt x="221" y="6418"/>
                  </a:lnTo>
                  <a:lnTo>
                    <a:pt x="390" y="6300"/>
                  </a:lnTo>
                  <a:lnTo>
                    <a:pt x="592" y="6177"/>
                  </a:lnTo>
                  <a:lnTo>
                    <a:pt x="812" y="6048"/>
                  </a:lnTo>
                  <a:lnTo>
                    <a:pt x="1049" y="5912"/>
                  </a:lnTo>
                  <a:lnTo>
                    <a:pt x="1539" y="5648"/>
                  </a:lnTo>
                  <a:lnTo>
                    <a:pt x="1995" y="5407"/>
                  </a:lnTo>
                  <a:lnTo>
                    <a:pt x="2367" y="5207"/>
                  </a:lnTo>
                  <a:lnTo>
                    <a:pt x="2485" y="5131"/>
                  </a:lnTo>
                  <a:lnTo>
                    <a:pt x="2553" y="5078"/>
                  </a:lnTo>
                  <a:lnTo>
                    <a:pt x="2553" y="5078"/>
                  </a:lnTo>
                  <a:lnTo>
                    <a:pt x="2620" y="5019"/>
                  </a:lnTo>
                  <a:lnTo>
                    <a:pt x="2654" y="4960"/>
                  </a:lnTo>
                  <a:lnTo>
                    <a:pt x="2722" y="4831"/>
                  </a:lnTo>
                  <a:lnTo>
                    <a:pt x="2772" y="4696"/>
                  </a:lnTo>
                  <a:lnTo>
                    <a:pt x="2789" y="4555"/>
                  </a:lnTo>
                  <a:lnTo>
                    <a:pt x="2789" y="4555"/>
                  </a:lnTo>
                  <a:lnTo>
                    <a:pt x="2722" y="4373"/>
                  </a:lnTo>
                  <a:lnTo>
                    <a:pt x="2654" y="4191"/>
                  </a:lnTo>
                  <a:lnTo>
                    <a:pt x="2654" y="4191"/>
                  </a:lnTo>
                  <a:lnTo>
                    <a:pt x="2620" y="4020"/>
                  </a:lnTo>
                  <a:lnTo>
                    <a:pt x="2586" y="3856"/>
                  </a:lnTo>
                  <a:lnTo>
                    <a:pt x="2569" y="3697"/>
                  </a:lnTo>
                  <a:lnTo>
                    <a:pt x="2569" y="3538"/>
                  </a:lnTo>
                  <a:lnTo>
                    <a:pt x="2569" y="3538"/>
                  </a:lnTo>
                  <a:lnTo>
                    <a:pt x="2569" y="3532"/>
                  </a:lnTo>
                  <a:lnTo>
                    <a:pt x="2569" y="3532"/>
                  </a:lnTo>
                  <a:lnTo>
                    <a:pt x="2569" y="3532"/>
                  </a:lnTo>
                  <a:lnTo>
                    <a:pt x="2586" y="3380"/>
                  </a:lnTo>
                  <a:lnTo>
                    <a:pt x="2603" y="3227"/>
                  </a:lnTo>
                  <a:lnTo>
                    <a:pt x="2620" y="3080"/>
                  </a:lnTo>
                  <a:lnTo>
                    <a:pt x="2671" y="2939"/>
                  </a:lnTo>
                  <a:lnTo>
                    <a:pt x="2722" y="2798"/>
                  </a:lnTo>
                  <a:lnTo>
                    <a:pt x="2789" y="2663"/>
                  </a:lnTo>
                  <a:lnTo>
                    <a:pt x="2857" y="2528"/>
                  </a:lnTo>
                  <a:lnTo>
                    <a:pt x="2941" y="2398"/>
                  </a:lnTo>
                  <a:lnTo>
                    <a:pt x="3043" y="2275"/>
                  </a:lnTo>
                  <a:lnTo>
                    <a:pt x="3144" y="2151"/>
                  </a:lnTo>
                  <a:lnTo>
                    <a:pt x="3262" y="2028"/>
                  </a:lnTo>
                  <a:lnTo>
                    <a:pt x="3397" y="1916"/>
                  </a:lnTo>
                  <a:lnTo>
                    <a:pt x="3533" y="1799"/>
                  </a:lnTo>
                  <a:lnTo>
                    <a:pt x="3685" y="1687"/>
                  </a:lnTo>
                  <a:lnTo>
                    <a:pt x="3837" y="1581"/>
                  </a:lnTo>
                  <a:lnTo>
                    <a:pt x="4006" y="1476"/>
                  </a:lnTo>
                  <a:lnTo>
                    <a:pt x="4175" y="1376"/>
                  </a:lnTo>
                  <a:lnTo>
                    <a:pt x="4361" y="1276"/>
                  </a:lnTo>
                  <a:lnTo>
                    <a:pt x="4563" y="1182"/>
                  </a:lnTo>
                  <a:lnTo>
                    <a:pt x="4766" y="1088"/>
                  </a:lnTo>
                  <a:lnTo>
                    <a:pt x="4986" y="1000"/>
                  </a:lnTo>
                  <a:lnTo>
                    <a:pt x="5223" y="912"/>
                  </a:lnTo>
                  <a:lnTo>
                    <a:pt x="5459" y="829"/>
                  </a:lnTo>
                  <a:lnTo>
                    <a:pt x="5696" y="747"/>
                  </a:lnTo>
                  <a:lnTo>
                    <a:pt x="5949" y="665"/>
                  </a:lnTo>
                  <a:lnTo>
                    <a:pt x="6219" y="588"/>
                  </a:lnTo>
                  <a:lnTo>
                    <a:pt x="6490" y="512"/>
                  </a:lnTo>
                  <a:lnTo>
                    <a:pt x="6777" y="441"/>
                  </a:lnTo>
                  <a:lnTo>
                    <a:pt x="7064" y="371"/>
                  </a:lnTo>
                  <a:lnTo>
                    <a:pt x="7369" y="306"/>
                  </a:lnTo>
                  <a:lnTo>
                    <a:pt x="7994" y="177"/>
                  </a:lnTo>
                  <a:lnTo>
                    <a:pt x="7994" y="177"/>
                  </a:lnTo>
                  <a:lnTo>
                    <a:pt x="8247" y="130"/>
                  </a:lnTo>
                  <a:lnTo>
                    <a:pt x="8518" y="83"/>
                  </a:lnTo>
                  <a:lnTo>
                    <a:pt x="8805" y="36"/>
                  </a:lnTo>
                  <a:lnTo>
                    <a:pt x="9092" y="1"/>
                  </a:lnTo>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5"/>
            <p:cNvSpPr/>
            <p:nvPr/>
          </p:nvSpPr>
          <p:spPr>
            <a:xfrm>
              <a:off x="7966677" y="1080928"/>
              <a:ext cx="167925" cy="176910"/>
            </a:xfrm>
            <a:custGeom>
              <a:rect b="b" l="l" r="r" t="t"/>
              <a:pathLst>
                <a:path extrusionOk="0" fill="none" h="4678" w="13469">
                  <a:moveTo>
                    <a:pt x="6743" y="0"/>
                  </a:moveTo>
                  <a:lnTo>
                    <a:pt x="6743" y="0"/>
                  </a:lnTo>
                  <a:lnTo>
                    <a:pt x="7081" y="6"/>
                  </a:lnTo>
                  <a:lnTo>
                    <a:pt x="7419" y="12"/>
                  </a:lnTo>
                  <a:lnTo>
                    <a:pt x="7756" y="30"/>
                  </a:lnTo>
                  <a:lnTo>
                    <a:pt x="8094" y="47"/>
                  </a:lnTo>
                  <a:lnTo>
                    <a:pt x="8416" y="77"/>
                  </a:lnTo>
                  <a:lnTo>
                    <a:pt x="8737" y="106"/>
                  </a:lnTo>
                  <a:lnTo>
                    <a:pt x="9041" y="141"/>
                  </a:lnTo>
                  <a:lnTo>
                    <a:pt x="9362" y="182"/>
                  </a:lnTo>
                  <a:lnTo>
                    <a:pt x="9649" y="229"/>
                  </a:lnTo>
                  <a:lnTo>
                    <a:pt x="9936" y="282"/>
                  </a:lnTo>
                  <a:lnTo>
                    <a:pt x="10224" y="341"/>
                  </a:lnTo>
                  <a:lnTo>
                    <a:pt x="10494" y="400"/>
                  </a:lnTo>
                  <a:lnTo>
                    <a:pt x="10764" y="465"/>
                  </a:lnTo>
                  <a:lnTo>
                    <a:pt x="11018" y="535"/>
                  </a:lnTo>
                  <a:lnTo>
                    <a:pt x="11254" y="611"/>
                  </a:lnTo>
                  <a:lnTo>
                    <a:pt x="11491" y="688"/>
                  </a:lnTo>
                  <a:lnTo>
                    <a:pt x="11711" y="770"/>
                  </a:lnTo>
                  <a:lnTo>
                    <a:pt x="11930" y="852"/>
                  </a:lnTo>
                  <a:lnTo>
                    <a:pt x="12133" y="941"/>
                  </a:lnTo>
                  <a:lnTo>
                    <a:pt x="12319" y="1035"/>
                  </a:lnTo>
                  <a:lnTo>
                    <a:pt x="12488" y="1129"/>
                  </a:lnTo>
                  <a:lnTo>
                    <a:pt x="12657" y="1228"/>
                  </a:lnTo>
                  <a:lnTo>
                    <a:pt x="12792" y="1328"/>
                  </a:lnTo>
                  <a:lnTo>
                    <a:pt x="12927" y="1428"/>
                  </a:lnTo>
                  <a:lnTo>
                    <a:pt x="13046" y="1534"/>
                  </a:lnTo>
                  <a:lnTo>
                    <a:pt x="13164" y="1646"/>
                  </a:lnTo>
                  <a:lnTo>
                    <a:pt x="13248" y="1757"/>
                  </a:lnTo>
                  <a:lnTo>
                    <a:pt x="13333" y="1869"/>
                  </a:lnTo>
                  <a:lnTo>
                    <a:pt x="13384" y="1987"/>
                  </a:lnTo>
                  <a:lnTo>
                    <a:pt x="13434" y="2104"/>
                  </a:lnTo>
                  <a:lnTo>
                    <a:pt x="13451" y="2222"/>
                  </a:lnTo>
                  <a:lnTo>
                    <a:pt x="13468" y="2339"/>
                  </a:lnTo>
                  <a:lnTo>
                    <a:pt x="13468" y="2339"/>
                  </a:lnTo>
                  <a:lnTo>
                    <a:pt x="13434" y="2521"/>
                  </a:lnTo>
                  <a:lnTo>
                    <a:pt x="13384" y="2698"/>
                  </a:lnTo>
                  <a:lnTo>
                    <a:pt x="13299" y="2868"/>
                  </a:lnTo>
                  <a:lnTo>
                    <a:pt x="13164" y="3033"/>
                  </a:lnTo>
                  <a:lnTo>
                    <a:pt x="12995" y="3197"/>
                  </a:lnTo>
                  <a:lnTo>
                    <a:pt x="12809" y="3356"/>
                  </a:lnTo>
                  <a:lnTo>
                    <a:pt x="12572" y="3503"/>
                  </a:lnTo>
                  <a:lnTo>
                    <a:pt x="12319" y="3644"/>
                  </a:lnTo>
                  <a:lnTo>
                    <a:pt x="12032" y="3785"/>
                  </a:lnTo>
                  <a:lnTo>
                    <a:pt x="11728" y="3908"/>
                  </a:lnTo>
                  <a:lnTo>
                    <a:pt x="11390" y="4032"/>
                  </a:lnTo>
                  <a:lnTo>
                    <a:pt x="11035" y="4143"/>
                  </a:lnTo>
                  <a:lnTo>
                    <a:pt x="10646" y="4243"/>
                  </a:lnTo>
                  <a:lnTo>
                    <a:pt x="10241" y="4337"/>
                  </a:lnTo>
                  <a:lnTo>
                    <a:pt x="9818" y="4419"/>
                  </a:lnTo>
                  <a:lnTo>
                    <a:pt x="9379" y="4496"/>
                  </a:lnTo>
                  <a:lnTo>
                    <a:pt x="9379" y="4496"/>
                  </a:lnTo>
                  <a:lnTo>
                    <a:pt x="9075" y="4537"/>
                  </a:lnTo>
                  <a:lnTo>
                    <a:pt x="8753" y="4572"/>
                  </a:lnTo>
                  <a:lnTo>
                    <a:pt x="8432" y="4607"/>
                  </a:lnTo>
                  <a:lnTo>
                    <a:pt x="8094" y="4631"/>
                  </a:lnTo>
                  <a:lnTo>
                    <a:pt x="7773" y="4654"/>
                  </a:lnTo>
                  <a:lnTo>
                    <a:pt x="7435" y="4666"/>
                  </a:lnTo>
                  <a:lnTo>
                    <a:pt x="7081" y="4678"/>
                  </a:lnTo>
                  <a:lnTo>
                    <a:pt x="6743" y="4678"/>
                  </a:lnTo>
                  <a:lnTo>
                    <a:pt x="6743" y="4678"/>
                  </a:lnTo>
                  <a:lnTo>
                    <a:pt x="6388" y="4678"/>
                  </a:lnTo>
                  <a:lnTo>
                    <a:pt x="6050" y="4666"/>
                  </a:lnTo>
                  <a:lnTo>
                    <a:pt x="5695" y="4654"/>
                  </a:lnTo>
                  <a:lnTo>
                    <a:pt x="5374" y="4631"/>
                  </a:lnTo>
                  <a:lnTo>
                    <a:pt x="5036" y="4607"/>
                  </a:lnTo>
                  <a:lnTo>
                    <a:pt x="4715" y="4572"/>
                  </a:lnTo>
                  <a:lnTo>
                    <a:pt x="4411" y="4537"/>
                  </a:lnTo>
                  <a:lnTo>
                    <a:pt x="4090" y="4496"/>
                  </a:lnTo>
                  <a:lnTo>
                    <a:pt x="4090" y="4496"/>
                  </a:lnTo>
                  <a:lnTo>
                    <a:pt x="3650" y="4419"/>
                  </a:lnTo>
                  <a:lnTo>
                    <a:pt x="3228" y="4337"/>
                  </a:lnTo>
                  <a:lnTo>
                    <a:pt x="2822" y="4243"/>
                  </a:lnTo>
                  <a:lnTo>
                    <a:pt x="2450" y="4143"/>
                  </a:lnTo>
                  <a:lnTo>
                    <a:pt x="2079" y="4032"/>
                  </a:lnTo>
                  <a:lnTo>
                    <a:pt x="1741" y="3908"/>
                  </a:lnTo>
                  <a:lnTo>
                    <a:pt x="1437" y="3785"/>
                  </a:lnTo>
                  <a:lnTo>
                    <a:pt x="1149" y="3644"/>
                  </a:lnTo>
                  <a:lnTo>
                    <a:pt x="896" y="3503"/>
                  </a:lnTo>
                  <a:lnTo>
                    <a:pt x="659" y="3356"/>
                  </a:lnTo>
                  <a:lnTo>
                    <a:pt x="473" y="3197"/>
                  </a:lnTo>
                  <a:lnTo>
                    <a:pt x="304" y="3033"/>
                  </a:lnTo>
                  <a:lnTo>
                    <a:pt x="169" y="2868"/>
                  </a:lnTo>
                  <a:lnTo>
                    <a:pt x="85" y="2698"/>
                  </a:lnTo>
                  <a:lnTo>
                    <a:pt x="17" y="2521"/>
                  </a:lnTo>
                  <a:lnTo>
                    <a:pt x="0" y="2339"/>
                  </a:lnTo>
                  <a:lnTo>
                    <a:pt x="0" y="2339"/>
                  </a:lnTo>
                  <a:lnTo>
                    <a:pt x="17" y="2222"/>
                  </a:lnTo>
                  <a:lnTo>
                    <a:pt x="34" y="2104"/>
                  </a:lnTo>
                  <a:lnTo>
                    <a:pt x="85" y="1987"/>
                  </a:lnTo>
                  <a:lnTo>
                    <a:pt x="135" y="1869"/>
                  </a:lnTo>
                  <a:lnTo>
                    <a:pt x="220" y="1757"/>
                  </a:lnTo>
                  <a:lnTo>
                    <a:pt x="304" y="1646"/>
                  </a:lnTo>
                  <a:lnTo>
                    <a:pt x="406" y="1534"/>
                  </a:lnTo>
                  <a:lnTo>
                    <a:pt x="541" y="1428"/>
                  </a:lnTo>
                  <a:lnTo>
                    <a:pt x="676" y="1328"/>
                  </a:lnTo>
                  <a:lnTo>
                    <a:pt x="811" y="1228"/>
                  </a:lnTo>
                  <a:lnTo>
                    <a:pt x="980" y="1129"/>
                  </a:lnTo>
                  <a:lnTo>
                    <a:pt x="1149" y="1035"/>
                  </a:lnTo>
                  <a:lnTo>
                    <a:pt x="1335" y="941"/>
                  </a:lnTo>
                  <a:lnTo>
                    <a:pt x="1538" y="852"/>
                  </a:lnTo>
                  <a:lnTo>
                    <a:pt x="1758" y="770"/>
                  </a:lnTo>
                  <a:lnTo>
                    <a:pt x="1977" y="688"/>
                  </a:lnTo>
                  <a:lnTo>
                    <a:pt x="2214" y="611"/>
                  </a:lnTo>
                  <a:lnTo>
                    <a:pt x="2450" y="535"/>
                  </a:lnTo>
                  <a:lnTo>
                    <a:pt x="2704" y="465"/>
                  </a:lnTo>
                  <a:lnTo>
                    <a:pt x="2974" y="400"/>
                  </a:lnTo>
                  <a:lnTo>
                    <a:pt x="3245" y="341"/>
                  </a:lnTo>
                  <a:lnTo>
                    <a:pt x="3532" y="282"/>
                  </a:lnTo>
                  <a:lnTo>
                    <a:pt x="3819" y="229"/>
                  </a:lnTo>
                  <a:lnTo>
                    <a:pt x="4123" y="182"/>
                  </a:lnTo>
                  <a:lnTo>
                    <a:pt x="4428" y="141"/>
                  </a:lnTo>
                  <a:lnTo>
                    <a:pt x="4732" y="106"/>
                  </a:lnTo>
                  <a:lnTo>
                    <a:pt x="5053" y="77"/>
                  </a:lnTo>
                  <a:lnTo>
                    <a:pt x="5374" y="47"/>
                  </a:lnTo>
                  <a:lnTo>
                    <a:pt x="5712" y="30"/>
                  </a:lnTo>
                  <a:lnTo>
                    <a:pt x="6050" y="12"/>
                  </a:lnTo>
                  <a:lnTo>
                    <a:pt x="6388" y="6"/>
                  </a:lnTo>
                  <a:lnTo>
                    <a:pt x="6743" y="0"/>
                  </a:lnTo>
                  <a:lnTo>
                    <a:pt x="6743" y="0"/>
                  </a:lnTo>
                  <a:close/>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5"/>
            <p:cNvSpPr/>
            <p:nvPr/>
          </p:nvSpPr>
          <p:spPr>
            <a:xfrm>
              <a:off x="8013236" y="1249605"/>
              <a:ext cx="74805" cy="37137"/>
            </a:xfrm>
            <a:custGeom>
              <a:rect b="b" l="l" r="r" t="t"/>
              <a:pathLst>
                <a:path extrusionOk="0" fill="none" h="982" w="6000">
                  <a:moveTo>
                    <a:pt x="1" y="1"/>
                  </a:moveTo>
                  <a:lnTo>
                    <a:pt x="1" y="823"/>
                  </a:lnTo>
                  <a:lnTo>
                    <a:pt x="1" y="823"/>
                  </a:lnTo>
                  <a:lnTo>
                    <a:pt x="18" y="853"/>
                  </a:lnTo>
                  <a:lnTo>
                    <a:pt x="34" y="882"/>
                  </a:lnTo>
                  <a:lnTo>
                    <a:pt x="85" y="911"/>
                  </a:lnTo>
                  <a:lnTo>
                    <a:pt x="136" y="935"/>
                  </a:lnTo>
                  <a:lnTo>
                    <a:pt x="203" y="953"/>
                  </a:lnTo>
                  <a:lnTo>
                    <a:pt x="288" y="970"/>
                  </a:lnTo>
                  <a:lnTo>
                    <a:pt x="372" y="982"/>
                  </a:lnTo>
                  <a:lnTo>
                    <a:pt x="474" y="982"/>
                  </a:lnTo>
                  <a:lnTo>
                    <a:pt x="5526" y="982"/>
                  </a:lnTo>
                  <a:lnTo>
                    <a:pt x="5526" y="982"/>
                  </a:lnTo>
                  <a:lnTo>
                    <a:pt x="5628" y="982"/>
                  </a:lnTo>
                  <a:lnTo>
                    <a:pt x="5712" y="970"/>
                  </a:lnTo>
                  <a:lnTo>
                    <a:pt x="5797" y="953"/>
                  </a:lnTo>
                  <a:lnTo>
                    <a:pt x="5864" y="935"/>
                  </a:lnTo>
                  <a:lnTo>
                    <a:pt x="5915" y="911"/>
                  </a:lnTo>
                  <a:lnTo>
                    <a:pt x="5966" y="882"/>
                  </a:lnTo>
                  <a:lnTo>
                    <a:pt x="5983" y="853"/>
                  </a:lnTo>
                  <a:lnTo>
                    <a:pt x="6000" y="823"/>
                  </a:lnTo>
                  <a:lnTo>
                    <a:pt x="6000" y="18"/>
                  </a:lnTo>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5"/>
            <p:cNvSpPr/>
            <p:nvPr/>
          </p:nvSpPr>
          <p:spPr>
            <a:xfrm>
              <a:off x="8024832" y="1286706"/>
              <a:ext cx="51628" cy="32939"/>
            </a:xfrm>
            <a:custGeom>
              <a:rect b="b" l="l" r="r" t="t"/>
              <a:pathLst>
                <a:path extrusionOk="0" fill="none" h="871" w="4141">
                  <a:moveTo>
                    <a:pt x="4140" y="1"/>
                  </a:moveTo>
                  <a:lnTo>
                    <a:pt x="4140" y="201"/>
                  </a:lnTo>
                  <a:lnTo>
                    <a:pt x="4140" y="201"/>
                  </a:lnTo>
                  <a:lnTo>
                    <a:pt x="4140" y="201"/>
                  </a:lnTo>
                  <a:lnTo>
                    <a:pt x="4123" y="271"/>
                  </a:lnTo>
                  <a:lnTo>
                    <a:pt x="4106" y="336"/>
                  </a:lnTo>
                  <a:lnTo>
                    <a:pt x="4056" y="400"/>
                  </a:lnTo>
                  <a:lnTo>
                    <a:pt x="3988" y="465"/>
                  </a:lnTo>
                  <a:lnTo>
                    <a:pt x="3904" y="524"/>
                  </a:lnTo>
                  <a:lnTo>
                    <a:pt x="3802" y="577"/>
                  </a:lnTo>
                  <a:lnTo>
                    <a:pt x="3701" y="630"/>
                  </a:lnTo>
                  <a:lnTo>
                    <a:pt x="3566" y="677"/>
                  </a:lnTo>
                  <a:lnTo>
                    <a:pt x="3430" y="718"/>
                  </a:lnTo>
                  <a:lnTo>
                    <a:pt x="3278" y="759"/>
                  </a:lnTo>
                  <a:lnTo>
                    <a:pt x="3126" y="794"/>
                  </a:lnTo>
                  <a:lnTo>
                    <a:pt x="2957" y="818"/>
                  </a:lnTo>
                  <a:lnTo>
                    <a:pt x="2771" y="841"/>
                  </a:lnTo>
                  <a:lnTo>
                    <a:pt x="2586" y="859"/>
                  </a:lnTo>
                  <a:lnTo>
                    <a:pt x="2400" y="871"/>
                  </a:lnTo>
                  <a:lnTo>
                    <a:pt x="2197" y="871"/>
                  </a:lnTo>
                  <a:lnTo>
                    <a:pt x="1943" y="871"/>
                  </a:lnTo>
                  <a:lnTo>
                    <a:pt x="1943" y="871"/>
                  </a:lnTo>
                  <a:lnTo>
                    <a:pt x="1741" y="871"/>
                  </a:lnTo>
                  <a:lnTo>
                    <a:pt x="1555" y="859"/>
                  </a:lnTo>
                  <a:lnTo>
                    <a:pt x="1369" y="841"/>
                  </a:lnTo>
                  <a:lnTo>
                    <a:pt x="1183" y="818"/>
                  </a:lnTo>
                  <a:lnTo>
                    <a:pt x="1014" y="794"/>
                  </a:lnTo>
                  <a:lnTo>
                    <a:pt x="862" y="759"/>
                  </a:lnTo>
                  <a:lnTo>
                    <a:pt x="710" y="718"/>
                  </a:lnTo>
                  <a:lnTo>
                    <a:pt x="575" y="677"/>
                  </a:lnTo>
                  <a:lnTo>
                    <a:pt x="439" y="630"/>
                  </a:lnTo>
                  <a:lnTo>
                    <a:pt x="338" y="577"/>
                  </a:lnTo>
                  <a:lnTo>
                    <a:pt x="237" y="524"/>
                  </a:lnTo>
                  <a:lnTo>
                    <a:pt x="152" y="465"/>
                  </a:lnTo>
                  <a:lnTo>
                    <a:pt x="85" y="400"/>
                  </a:lnTo>
                  <a:lnTo>
                    <a:pt x="51" y="336"/>
                  </a:lnTo>
                  <a:lnTo>
                    <a:pt x="17" y="271"/>
                  </a:lnTo>
                  <a:lnTo>
                    <a:pt x="0" y="201"/>
                  </a:lnTo>
                  <a:lnTo>
                    <a:pt x="0" y="201"/>
                  </a:lnTo>
                  <a:lnTo>
                    <a:pt x="0" y="1"/>
                  </a:lnTo>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5"/>
            <p:cNvSpPr/>
            <p:nvPr/>
          </p:nvSpPr>
          <p:spPr>
            <a:xfrm>
              <a:off x="8002076" y="1101804"/>
              <a:ext cx="97134" cy="135387"/>
            </a:xfrm>
            <a:custGeom>
              <a:rect b="b" l="l" r="r" t="t"/>
              <a:pathLst>
                <a:path extrusionOk="0" fill="none" h="3580" w="7791">
                  <a:moveTo>
                    <a:pt x="321" y="1376"/>
                  </a:moveTo>
                  <a:lnTo>
                    <a:pt x="2907" y="1376"/>
                  </a:lnTo>
                  <a:lnTo>
                    <a:pt x="2907" y="1376"/>
                  </a:lnTo>
                  <a:lnTo>
                    <a:pt x="2974" y="1370"/>
                  </a:lnTo>
                  <a:lnTo>
                    <a:pt x="3042" y="1364"/>
                  </a:lnTo>
                  <a:lnTo>
                    <a:pt x="3109" y="1346"/>
                  </a:lnTo>
                  <a:lnTo>
                    <a:pt x="3160" y="1329"/>
                  </a:lnTo>
                  <a:lnTo>
                    <a:pt x="3194" y="1305"/>
                  </a:lnTo>
                  <a:lnTo>
                    <a:pt x="3228" y="1282"/>
                  </a:lnTo>
                  <a:lnTo>
                    <a:pt x="3228" y="1258"/>
                  </a:lnTo>
                  <a:lnTo>
                    <a:pt x="3228" y="1229"/>
                  </a:lnTo>
                  <a:lnTo>
                    <a:pt x="2417" y="142"/>
                  </a:lnTo>
                  <a:lnTo>
                    <a:pt x="2417" y="142"/>
                  </a:lnTo>
                  <a:lnTo>
                    <a:pt x="2400" y="118"/>
                  </a:lnTo>
                  <a:lnTo>
                    <a:pt x="2400" y="101"/>
                  </a:lnTo>
                  <a:lnTo>
                    <a:pt x="2417" y="83"/>
                  </a:lnTo>
                  <a:lnTo>
                    <a:pt x="2433" y="65"/>
                  </a:lnTo>
                  <a:lnTo>
                    <a:pt x="2501" y="36"/>
                  </a:lnTo>
                  <a:lnTo>
                    <a:pt x="2586" y="12"/>
                  </a:lnTo>
                  <a:lnTo>
                    <a:pt x="2687" y="1"/>
                  </a:lnTo>
                  <a:lnTo>
                    <a:pt x="2788" y="1"/>
                  </a:lnTo>
                  <a:lnTo>
                    <a:pt x="2839" y="7"/>
                  </a:lnTo>
                  <a:lnTo>
                    <a:pt x="2890" y="12"/>
                  </a:lnTo>
                  <a:lnTo>
                    <a:pt x="2940" y="24"/>
                  </a:lnTo>
                  <a:lnTo>
                    <a:pt x="2991" y="42"/>
                  </a:lnTo>
                  <a:lnTo>
                    <a:pt x="7723" y="2016"/>
                  </a:lnTo>
                  <a:lnTo>
                    <a:pt x="7723" y="2016"/>
                  </a:lnTo>
                  <a:lnTo>
                    <a:pt x="7773" y="2046"/>
                  </a:lnTo>
                  <a:lnTo>
                    <a:pt x="7790" y="2075"/>
                  </a:lnTo>
                  <a:lnTo>
                    <a:pt x="7790" y="2110"/>
                  </a:lnTo>
                  <a:lnTo>
                    <a:pt x="7756" y="2140"/>
                  </a:lnTo>
                  <a:lnTo>
                    <a:pt x="7706" y="2163"/>
                  </a:lnTo>
                  <a:lnTo>
                    <a:pt x="7638" y="2187"/>
                  </a:lnTo>
                  <a:lnTo>
                    <a:pt x="7554" y="2198"/>
                  </a:lnTo>
                  <a:lnTo>
                    <a:pt x="7452" y="2204"/>
                  </a:lnTo>
                  <a:lnTo>
                    <a:pt x="4901" y="2204"/>
                  </a:lnTo>
                  <a:lnTo>
                    <a:pt x="4901" y="2204"/>
                  </a:lnTo>
                  <a:lnTo>
                    <a:pt x="4816" y="2210"/>
                  </a:lnTo>
                  <a:lnTo>
                    <a:pt x="4749" y="2216"/>
                  </a:lnTo>
                  <a:lnTo>
                    <a:pt x="4681" y="2234"/>
                  </a:lnTo>
                  <a:lnTo>
                    <a:pt x="4630" y="2251"/>
                  </a:lnTo>
                  <a:lnTo>
                    <a:pt x="4596" y="2269"/>
                  </a:lnTo>
                  <a:lnTo>
                    <a:pt x="4580" y="2293"/>
                  </a:lnTo>
                  <a:lnTo>
                    <a:pt x="4563" y="2322"/>
                  </a:lnTo>
                  <a:lnTo>
                    <a:pt x="4580" y="2345"/>
                  </a:lnTo>
                  <a:lnTo>
                    <a:pt x="5391" y="3438"/>
                  </a:lnTo>
                  <a:lnTo>
                    <a:pt x="5391" y="3438"/>
                  </a:lnTo>
                  <a:lnTo>
                    <a:pt x="5391" y="3462"/>
                  </a:lnTo>
                  <a:lnTo>
                    <a:pt x="5391" y="3480"/>
                  </a:lnTo>
                  <a:lnTo>
                    <a:pt x="5374" y="3497"/>
                  </a:lnTo>
                  <a:lnTo>
                    <a:pt x="5357" y="3515"/>
                  </a:lnTo>
                  <a:lnTo>
                    <a:pt x="5306" y="3544"/>
                  </a:lnTo>
                  <a:lnTo>
                    <a:pt x="5205" y="3568"/>
                  </a:lnTo>
                  <a:lnTo>
                    <a:pt x="5120" y="3579"/>
                  </a:lnTo>
                  <a:lnTo>
                    <a:pt x="5002" y="3579"/>
                  </a:lnTo>
                  <a:lnTo>
                    <a:pt x="4951" y="3574"/>
                  </a:lnTo>
                  <a:lnTo>
                    <a:pt x="4901" y="3568"/>
                  </a:lnTo>
                  <a:lnTo>
                    <a:pt x="4850" y="3556"/>
                  </a:lnTo>
                  <a:lnTo>
                    <a:pt x="4816" y="3538"/>
                  </a:lnTo>
                  <a:lnTo>
                    <a:pt x="68" y="1564"/>
                  </a:lnTo>
                  <a:lnTo>
                    <a:pt x="68" y="1564"/>
                  </a:lnTo>
                  <a:lnTo>
                    <a:pt x="17" y="1534"/>
                  </a:lnTo>
                  <a:lnTo>
                    <a:pt x="0" y="1499"/>
                  </a:lnTo>
                  <a:lnTo>
                    <a:pt x="0" y="1470"/>
                  </a:lnTo>
                  <a:lnTo>
                    <a:pt x="34" y="1440"/>
                  </a:lnTo>
                  <a:lnTo>
                    <a:pt x="85" y="1411"/>
                  </a:lnTo>
                  <a:lnTo>
                    <a:pt x="152" y="1393"/>
                  </a:lnTo>
                  <a:lnTo>
                    <a:pt x="237" y="1376"/>
                  </a:lnTo>
                  <a:lnTo>
                    <a:pt x="321" y="1376"/>
                  </a:lnTo>
                  <a:lnTo>
                    <a:pt x="321" y="1376"/>
                  </a:lnTo>
                  <a:close/>
                </a:path>
              </a:pathLst>
            </a:custGeom>
            <a:solidFill>
              <a:srgbClr val="423C4C"/>
            </a:solidFill>
            <a:ln cap="rnd" cmpd="sng" w="19050">
              <a:solidFill>
                <a:srgbClr val="5A99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45"/>
          <p:cNvGrpSpPr/>
          <p:nvPr/>
        </p:nvGrpSpPr>
        <p:grpSpPr>
          <a:xfrm>
            <a:off x="4956112" y="1341972"/>
            <a:ext cx="423898" cy="437496"/>
            <a:chOff x="4189424" y="3077364"/>
            <a:chExt cx="427274" cy="440980"/>
          </a:xfrm>
        </p:grpSpPr>
        <p:sp>
          <p:nvSpPr>
            <p:cNvPr id="279" name="Google Shape;279;p45"/>
            <p:cNvSpPr/>
            <p:nvPr/>
          </p:nvSpPr>
          <p:spPr>
            <a:xfrm>
              <a:off x="4189424" y="3159357"/>
              <a:ext cx="427274" cy="299401"/>
            </a:xfrm>
            <a:custGeom>
              <a:rect b="b" l="l" r="r" t="t"/>
              <a:pathLst>
                <a:path extrusionOk="0" fill="none" h="7917" w="34271">
                  <a:moveTo>
                    <a:pt x="3684" y="1"/>
                  </a:moveTo>
                  <a:lnTo>
                    <a:pt x="1859" y="1"/>
                  </a:lnTo>
                  <a:lnTo>
                    <a:pt x="1859" y="1"/>
                  </a:lnTo>
                  <a:lnTo>
                    <a:pt x="1674" y="7"/>
                  </a:lnTo>
                  <a:lnTo>
                    <a:pt x="1488" y="18"/>
                  </a:lnTo>
                  <a:lnTo>
                    <a:pt x="1319" y="30"/>
                  </a:lnTo>
                  <a:lnTo>
                    <a:pt x="1150" y="54"/>
                  </a:lnTo>
                  <a:lnTo>
                    <a:pt x="981" y="83"/>
                  </a:lnTo>
                  <a:lnTo>
                    <a:pt x="829" y="112"/>
                  </a:lnTo>
                  <a:lnTo>
                    <a:pt x="677" y="153"/>
                  </a:lnTo>
                  <a:lnTo>
                    <a:pt x="558" y="195"/>
                  </a:lnTo>
                  <a:lnTo>
                    <a:pt x="423" y="242"/>
                  </a:lnTo>
                  <a:lnTo>
                    <a:pt x="322" y="289"/>
                  </a:lnTo>
                  <a:lnTo>
                    <a:pt x="237" y="342"/>
                  </a:lnTo>
                  <a:lnTo>
                    <a:pt x="153" y="400"/>
                  </a:lnTo>
                  <a:lnTo>
                    <a:pt x="85" y="459"/>
                  </a:lnTo>
                  <a:lnTo>
                    <a:pt x="34" y="518"/>
                  </a:lnTo>
                  <a:lnTo>
                    <a:pt x="18" y="582"/>
                  </a:lnTo>
                  <a:lnTo>
                    <a:pt x="1" y="653"/>
                  </a:lnTo>
                  <a:lnTo>
                    <a:pt x="1" y="7264"/>
                  </a:lnTo>
                  <a:lnTo>
                    <a:pt x="1" y="7264"/>
                  </a:lnTo>
                  <a:lnTo>
                    <a:pt x="18" y="7334"/>
                  </a:lnTo>
                  <a:lnTo>
                    <a:pt x="34" y="7399"/>
                  </a:lnTo>
                  <a:lnTo>
                    <a:pt x="85" y="7458"/>
                  </a:lnTo>
                  <a:lnTo>
                    <a:pt x="153" y="7517"/>
                  </a:lnTo>
                  <a:lnTo>
                    <a:pt x="237" y="7575"/>
                  </a:lnTo>
                  <a:lnTo>
                    <a:pt x="322" y="7628"/>
                  </a:lnTo>
                  <a:lnTo>
                    <a:pt x="423" y="7675"/>
                  </a:lnTo>
                  <a:lnTo>
                    <a:pt x="558" y="7722"/>
                  </a:lnTo>
                  <a:lnTo>
                    <a:pt x="677" y="7763"/>
                  </a:lnTo>
                  <a:lnTo>
                    <a:pt x="829" y="7805"/>
                  </a:lnTo>
                  <a:lnTo>
                    <a:pt x="981" y="7834"/>
                  </a:lnTo>
                  <a:lnTo>
                    <a:pt x="1150" y="7863"/>
                  </a:lnTo>
                  <a:lnTo>
                    <a:pt x="1319" y="7887"/>
                  </a:lnTo>
                  <a:lnTo>
                    <a:pt x="1488" y="7899"/>
                  </a:lnTo>
                  <a:lnTo>
                    <a:pt x="1674" y="7910"/>
                  </a:lnTo>
                  <a:lnTo>
                    <a:pt x="1859" y="7916"/>
                  </a:lnTo>
                  <a:lnTo>
                    <a:pt x="32395" y="7916"/>
                  </a:lnTo>
                  <a:lnTo>
                    <a:pt x="32395" y="7916"/>
                  </a:lnTo>
                  <a:lnTo>
                    <a:pt x="32597" y="7910"/>
                  </a:lnTo>
                  <a:lnTo>
                    <a:pt x="32783" y="7899"/>
                  </a:lnTo>
                  <a:lnTo>
                    <a:pt x="32952" y="7887"/>
                  </a:lnTo>
                  <a:lnTo>
                    <a:pt x="33121" y="7863"/>
                  </a:lnTo>
                  <a:lnTo>
                    <a:pt x="33290" y="7834"/>
                  </a:lnTo>
                  <a:lnTo>
                    <a:pt x="33442" y="7805"/>
                  </a:lnTo>
                  <a:lnTo>
                    <a:pt x="33578" y="7763"/>
                  </a:lnTo>
                  <a:lnTo>
                    <a:pt x="33713" y="7722"/>
                  </a:lnTo>
                  <a:lnTo>
                    <a:pt x="33831" y="7675"/>
                  </a:lnTo>
                  <a:lnTo>
                    <a:pt x="33949" y="7628"/>
                  </a:lnTo>
                  <a:lnTo>
                    <a:pt x="34034" y="7575"/>
                  </a:lnTo>
                  <a:lnTo>
                    <a:pt x="34118" y="7517"/>
                  </a:lnTo>
                  <a:lnTo>
                    <a:pt x="34186" y="7458"/>
                  </a:lnTo>
                  <a:lnTo>
                    <a:pt x="34220" y="7399"/>
                  </a:lnTo>
                  <a:lnTo>
                    <a:pt x="34253" y="7334"/>
                  </a:lnTo>
                  <a:lnTo>
                    <a:pt x="34270" y="7264"/>
                  </a:lnTo>
                  <a:lnTo>
                    <a:pt x="34270" y="653"/>
                  </a:lnTo>
                  <a:lnTo>
                    <a:pt x="34270" y="653"/>
                  </a:lnTo>
                  <a:lnTo>
                    <a:pt x="34253" y="582"/>
                  </a:lnTo>
                  <a:lnTo>
                    <a:pt x="34220" y="518"/>
                  </a:lnTo>
                  <a:lnTo>
                    <a:pt x="34186" y="459"/>
                  </a:lnTo>
                  <a:lnTo>
                    <a:pt x="34118" y="400"/>
                  </a:lnTo>
                  <a:lnTo>
                    <a:pt x="34034" y="342"/>
                  </a:lnTo>
                  <a:lnTo>
                    <a:pt x="33949" y="289"/>
                  </a:lnTo>
                  <a:lnTo>
                    <a:pt x="33831" y="242"/>
                  </a:lnTo>
                  <a:lnTo>
                    <a:pt x="33713" y="195"/>
                  </a:lnTo>
                  <a:lnTo>
                    <a:pt x="33578" y="153"/>
                  </a:lnTo>
                  <a:lnTo>
                    <a:pt x="33442" y="112"/>
                  </a:lnTo>
                  <a:lnTo>
                    <a:pt x="33290" y="83"/>
                  </a:lnTo>
                  <a:lnTo>
                    <a:pt x="33121" y="54"/>
                  </a:lnTo>
                  <a:lnTo>
                    <a:pt x="32952" y="30"/>
                  </a:lnTo>
                  <a:lnTo>
                    <a:pt x="32783" y="18"/>
                  </a:lnTo>
                  <a:lnTo>
                    <a:pt x="32597" y="7"/>
                  </a:lnTo>
                  <a:lnTo>
                    <a:pt x="32395" y="1"/>
                  </a:lnTo>
                  <a:lnTo>
                    <a:pt x="16155" y="1"/>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5"/>
            <p:cNvSpPr/>
            <p:nvPr/>
          </p:nvSpPr>
          <p:spPr>
            <a:xfrm>
              <a:off x="4189424" y="3402047"/>
              <a:ext cx="427274" cy="38"/>
            </a:xfrm>
            <a:custGeom>
              <a:rect b="b" l="l" r="r" t="t"/>
              <a:pathLst>
                <a:path extrusionOk="0" fill="none" h="1" w="34271">
                  <a:moveTo>
                    <a:pt x="34270" y="1"/>
                  </a:moveTo>
                  <a:lnTo>
                    <a:pt x="1" y="1"/>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5"/>
            <p:cNvSpPr/>
            <p:nvPr/>
          </p:nvSpPr>
          <p:spPr>
            <a:xfrm>
              <a:off x="4447953" y="3458739"/>
              <a:ext cx="12" cy="59600"/>
            </a:xfrm>
            <a:custGeom>
              <a:rect b="b" l="l" r="r" t="t"/>
              <a:pathLst>
                <a:path extrusionOk="0" fill="none" h="1576" w="1">
                  <a:moveTo>
                    <a:pt x="1" y="1575"/>
                  </a:moveTo>
                  <a:lnTo>
                    <a:pt x="1" y="0"/>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5"/>
            <p:cNvSpPr/>
            <p:nvPr/>
          </p:nvSpPr>
          <p:spPr>
            <a:xfrm>
              <a:off x="4357990" y="3458739"/>
              <a:ext cx="12" cy="59600"/>
            </a:xfrm>
            <a:custGeom>
              <a:rect b="b" l="l" r="r" t="t"/>
              <a:pathLst>
                <a:path extrusionOk="0" fill="none" h="1576" w="1">
                  <a:moveTo>
                    <a:pt x="0" y="0"/>
                  </a:moveTo>
                  <a:lnTo>
                    <a:pt x="0" y="1575"/>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5"/>
            <p:cNvSpPr/>
            <p:nvPr/>
          </p:nvSpPr>
          <p:spPr>
            <a:xfrm>
              <a:off x="4316694" y="3518305"/>
              <a:ext cx="172550" cy="38"/>
            </a:xfrm>
            <a:custGeom>
              <a:rect b="b" l="l" r="r" t="t"/>
              <a:pathLst>
                <a:path extrusionOk="0" fill="none" h="1" w="13840">
                  <a:moveTo>
                    <a:pt x="0" y="0"/>
                  </a:moveTo>
                  <a:lnTo>
                    <a:pt x="13840" y="0"/>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5"/>
            <p:cNvSpPr/>
            <p:nvPr/>
          </p:nvSpPr>
          <p:spPr>
            <a:xfrm>
              <a:off x="4438264" y="3273384"/>
              <a:ext cx="111248" cy="38"/>
            </a:xfrm>
            <a:custGeom>
              <a:rect b="b" l="l" r="r" t="t"/>
              <a:pathLst>
                <a:path extrusionOk="0" fill="none" h="1" w="8923">
                  <a:moveTo>
                    <a:pt x="8923" y="0"/>
                  </a:moveTo>
                  <a:lnTo>
                    <a:pt x="0" y="0"/>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5"/>
            <p:cNvSpPr/>
            <p:nvPr/>
          </p:nvSpPr>
          <p:spPr>
            <a:xfrm>
              <a:off x="4301731" y="3331173"/>
              <a:ext cx="247767" cy="38"/>
            </a:xfrm>
            <a:custGeom>
              <a:rect b="b" l="l" r="r" t="t"/>
              <a:pathLst>
                <a:path extrusionOk="0" fill="none" h="1" w="19873">
                  <a:moveTo>
                    <a:pt x="19873" y="0"/>
                  </a:moveTo>
                  <a:lnTo>
                    <a:pt x="0" y="0"/>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5"/>
            <p:cNvSpPr/>
            <p:nvPr/>
          </p:nvSpPr>
          <p:spPr>
            <a:xfrm>
              <a:off x="4258539" y="3100245"/>
              <a:ext cx="141793" cy="188029"/>
            </a:xfrm>
            <a:custGeom>
              <a:rect b="b" l="l" r="r" t="t"/>
              <a:pathLst>
                <a:path extrusionOk="0" fill="none" h="4972" w="11373">
                  <a:moveTo>
                    <a:pt x="2755" y="1"/>
                  </a:moveTo>
                  <a:lnTo>
                    <a:pt x="11221" y="3902"/>
                  </a:lnTo>
                  <a:lnTo>
                    <a:pt x="11373" y="4972"/>
                  </a:lnTo>
                  <a:lnTo>
                    <a:pt x="8466" y="4631"/>
                  </a:lnTo>
                  <a:lnTo>
                    <a:pt x="0" y="723"/>
                  </a:lnTo>
                  <a:lnTo>
                    <a:pt x="2755" y="1"/>
                  </a:lnTo>
                  <a:close/>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5"/>
            <p:cNvSpPr/>
            <p:nvPr/>
          </p:nvSpPr>
          <p:spPr>
            <a:xfrm>
              <a:off x="4243152" y="3077364"/>
              <a:ext cx="49733" cy="50259"/>
            </a:xfrm>
            <a:custGeom>
              <a:rect b="b" l="l" r="r" t="t"/>
              <a:pathLst>
                <a:path extrusionOk="0" fill="none" h="1329" w="3989">
                  <a:moveTo>
                    <a:pt x="1234" y="1328"/>
                  </a:moveTo>
                  <a:lnTo>
                    <a:pt x="153" y="829"/>
                  </a:lnTo>
                  <a:lnTo>
                    <a:pt x="153" y="829"/>
                  </a:lnTo>
                  <a:lnTo>
                    <a:pt x="68" y="788"/>
                  </a:lnTo>
                  <a:lnTo>
                    <a:pt x="18" y="735"/>
                  </a:lnTo>
                  <a:lnTo>
                    <a:pt x="1" y="688"/>
                  </a:lnTo>
                  <a:lnTo>
                    <a:pt x="1" y="641"/>
                  </a:lnTo>
                  <a:lnTo>
                    <a:pt x="34" y="588"/>
                  </a:lnTo>
                  <a:lnTo>
                    <a:pt x="102" y="547"/>
                  </a:lnTo>
                  <a:lnTo>
                    <a:pt x="187" y="506"/>
                  </a:lnTo>
                  <a:lnTo>
                    <a:pt x="288" y="465"/>
                  </a:lnTo>
                  <a:lnTo>
                    <a:pt x="1860" y="53"/>
                  </a:lnTo>
                  <a:lnTo>
                    <a:pt x="1860" y="53"/>
                  </a:lnTo>
                  <a:lnTo>
                    <a:pt x="1995" y="30"/>
                  </a:lnTo>
                  <a:lnTo>
                    <a:pt x="2130" y="12"/>
                  </a:lnTo>
                  <a:lnTo>
                    <a:pt x="2282" y="0"/>
                  </a:lnTo>
                  <a:lnTo>
                    <a:pt x="2417" y="6"/>
                  </a:lnTo>
                  <a:lnTo>
                    <a:pt x="2552" y="18"/>
                  </a:lnTo>
                  <a:lnTo>
                    <a:pt x="2688" y="36"/>
                  </a:lnTo>
                  <a:lnTo>
                    <a:pt x="2806" y="65"/>
                  </a:lnTo>
                  <a:lnTo>
                    <a:pt x="2907" y="106"/>
                  </a:lnTo>
                  <a:lnTo>
                    <a:pt x="3989" y="606"/>
                  </a:lnTo>
                </a:path>
              </a:pathLst>
            </a:custGeom>
            <a:solidFill>
              <a:srgbClr val="423C4C"/>
            </a:solidFill>
            <a:ln cap="rnd" cmpd="sng" w="19050">
              <a:solidFill>
                <a:srgbClr val="3526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45"/>
          <p:cNvGrpSpPr/>
          <p:nvPr/>
        </p:nvGrpSpPr>
        <p:grpSpPr>
          <a:xfrm>
            <a:off x="697382" y="3186100"/>
            <a:ext cx="423901" cy="410909"/>
            <a:chOff x="3608907" y="3957211"/>
            <a:chExt cx="464142" cy="449917"/>
          </a:xfrm>
        </p:grpSpPr>
        <p:sp>
          <p:nvSpPr>
            <p:cNvPr id="289" name="Google Shape;289;p45"/>
            <p:cNvSpPr/>
            <p:nvPr/>
          </p:nvSpPr>
          <p:spPr>
            <a:xfrm>
              <a:off x="3608907" y="4327076"/>
              <a:ext cx="181423" cy="80052"/>
            </a:xfrm>
            <a:custGeom>
              <a:rect b="b" l="l" r="r" t="t"/>
              <a:pathLst>
                <a:path extrusionOk="0" fill="none" h="2144" w="4859">
                  <a:moveTo>
                    <a:pt x="4859" y="2144"/>
                  </a:moveTo>
                  <a:lnTo>
                    <a:pt x="4859" y="2144"/>
                  </a:lnTo>
                  <a:lnTo>
                    <a:pt x="4859" y="2144"/>
                  </a:lnTo>
                  <a:lnTo>
                    <a:pt x="4811" y="1715"/>
                  </a:lnTo>
                  <a:lnTo>
                    <a:pt x="4668" y="1287"/>
                  </a:lnTo>
                  <a:lnTo>
                    <a:pt x="4478" y="953"/>
                  </a:lnTo>
                  <a:lnTo>
                    <a:pt x="4240" y="620"/>
                  </a:lnTo>
                  <a:lnTo>
                    <a:pt x="3906" y="334"/>
                  </a:lnTo>
                  <a:lnTo>
                    <a:pt x="3525" y="144"/>
                  </a:lnTo>
                  <a:lnTo>
                    <a:pt x="3144" y="49"/>
                  </a:lnTo>
                  <a:lnTo>
                    <a:pt x="2716" y="1"/>
                  </a:lnTo>
                  <a:lnTo>
                    <a:pt x="2144" y="1"/>
                  </a:lnTo>
                  <a:lnTo>
                    <a:pt x="2144" y="1"/>
                  </a:lnTo>
                  <a:lnTo>
                    <a:pt x="1715" y="49"/>
                  </a:lnTo>
                  <a:lnTo>
                    <a:pt x="1334" y="144"/>
                  </a:lnTo>
                  <a:lnTo>
                    <a:pt x="953" y="334"/>
                  </a:lnTo>
                  <a:lnTo>
                    <a:pt x="668" y="620"/>
                  </a:lnTo>
                  <a:lnTo>
                    <a:pt x="382" y="953"/>
                  </a:lnTo>
                  <a:lnTo>
                    <a:pt x="191" y="1287"/>
                  </a:lnTo>
                  <a:lnTo>
                    <a:pt x="49" y="1715"/>
                  </a:lnTo>
                  <a:lnTo>
                    <a:pt x="1" y="2144"/>
                  </a:lnTo>
                  <a:lnTo>
                    <a:pt x="1" y="2144"/>
                  </a:lnTo>
                  <a:lnTo>
                    <a:pt x="4859" y="2144"/>
                  </a:lnTo>
                  <a:close/>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5"/>
            <p:cNvSpPr/>
            <p:nvPr/>
          </p:nvSpPr>
          <p:spPr>
            <a:xfrm>
              <a:off x="3658716" y="4190159"/>
              <a:ext cx="81844" cy="99616"/>
            </a:xfrm>
            <a:custGeom>
              <a:rect b="b" l="l" r="r" t="t"/>
              <a:pathLst>
                <a:path extrusionOk="0" fill="none" h="2668" w="2192">
                  <a:moveTo>
                    <a:pt x="1143" y="2668"/>
                  </a:moveTo>
                  <a:lnTo>
                    <a:pt x="1048" y="2668"/>
                  </a:lnTo>
                  <a:lnTo>
                    <a:pt x="1048" y="2668"/>
                  </a:lnTo>
                  <a:lnTo>
                    <a:pt x="810" y="2668"/>
                  </a:lnTo>
                  <a:lnTo>
                    <a:pt x="620" y="2573"/>
                  </a:lnTo>
                  <a:lnTo>
                    <a:pt x="477" y="2477"/>
                  </a:lnTo>
                  <a:lnTo>
                    <a:pt x="286" y="2382"/>
                  </a:lnTo>
                  <a:lnTo>
                    <a:pt x="191" y="2192"/>
                  </a:lnTo>
                  <a:lnTo>
                    <a:pt x="96" y="2049"/>
                  </a:lnTo>
                  <a:lnTo>
                    <a:pt x="48" y="1858"/>
                  </a:lnTo>
                  <a:lnTo>
                    <a:pt x="0" y="1620"/>
                  </a:lnTo>
                  <a:lnTo>
                    <a:pt x="0" y="1049"/>
                  </a:lnTo>
                  <a:lnTo>
                    <a:pt x="0" y="1049"/>
                  </a:lnTo>
                  <a:lnTo>
                    <a:pt x="48" y="858"/>
                  </a:lnTo>
                  <a:lnTo>
                    <a:pt x="96" y="668"/>
                  </a:lnTo>
                  <a:lnTo>
                    <a:pt x="191" y="477"/>
                  </a:lnTo>
                  <a:lnTo>
                    <a:pt x="286" y="334"/>
                  </a:lnTo>
                  <a:lnTo>
                    <a:pt x="477" y="191"/>
                  </a:lnTo>
                  <a:lnTo>
                    <a:pt x="620" y="96"/>
                  </a:lnTo>
                  <a:lnTo>
                    <a:pt x="810" y="48"/>
                  </a:lnTo>
                  <a:lnTo>
                    <a:pt x="1048" y="1"/>
                  </a:lnTo>
                  <a:lnTo>
                    <a:pt x="1143" y="1"/>
                  </a:lnTo>
                  <a:lnTo>
                    <a:pt x="1143" y="1"/>
                  </a:lnTo>
                  <a:lnTo>
                    <a:pt x="1382" y="48"/>
                  </a:lnTo>
                  <a:lnTo>
                    <a:pt x="1572" y="96"/>
                  </a:lnTo>
                  <a:lnTo>
                    <a:pt x="1715" y="191"/>
                  </a:lnTo>
                  <a:lnTo>
                    <a:pt x="1905" y="334"/>
                  </a:lnTo>
                  <a:lnTo>
                    <a:pt x="2001" y="477"/>
                  </a:lnTo>
                  <a:lnTo>
                    <a:pt x="2096" y="668"/>
                  </a:lnTo>
                  <a:lnTo>
                    <a:pt x="2191" y="858"/>
                  </a:lnTo>
                  <a:lnTo>
                    <a:pt x="2191" y="1049"/>
                  </a:lnTo>
                  <a:lnTo>
                    <a:pt x="2191" y="1620"/>
                  </a:lnTo>
                  <a:lnTo>
                    <a:pt x="2191" y="1620"/>
                  </a:lnTo>
                  <a:lnTo>
                    <a:pt x="2191" y="1858"/>
                  </a:lnTo>
                  <a:lnTo>
                    <a:pt x="2096" y="2049"/>
                  </a:lnTo>
                  <a:lnTo>
                    <a:pt x="2001" y="2192"/>
                  </a:lnTo>
                  <a:lnTo>
                    <a:pt x="1905" y="2382"/>
                  </a:lnTo>
                  <a:lnTo>
                    <a:pt x="1715" y="2477"/>
                  </a:lnTo>
                  <a:lnTo>
                    <a:pt x="1572" y="2573"/>
                  </a:lnTo>
                  <a:lnTo>
                    <a:pt x="1382" y="2668"/>
                  </a:lnTo>
                  <a:lnTo>
                    <a:pt x="1143" y="2668"/>
                  </a:lnTo>
                  <a:lnTo>
                    <a:pt x="1143" y="2668"/>
                  </a:lnTo>
                  <a:close/>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5"/>
            <p:cNvSpPr/>
            <p:nvPr/>
          </p:nvSpPr>
          <p:spPr>
            <a:xfrm>
              <a:off x="3875646" y="4163500"/>
              <a:ext cx="147632" cy="44469"/>
            </a:xfrm>
            <a:custGeom>
              <a:rect b="b" l="l" r="r" t="t"/>
              <a:pathLst>
                <a:path extrusionOk="0" fill="none" h="1191" w="3954">
                  <a:moveTo>
                    <a:pt x="3954" y="1191"/>
                  </a:moveTo>
                  <a:lnTo>
                    <a:pt x="1" y="1191"/>
                  </a:lnTo>
                  <a:lnTo>
                    <a:pt x="96" y="1001"/>
                  </a:lnTo>
                  <a:lnTo>
                    <a:pt x="96" y="1001"/>
                  </a:lnTo>
                  <a:lnTo>
                    <a:pt x="191" y="762"/>
                  </a:lnTo>
                  <a:lnTo>
                    <a:pt x="382" y="572"/>
                  </a:lnTo>
                  <a:lnTo>
                    <a:pt x="525" y="429"/>
                  </a:lnTo>
                  <a:lnTo>
                    <a:pt x="763" y="286"/>
                  </a:lnTo>
                  <a:lnTo>
                    <a:pt x="1001" y="143"/>
                  </a:lnTo>
                  <a:lnTo>
                    <a:pt x="1287" y="96"/>
                  </a:lnTo>
                  <a:lnTo>
                    <a:pt x="1620" y="48"/>
                  </a:lnTo>
                  <a:lnTo>
                    <a:pt x="2001" y="0"/>
                  </a:lnTo>
                  <a:lnTo>
                    <a:pt x="2001" y="0"/>
                  </a:lnTo>
                  <a:lnTo>
                    <a:pt x="2001" y="0"/>
                  </a:lnTo>
                  <a:lnTo>
                    <a:pt x="2382" y="48"/>
                  </a:lnTo>
                  <a:lnTo>
                    <a:pt x="2715" y="96"/>
                  </a:lnTo>
                  <a:lnTo>
                    <a:pt x="3049" y="191"/>
                  </a:lnTo>
                  <a:lnTo>
                    <a:pt x="3334" y="334"/>
                  </a:lnTo>
                  <a:lnTo>
                    <a:pt x="3525" y="524"/>
                  </a:lnTo>
                  <a:lnTo>
                    <a:pt x="3715" y="715"/>
                  </a:lnTo>
                  <a:lnTo>
                    <a:pt x="3858" y="953"/>
                  </a:lnTo>
                  <a:lnTo>
                    <a:pt x="3954" y="1191"/>
                  </a:lnTo>
                  <a:lnTo>
                    <a:pt x="3954" y="1191"/>
                  </a:lnTo>
                  <a:close/>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5"/>
            <p:cNvSpPr/>
            <p:nvPr/>
          </p:nvSpPr>
          <p:spPr>
            <a:xfrm>
              <a:off x="3950321" y="3957211"/>
              <a:ext cx="37" cy="206327"/>
            </a:xfrm>
            <a:custGeom>
              <a:rect b="b" l="l" r="r" t="t"/>
              <a:pathLst>
                <a:path extrusionOk="0" fill="none" h="5526" w="1">
                  <a:moveTo>
                    <a:pt x="1" y="5525"/>
                  </a:moveTo>
                  <a:lnTo>
                    <a:pt x="1" y="1"/>
                  </a:lnTo>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5"/>
            <p:cNvSpPr/>
            <p:nvPr/>
          </p:nvSpPr>
          <p:spPr>
            <a:xfrm>
              <a:off x="3950321" y="3987454"/>
              <a:ext cx="122728" cy="94277"/>
            </a:xfrm>
            <a:custGeom>
              <a:rect b="b" l="l" r="r" t="t"/>
              <a:pathLst>
                <a:path extrusionOk="0" fill="none" h="2525" w="3287">
                  <a:moveTo>
                    <a:pt x="3287" y="2525"/>
                  </a:moveTo>
                  <a:lnTo>
                    <a:pt x="1" y="2525"/>
                  </a:lnTo>
                  <a:lnTo>
                    <a:pt x="1" y="1"/>
                  </a:lnTo>
                  <a:lnTo>
                    <a:pt x="3287" y="1"/>
                  </a:lnTo>
                  <a:lnTo>
                    <a:pt x="2335" y="1239"/>
                  </a:lnTo>
                  <a:lnTo>
                    <a:pt x="3287" y="2525"/>
                  </a:lnTo>
                  <a:close/>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5"/>
            <p:cNvSpPr/>
            <p:nvPr/>
          </p:nvSpPr>
          <p:spPr>
            <a:xfrm>
              <a:off x="3699600" y="3996340"/>
              <a:ext cx="160066" cy="147632"/>
            </a:xfrm>
            <a:custGeom>
              <a:rect b="b" l="l" r="r" t="t"/>
              <a:pathLst>
                <a:path extrusionOk="0" fill="none" h="3954" w="4287">
                  <a:moveTo>
                    <a:pt x="1" y="3954"/>
                  </a:moveTo>
                  <a:lnTo>
                    <a:pt x="1" y="1"/>
                  </a:lnTo>
                  <a:lnTo>
                    <a:pt x="4287" y="1"/>
                  </a:lnTo>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5"/>
            <p:cNvSpPr/>
            <p:nvPr/>
          </p:nvSpPr>
          <p:spPr>
            <a:xfrm>
              <a:off x="3800971" y="3959003"/>
              <a:ext cx="58695" cy="76505"/>
            </a:xfrm>
            <a:custGeom>
              <a:rect b="b" l="l" r="r" t="t"/>
              <a:pathLst>
                <a:path extrusionOk="0" fill="none" h="2049" w="1572">
                  <a:moveTo>
                    <a:pt x="0" y="2048"/>
                  </a:moveTo>
                  <a:lnTo>
                    <a:pt x="1572" y="1001"/>
                  </a:lnTo>
                  <a:lnTo>
                    <a:pt x="0" y="1"/>
                  </a:lnTo>
                </a:path>
              </a:pathLst>
            </a:custGeom>
            <a:noFill/>
            <a:ln cap="rnd" cmpd="sng" w="19050">
              <a:solidFill>
                <a:srgbClr val="C740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45"/>
          <p:cNvSpPr/>
          <p:nvPr/>
        </p:nvSpPr>
        <p:spPr>
          <a:xfrm>
            <a:off x="1279700" y="3422850"/>
            <a:ext cx="2920200" cy="1214700"/>
          </a:xfrm>
          <a:prstGeom prst="rect">
            <a:avLst/>
          </a:prstGeom>
          <a:noFill/>
          <a:ln>
            <a:noFill/>
          </a:ln>
        </p:spPr>
        <p:txBody>
          <a:bodyPr anchorCtr="0" anchor="ctr" bIns="0" lIns="0" spcFirstLastPara="1" rIns="0" wrap="square" tIns="0">
            <a:noAutofit/>
          </a:bodyPr>
          <a:lstStyle/>
          <a:p>
            <a:pPr indent="-241300" lvl="0" marL="285750" rtl="0" algn="l">
              <a:lnSpc>
                <a:spcPct val="115000"/>
              </a:lnSpc>
              <a:spcBef>
                <a:spcPts val="500"/>
              </a:spcBef>
              <a:spcAft>
                <a:spcPts val="0"/>
              </a:spcAft>
              <a:buClr>
                <a:schemeClr val="accent3"/>
              </a:buClr>
              <a:buSzPts val="1100"/>
              <a:buFont typeface="Open Sans"/>
              <a:buChar char="●"/>
            </a:pPr>
            <a:r>
              <a:rPr lang="en" sz="1100">
                <a:solidFill>
                  <a:schemeClr val="dk1"/>
                </a:solidFill>
                <a:latin typeface="Open Sans"/>
                <a:ea typeface="Open Sans"/>
                <a:cs typeface="Open Sans"/>
                <a:sym typeface="Open Sans"/>
              </a:rPr>
              <a:t>Main paragraph text. Lorem ipsum dolor sit amet, consectetur adipiscing elit. </a:t>
            </a:r>
            <a:endParaRPr sz="1100">
              <a:solidFill>
                <a:schemeClr val="dk1"/>
              </a:solidFill>
              <a:latin typeface="Open Sans"/>
              <a:ea typeface="Open Sans"/>
              <a:cs typeface="Open Sans"/>
              <a:sym typeface="Open Sans"/>
            </a:endParaRPr>
          </a:p>
          <a:p>
            <a:pPr indent="-241300" lvl="0" marL="285750" rtl="0" algn="l">
              <a:lnSpc>
                <a:spcPct val="115000"/>
              </a:lnSpc>
              <a:spcBef>
                <a:spcPts val="500"/>
              </a:spcBef>
              <a:spcAft>
                <a:spcPts val="0"/>
              </a:spcAft>
              <a:buClr>
                <a:schemeClr val="accent3"/>
              </a:buClr>
              <a:buSzPts val="1100"/>
              <a:buFont typeface="Open Sans"/>
              <a:buChar char="●"/>
            </a:pPr>
            <a:r>
              <a:rPr lang="en" sz="1100">
                <a:solidFill>
                  <a:schemeClr val="dk1"/>
                </a:solidFill>
                <a:latin typeface="Open Sans"/>
                <a:ea typeface="Open Sans"/>
                <a:cs typeface="Open Sans"/>
                <a:sym typeface="Open Sans"/>
              </a:rPr>
              <a:t>Duis at vulputate nisi. Ut mi orci, posuere eu viverra bibendum, tincidunt eget.</a:t>
            </a:r>
            <a:endParaRPr sz="800">
              <a:solidFill>
                <a:schemeClr val="dk1"/>
              </a:solidFill>
              <a:latin typeface="Open Sans"/>
              <a:ea typeface="Open Sans"/>
              <a:cs typeface="Open Sans"/>
              <a:sym typeface="Open Sans"/>
            </a:endParaRPr>
          </a:p>
        </p:txBody>
      </p:sp>
      <p:sp>
        <p:nvSpPr>
          <p:cNvPr id="297" name="Google Shape;297;p45"/>
          <p:cNvSpPr/>
          <p:nvPr/>
        </p:nvSpPr>
        <p:spPr>
          <a:xfrm>
            <a:off x="5597100" y="3422850"/>
            <a:ext cx="2742300" cy="1167300"/>
          </a:xfrm>
          <a:prstGeom prst="rect">
            <a:avLst/>
          </a:prstGeom>
          <a:noFill/>
          <a:ln>
            <a:noFill/>
          </a:ln>
        </p:spPr>
        <p:txBody>
          <a:bodyPr anchorCtr="0" anchor="ctr" bIns="0" lIns="0" spcFirstLastPara="1" rIns="0" wrap="square" tIns="0">
            <a:noAutofit/>
          </a:bodyPr>
          <a:lstStyle/>
          <a:p>
            <a:pPr indent="-241300" lvl="0" marL="285750" rtl="0" algn="l">
              <a:lnSpc>
                <a:spcPct val="115000"/>
              </a:lnSpc>
              <a:spcBef>
                <a:spcPts val="500"/>
              </a:spcBef>
              <a:spcAft>
                <a:spcPts val="0"/>
              </a:spcAft>
              <a:buClr>
                <a:schemeClr val="accent1"/>
              </a:buClr>
              <a:buSzPts val="1100"/>
              <a:buFont typeface="Open Sans"/>
              <a:buChar char="●"/>
            </a:pPr>
            <a:r>
              <a:rPr lang="en" sz="1100">
                <a:solidFill>
                  <a:schemeClr val="dk1"/>
                </a:solidFill>
                <a:latin typeface="Open Sans"/>
                <a:ea typeface="Open Sans"/>
                <a:cs typeface="Open Sans"/>
                <a:sym typeface="Open Sans"/>
              </a:rPr>
              <a:t>Main paragraph text. Lorem ipsum dolor sit amet, consectetur adipiscing elit. </a:t>
            </a:r>
            <a:endParaRPr sz="1100">
              <a:solidFill>
                <a:schemeClr val="dk1"/>
              </a:solidFill>
              <a:latin typeface="Open Sans"/>
              <a:ea typeface="Open Sans"/>
              <a:cs typeface="Open Sans"/>
              <a:sym typeface="Open Sans"/>
            </a:endParaRPr>
          </a:p>
          <a:p>
            <a:pPr indent="-241300" lvl="0" marL="285750" rtl="0" algn="l">
              <a:lnSpc>
                <a:spcPct val="115000"/>
              </a:lnSpc>
              <a:spcBef>
                <a:spcPts val="500"/>
              </a:spcBef>
              <a:spcAft>
                <a:spcPts val="0"/>
              </a:spcAft>
              <a:buClr>
                <a:schemeClr val="accent1"/>
              </a:buClr>
              <a:buSzPts val="1100"/>
              <a:buFont typeface="Open Sans"/>
              <a:buChar char="●"/>
            </a:pPr>
            <a:r>
              <a:rPr lang="en" sz="1100">
                <a:solidFill>
                  <a:schemeClr val="dk1"/>
                </a:solidFill>
                <a:latin typeface="Open Sans"/>
                <a:ea typeface="Open Sans"/>
                <a:cs typeface="Open Sans"/>
                <a:sym typeface="Open Sans"/>
              </a:rPr>
              <a:t>Duis at vulputate nisi. Ut mi orci, posuere eu viverra bibendum, tincidunt eget.</a:t>
            </a:r>
            <a:endParaRPr sz="800">
              <a:solidFill>
                <a:schemeClr val="dk1"/>
              </a:solidFill>
              <a:latin typeface="Open Sans"/>
              <a:ea typeface="Open Sans"/>
              <a:cs typeface="Open Sans"/>
              <a:sym typeface="Open Sans"/>
            </a:endParaRPr>
          </a:p>
        </p:txBody>
      </p:sp>
      <p:sp>
        <p:nvSpPr>
          <p:cNvPr id="298" name="Google Shape;298;p45"/>
          <p:cNvSpPr/>
          <p:nvPr/>
        </p:nvSpPr>
        <p:spPr>
          <a:xfrm>
            <a:off x="5597100" y="1594900"/>
            <a:ext cx="2920200" cy="1214700"/>
          </a:xfrm>
          <a:prstGeom prst="rect">
            <a:avLst/>
          </a:prstGeom>
          <a:noFill/>
          <a:ln>
            <a:noFill/>
          </a:ln>
        </p:spPr>
        <p:txBody>
          <a:bodyPr anchorCtr="0" anchor="ctr" bIns="0" lIns="0" spcFirstLastPara="1" rIns="0" wrap="square" tIns="0">
            <a:noAutofit/>
          </a:bodyPr>
          <a:lstStyle/>
          <a:p>
            <a:pPr indent="-241300" lvl="0" marL="285750" rtl="0" algn="l">
              <a:lnSpc>
                <a:spcPct val="115000"/>
              </a:lnSpc>
              <a:spcBef>
                <a:spcPts val="500"/>
              </a:spcBef>
              <a:spcAft>
                <a:spcPts val="0"/>
              </a:spcAft>
              <a:buClr>
                <a:schemeClr val="accent2"/>
              </a:buClr>
              <a:buSzPts val="1100"/>
              <a:buFont typeface="Open Sans"/>
              <a:buChar char="●"/>
            </a:pPr>
            <a:r>
              <a:rPr lang="en" sz="1100">
                <a:solidFill>
                  <a:schemeClr val="dk1"/>
                </a:solidFill>
                <a:latin typeface="Open Sans"/>
                <a:ea typeface="Open Sans"/>
                <a:cs typeface="Open Sans"/>
                <a:sym typeface="Open Sans"/>
              </a:rPr>
              <a:t>Main paragraph text. Lorem ipsum dolor sit amet, consectetur adipiscing elit. </a:t>
            </a:r>
            <a:endParaRPr sz="1100">
              <a:solidFill>
                <a:schemeClr val="dk1"/>
              </a:solidFill>
              <a:latin typeface="Open Sans"/>
              <a:ea typeface="Open Sans"/>
              <a:cs typeface="Open Sans"/>
              <a:sym typeface="Open Sans"/>
            </a:endParaRPr>
          </a:p>
          <a:p>
            <a:pPr indent="-241300" lvl="0" marL="285750" rtl="0" algn="l">
              <a:lnSpc>
                <a:spcPct val="115000"/>
              </a:lnSpc>
              <a:spcBef>
                <a:spcPts val="500"/>
              </a:spcBef>
              <a:spcAft>
                <a:spcPts val="0"/>
              </a:spcAft>
              <a:buClr>
                <a:schemeClr val="accent2"/>
              </a:buClr>
              <a:buSzPts val="1100"/>
              <a:buFont typeface="Open Sans"/>
              <a:buChar char="●"/>
            </a:pPr>
            <a:r>
              <a:rPr lang="en" sz="1100">
                <a:solidFill>
                  <a:schemeClr val="dk1"/>
                </a:solidFill>
                <a:latin typeface="Open Sans"/>
                <a:ea typeface="Open Sans"/>
                <a:cs typeface="Open Sans"/>
                <a:sym typeface="Open Sans"/>
              </a:rPr>
              <a:t>Duis at vulputate nisi. Ut mi orci, posuere eu viverra bibendum, tincidunt eget.</a:t>
            </a:r>
            <a:endParaRPr sz="800">
              <a:solidFill>
                <a:schemeClr val="dk1"/>
              </a:solidFill>
              <a:latin typeface="Open Sans"/>
              <a:ea typeface="Open Sans"/>
              <a:cs typeface="Open Sans"/>
              <a:sym typeface="Open Sans"/>
            </a:endParaRPr>
          </a:p>
        </p:txBody>
      </p:sp>
      <p:sp>
        <p:nvSpPr>
          <p:cNvPr id="299" name="Google Shape;299;p45"/>
          <p:cNvSpPr txBox="1"/>
          <p:nvPr>
            <p:ph type="title"/>
          </p:nvPr>
        </p:nvSpPr>
        <p:spPr>
          <a:xfrm>
            <a:off x="603000" y="153050"/>
            <a:ext cx="69573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 only content slide with 4 sections</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p46"/>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05" name="Google Shape;305;p46"/>
          <p:cNvSpPr/>
          <p:nvPr/>
        </p:nvSpPr>
        <p:spPr>
          <a:xfrm>
            <a:off x="-150600" y="974700"/>
            <a:ext cx="9375000" cy="4168800"/>
          </a:xfrm>
          <a:prstGeom prst="rect">
            <a:avLst/>
          </a:prstGeom>
          <a:solidFill>
            <a:srgbClr val="F6F7F9"/>
          </a:solidFill>
          <a:ln cap="flat" cmpd="sng" w="9525">
            <a:solidFill>
              <a:srgbClr val="F6F7F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46"/>
          <p:cNvSpPr txBox="1"/>
          <p:nvPr/>
        </p:nvSpPr>
        <p:spPr>
          <a:xfrm>
            <a:off x="713250" y="1248825"/>
            <a:ext cx="3998400" cy="2716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solidFill>
                  <a:srgbClr val="5A99E6"/>
                </a:solidFill>
                <a:latin typeface="Lexend Medium"/>
                <a:ea typeface="Lexend Medium"/>
                <a:cs typeface="Lexend Medium"/>
                <a:sym typeface="Lexend Medium"/>
              </a:rPr>
              <a:t>Strategy: </a:t>
            </a:r>
            <a:r>
              <a:rPr lang="en" sz="1300">
                <a:solidFill>
                  <a:srgbClr val="5A99E6"/>
                </a:solidFill>
                <a:latin typeface="Lexend Light"/>
                <a:ea typeface="Lexend Light"/>
                <a:cs typeface="Lexend Light"/>
                <a:sym typeface="Lexend Light"/>
              </a:rPr>
              <a:t>Text</a:t>
            </a:r>
            <a:endParaRPr sz="1000">
              <a:solidFill>
                <a:srgbClr val="000000"/>
              </a:solidFill>
              <a:latin typeface="Lexend Light"/>
              <a:ea typeface="Lexend Light"/>
              <a:cs typeface="Lexend Light"/>
              <a:sym typeface="Lexend Light"/>
            </a:endParaRPr>
          </a:p>
          <a:p>
            <a:pPr indent="0" lvl="0" marL="0" rtl="0" algn="l">
              <a:lnSpc>
                <a:spcPct val="150000"/>
              </a:lnSpc>
              <a:spcBef>
                <a:spcPts val="1200"/>
              </a:spcBef>
              <a:spcAft>
                <a:spcPts val="0"/>
              </a:spcAft>
              <a:buNone/>
            </a:pPr>
            <a:r>
              <a:rPr b="1" lang="en" sz="1000">
                <a:solidFill>
                  <a:srgbClr val="423C4C"/>
                </a:solidFill>
                <a:latin typeface="Open Sans"/>
                <a:ea typeface="Open Sans"/>
                <a:cs typeface="Open Sans"/>
                <a:sym typeface="Open Sans"/>
              </a:rPr>
              <a:t>Research: </a:t>
            </a:r>
            <a:r>
              <a:rPr i="1" lang="en" sz="1000">
                <a:solidFill>
                  <a:srgbClr val="423C4C"/>
                </a:solidFill>
                <a:latin typeface="Open Sans"/>
                <a:ea typeface="Open Sans"/>
                <a:cs typeface="Open Sans"/>
                <a:sym typeface="Open Sans"/>
              </a:rPr>
              <a:t>According to a report by Aberdeen Group, businesses that communicate CRM success stories see a 20% higher adoption rate. Additionally, organizations that highlight CRM benefits achieve 39% higher sales quota attainment​ (</a:t>
            </a:r>
            <a:r>
              <a:rPr i="1" lang="en" sz="1000" u="sng">
                <a:solidFill>
                  <a:srgbClr val="5A99E6"/>
                </a:solidFill>
                <a:latin typeface="Open Sans"/>
                <a:ea typeface="Open Sans"/>
                <a:cs typeface="Open Sans"/>
                <a:sym typeface="Open Sans"/>
                <a:hlinkClick r:id="rId3">
                  <a:extLst>
                    <a:ext uri="{A12FA001-AC4F-418D-AE19-62706E023703}">
                      <ahyp:hlinkClr val="tx"/>
                    </a:ext>
                  </a:extLst>
                </a:hlinkClick>
              </a:rPr>
              <a:t>PRWeb</a:t>
            </a:r>
            <a:r>
              <a:rPr i="1" lang="en" sz="1000">
                <a:solidFill>
                  <a:srgbClr val="5A99E6"/>
                </a:solidFill>
                <a:latin typeface="Open Sans"/>
                <a:ea typeface="Open Sans"/>
                <a:cs typeface="Open Sans"/>
                <a:sym typeface="Open Sans"/>
              </a:rPr>
              <a:t>)​​ (</a:t>
            </a:r>
            <a:r>
              <a:rPr i="1" lang="en" sz="1000" u="sng">
                <a:solidFill>
                  <a:srgbClr val="5A99E6"/>
                </a:solidFill>
                <a:latin typeface="Open Sans"/>
                <a:ea typeface="Open Sans"/>
                <a:cs typeface="Open Sans"/>
                <a:sym typeface="Open Sans"/>
                <a:hlinkClick r:id="rId4">
                  <a:extLst>
                    <a:ext uri="{A12FA001-AC4F-418D-AE19-62706E023703}">
                      <ahyp:hlinkClr val="tx"/>
                    </a:ext>
                  </a:extLst>
                </a:hlinkClick>
              </a:rPr>
              <a:t>Highspot</a:t>
            </a:r>
            <a:r>
              <a:rPr i="1" lang="en" sz="1000">
                <a:solidFill>
                  <a:srgbClr val="5A99E6"/>
                </a:solidFill>
                <a:latin typeface="Open Sans"/>
                <a:ea typeface="Open Sans"/>
                <a:cs typeface="Open Sans"/>
                <a:sym typeface="Open Sans"/>
              </a:rPr>
              <a:t>)​.</a:t>
            </a:r>
            <a:r>
              <a:rPr i="1" lang="en" sz="1000" u="sng">
                <a:solidFill>
                  <a:srgbClr val="5A99E6"/>
                </a:solidFill>
                <a:latin typeface="Open Sans"/>
                <a:ea typeface="Open Sans"/>
                <a:cs typeface="Open Sans"/>
                <a:sym typeface="Open Sans"/>
                <a:hlinkClick r:id="rId5">
                  <a:extLst>
                    <a:ext uri="{A12FA001-AC4F-418D-AE19-62706E023703}">
                      <ahyp:hlinkClr val="tx"/>
                    </a:ext>
                  </a:extLst>
                </a:hlinkClick>
              </a:rPr>
              <a:t>b</a:t>
            </a:r>
            <a:r>
              <a:rPr i="1" lang="en" sz="1000">
                <a:solidFill>
                  <a:srgbClr val="5A99E6"/>
                </a:solidFill>
                <a:latin typeface="Open Sans"/>
                <a:ea typeface="Open Sans"/>
                <a:cs typeface="Open Sans"/>
                <a:sym typeface="Open Sans"/>
              </a:rPr>
              <a:t>)​.</a:t>
            </a:r>
            <a:r>
              <a:rPr i="1" lang="en" sz="1000">
                <a:solidFill>
                  <a:srgbClr val="423C4C"/>
                </a:solidFill>
                <a:latin typeface="Open Sans"/>
                <a:ea typeface="Open Sans"/>
                <a:cs typeface="Open Sans"/>
                <a:sym typeface="Open Sans"/>
              </a:rPr>
              <a:t> Furthermore, companies with integrated CRM systems report 73% higher adoption rates.</a:t>
            </a:r>
            <a:endParaRPr i="1" sz="1000">
              <a:solidFill>
                <a:srgbClr val="423C4C"/>
              </a:solidFill>
              <a:latin typeface="Open Sans"/>
              <a:ea typeface="Open Sans"/>
              <a:cs typeface="Open Sans"/>
              <a:sym typeface="Open Sans"/>
            </a:endParaRPr>
          </a:p>
          <a:p>
            <a:pPr indent="0" lvl="0" marL="0" rtl="0" algn="l">
              <a:lnSpc>
                <a:spcPct val="150000"/>
              </a:lnSpc>
              <a:spcBef>
                <a:spcPts val="1200"/>
              </a:spcBef>
              <a:spcAft>
                <a:spcPts val="0"/>
              </a:spcAft>
              <a:buNone/>
            </a:pPr>
            <a:r>
              <a:t/>
            </a:r>
            <a:endParaRPr i="1" sz="1000">
              <a:solidFill>
                <a:srgbClr val="000000"/>
              </a:solidFill>
              <a:latin typeface="Open Sans"/>
              <a:ea typeface="Open Sans"/>
              <a:cs typeface="Open Sans"/>
              <a:sym typeface="Open Sans"/>
            </a:endParaRPr>
          </a:p>
          <a:p>
            <a:pPr indent="0" lvl="0" marL="0" rtl="0" algn="l">
              <a:lnSpc>
                <a:spcPct val="150000"/>
              </a:lnSpc>
              <a:spcBef>
                <a:spcPts val="1200"/>
              </a:spcBef>
              <a:spcAft>
                <a:spcPts val="1200"/>
              </a:spcAft>
              <a:buNone/>
            </a:pPr>
            <a:r>
              <a:t/>
            </a:r>
            <a:endParaRPr sz="1000">
              <a:solidFill>
                <a:srgbClr val="423C4C"/>
              </a:solidFill>
              <a:latin typeface="Open Sans"/>
              <a:ea typeface="Open Sans"/>
              <a:cs typeface="Open Sans"/>
              <a:sym typeface="Open Sans"/>
            </a:endParaRPr>
          </a:p>
        </p:txBody>
      </p:sp>
      <p:sp>
        <p:nvSpPr>
          <p:cNvPr id="307" name="Google Shape;307;p46"/>
          <p:cNvSpPr txBox="1"/>
          <p:nvPr/>
        </p:nvSpPr>
        <p:spPr>
          <a:xfrm>
            <a:off x="1258250" y="238325"/>
            <a:ext cx="6409200" cy="4176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1200"/>
              </a:spcAft>
              <a:buNone/>
            </a:pPr>
            <a:r>
              <a:rPr lang="en" sz="2000">
                <a:solidFill>
                  <a:schemeClr val="accent5"/>
                </a:solidFill>
                <a:latin typeface="Lexend Medium"/>
                <a:ea typeface="Lexend Medium"/>
                <a:cs typeface="Lexend Medium"/>
                <a:sym typeface="Lexend Medium"/>
              </a:rPr>
              <a:t>Numbered slide with text inside</a:t>
            </a:r>
            <a:endParaRPr sz="2000">
              <a:solidFill>
                <a:schemeClr val="accent5"/>
              </a:solidFill>
              <a:latin typeface="Lexend Medium"/>
              <a:ea typeface="Lexend Medium"/>
              <a:cs typeface="Lexend Medium"/>
              <a:sym typeface="Lexend Medium"/>
            </a:endParaRPr>
          </a:p>
        </p:txBody>
      </p:sp>
      <p:cxnSp>
        <p:nvCxnSpPr>
          <p:cNvPr id="308" name="Google Shape;308;p46"/>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09" name="Google Shape;309;p46"/>
          <p:cNvSpPr/>
          <p:nvPr/>
        </p:nvSpPr>
        <p:spPr>
          <a:xfrm>
            <a:off x="5288375" y="974700"/>
            <a:ext cx="3936000" cy="4273500"/>
          </a:xfrm>
          <a:prstGeom prst="rect">
            <a:avLst/>
          </a:prstGeom>
          <a:solidFill>
            <a:srgbClr val="5A99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46"/>
          <p:cNvSpPr txBox="1"/>
          <p:nvPr/>
        </p:nvSpPr>
        <p:spPr>
          <a:xfrm>
            <a:off x="5852950" y="1315132"/>
            <a:ext cx="37131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FFFFFF"/>
                </a:solidFill>
                <a:latin typeface="Lexend Medium"/>
                <a:ea typeface="Lexend Medium"/>
                <a:cs typeface="Lexend Medium"/>
                <a:sym typeface="Lexend Medium"/>
              </a:rPr>
              <a:t>Measured data</a:t>
            </a:r>
            <a:endParaRPr sz="1300">
              <a:solidFill>
                <a:srgbClr val="FFFFFF"/>
              </a:solidFill>
              <a:latin typeface="Lexend Medium"/>
              <a:ea typeface="Lexend Medium"/>
              <a:cs typeface="Lexend Medium"/>
              <a:sym typeface="Lexend Medium"/>
            </a:endParaRPr>
          </a:p>
        </p:txBody>
      </p:sp>
      <p:sp>
        <p:nvSpPr>
          <p:cNvPr id="311" name="Google Shape;311;p46"/>
          <p:cNvSpPr txBox="1"/>
          <p:nvPr/>
        </p:nvSpPr>
        <p:spPr>
          <a:xfrm>
            <a:off x="5717425" y="1566969"/>
            <a:ext cx="3144300" cy="1559700"/>
          </a:xfrm>
          <a:prstGeom prst="rect">
            <a:avLst/>
          </a:prstGeom>
          <a:noFill/>
          <a:ln>
            <a:noFill/>
          </a:ln>
        </p:spPr>
        <p:txBody>
          <a:bodyPr anchorCtr="0" anchor="t" bIns="91425" lIns="91425" spcFirstLastPara="1" rIns="91425" wrap="square" tIns="91425">
            <a:spAutoFit/>
          </a:bodyPr>
          <a:lstStyle/>
          <a:p>
            <a:pPr indent="-234950" lvl="1" marL="228600" rtl="0" algn="l">
              <a:lnSpc>
                <a:spcPct val="115000"/>
              </a:lnSpc>
              <a:spcBef>
                <a:spcPts val="0"/>
              </a:spcBef>
              <a:spcAft>
                <a:spcPts val="0"/>
              </a:spcAft>
              <a:buClr>
                <a:srgbClr val="F6F7F9"/>
              </a:buClr>
              <a:buSzPts val="1000"/>
              <a:buChar char="○"/>
            </a:pPr>
            <a:r>
              <a:rPr lang="en" sz="1000">
                <a:solidFill>
                  <a:srgbClr val="F6F7F9"/>
                </a:solidFill>
                <a:latin typeface="Open Sans"/>
                <a:ea typeface="Open Sans"/>
                <a:cs typeface="Open Sans"/>
                <a:sym typeface="Open Sans"/>
              </a:rPr>
              <a:t># of data entries / month</a:t>
            </a:r>
            <a:endParaRPr sz="1000">
              <a:solidFill>
                <a:srgbClr val="F6F7F9"/>
              </a:solidFill>
              <a:latin typeface="Open Sans"/>
              <a:ea typeface="Open Sans"/>
              <a:cs typeface="Open Sans"/>
              <a:sym typeface="Open Sans"/>
            </a:endParaRPr>
          </a:p>
          <a:p>
            <a:pPr indent="-234950" lvl="1" marL="228600" rtl="0" algn="l">
              <a:lnSpc>
                <a:spcPct val="115000"/>
              </a:lnSpc>
              <a:spcBef>
                <a:spcPts val="1000"/>
              </a:spcBef>
              <a:spcAft>
                <a:spcPts val="0"/>
              </a:spcAft>
              <a:buClr>
                <a:srgbClr val="F6F7F9"/>
              </a:buClr>
              <a:buSzPts val="1000"/>
              <a:buFont typeface="Open Sans"/>
              <a:buChar char="○"/>
            </a:pPr>
            <a:r>
              <a:rPr lang="en" sz="1000">
                <a:solidFill>
                  <a:srgbClr val="F6F7F9"/>
                </a:solidFill>
                <a:latin typeface="Open Sans"/>
                <a:ea typeface="Open Sans"/>
                <a:cs typeface="Open Sans"/>
                <a:sym typeface="Open Sans"/>
              </a:rPr>
              <a:t># of Records created / month</a:t>
            </a:r>
            <a:endParaRPr sz="1000">
              <a:solidFill>
                <a:srgbClr val="F6F7F9"/>
              </a:solidFill>
              <a:latin typeface="Open Sans"/>
              <a:ea typeface="Open Sans"/>
              <a:cs typeface="Open Sans"/>
              <a:sym typeface="Open Sans"/>
            </a:endParaRPr>
          </a:p>
          <a:p>
            <a:pPr indent="-234950" lvl="1" marL="228600" rtl="0" algn="l">
              <a:lnSpc>
                <a:spcPct val="115000"/>
              </a:lnSpc>
              <a:spcBef>
                <a:spcPts val="1000"/>
              </a:spcBef>
              <a:spcAft>
                <a:spcPts val="0"/>
              </a:spcAft>
              <a:buClr>
                <a:srgbClr val="F6F7F9"/>
              </a:buClr>
              <a:buSzPts val="1000"/>
              <a:buFont typeface="Open Sans"/>
              <a:buChar char="○"/>
            </a:pPr>
            <a:r>
              <a:rPr lang="en" sz="1000">
                <a:solidFill>
                  <a:srgbClr val="F6F7F9"/>
                </a:solidFill>
                <a:latin typeface="Open Sans"/>
                <a:ea typeface="Open Sans"/>
                <a:cs typeface="Open Sans"/>
                <a:sym typeface="Open Sans"/>
              </a:rPr>
              <a:t>?</a:t>
            </a:r>
            <a:endParaRPr sz="1000">
              <a:solidFill>
                <a:srgbClr val="F6F7F9"/>
              </a:solidFill>
              <a:latin typeface="Open Sans"/>
              <a:ea typeface="Open Sans"/>
              <a:cs typeface="Open Sans"/>
              <a:sym typeface="Open Sans"/>
            </a:endParaRPr>
          </a:p>
          <a:p>
            <a:pPr indent="-234950" lvl="1" marL="228600" rtl="0" algn="l">
              <a:lnSpc>
                <a:spcPct val="115000"/>
              </a:lnSpc>
              <a:spcBef>
                <a:spcPts val="1000"/>
              </a:spcBef>
              <a:spcAft>
                <a:spcPts val="0"/>
              </a:spcAft>
              <a:buClr>
                <a:srgbClr val="F6F7F9"/>
              </a:buClr>
              <a:buSzPts val="1000"/>
              <a:buFont typeface="Open Sans"/>
              <a:buChar char="○"/>
            </a:pPr>
            <a:r>
              <a:rPr lang="en" sz="1000">
                <a:solidFill>
                  <a:srgbClr val="F6F7F9"/>
                </a:solidFill>
                <a:latin typeface="Open Sans"/>
                <a:ea typeface="Open Sans"/>
                <a:cs typeface="Open Sans"/>
                <a:sym typeface="Open Sans"/>
              </a:rPr>
              <a:t>?</a:t>
            </a:r>
            <a:endParaRPr sz="1000">
              <a:solidFill>
                <a:srgbClr val="F6F7F9"/>
              </a:solidFill>
              <a:latin typeface="Open Sans"/>
              <a:ea typeface="Open Sans"/>
              <a:cs typeface="Open Sans"/>
              <a:sym typeface="Open Sans"/>
            </a:endParaRPr>
          </a:p>
          <a:p>
            <a:pPr indent="-234950" lvl="1" marL="228600" rtl="0" algn="l">
              <a:lnSpc>
                <a:spcPct val="115000"/>
              </a:lnSpc>
              <a:spcBef>
                <a:spcPts val="1000"/>
              </a:spcBef>
              <a:spcAft>
                <a:spcPts val="1000"/>
              </a:spcAft>
              <a:buClr>
                <a:srgbClr val="F6F7F9"/>
              </a:buClr>
              <a:buSzPts val="1000"/>
              <a:buFont typeface="Open Sans"/>
              <a:buChar char="○"/>
            </a:pPr>
            <a:r>
              <a:rPr lang="en" sz="1000">
                <a:solidFill>
                  <a:srgbClr val="F6F7F9"/>
                </a:solidFill>
                <a:latin typeface="Open Sans"/>
                <a:ea typeface="Open Sans"/>
                <a:cs typeface="Open Sans"/>
                <a:sym typeface="Open Sans"/>
              </a:rPr>
              <a:t>?</a:t>
            </a:r>
            <a:endParaRPr sz="1000">
              <a:solidFill>
                <a:srgbClr val="F6F7F9"/>
              </a:solidFill>
              <a:latin typeface="Open Sans"/>
              <a:ea typeface="Open Sans"/>
              <a:cs typeface="Open Sans"/>
              <a:sym typeface="Open Sans"/>
            </a:endParaRPr>
          </a:p>
        </p:txBody>
      </p:sp>
      <p:sp>
        <p:nvSpPr>
          <p:cNvPr id="312" name="Google Shape;312;p46"/>
          <p:cNvSpPr txBox="1"/>
          <p:nvPr/>
        </p:nvSpPr>
        <p:spPr>
          <a:xfrm>
            <a:off x="713250" y="163275"/>
            <a:ext cx="376800" cy="4926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1200"/>
              </a:spcAft>
              <a:buNone/>
            </a:pPr>
            <a:r>
              <a:rPr b="1" lang="en" sz="2000">
                <a:solidFill>
                  <a:srgbClr val="5A99E6"/>
                </a:solidFill>
                <a:latin typeface="Lexend"/>
                <a:ea typeface="Lexend"/>
                <a:cs typeface="Lexend"/>
                <a:sym typeface="Lexend"/>
              </a:rPr>
              <a:t>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Text only content slide</a:t>
            </a:r>
            <a:endParaRPr sz="2000">
              <a:solidFill>
                <a:schemeClr val="accent5"/>
              </a:solidFill>
              <a:latin typeface="Lexend Medium"/>
              <a:ea typeface="Lexend Medium"/>
              <a:cs typeface="Lexend Medium"/>
              <a:sym typeface="Lexend Medium"/>
            </a:endParaRPr>
          </a:p>
        </p:txBody>
      </p:sp>
      <p:cxnSp>
        <p:nvCxnSpPr>
          <p:cNvPr id="318" name="Google Shape;318;p47"/>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19" name="Google Shape;319;p47"/>
          <p:cNvSpPr/>
          <p:nvPr/>
        </p:nvSpPr>
        <p:spPr>
          <a:xfrm>
            <a:off x="753734" y="1390375"/>
            <a:ext cx="23787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a:solidFill>
                  <a:srgbClr val="5A99E6"/>
                </a:solidFill>
                <a:latin typeface="Lexend Medium"/>
                <a:ea typeface="Lexend Medium"/>
                <a:cs typeface="Lexend Medium"/>
                <a:sym typeface="Lexend Medium"/>
              </a:rPr>
              <a:t>Title</a:t>
            </a:r>
            <a:endParaRPr i="0" u="none" cap="none" strike="noStrike">
              <a:solidFill>
                <a:srgbClr val="5A99E6"/>
              </a:solidFill>
              <a:latin typeface="Lexend Medium"/>
              <a:ea typeface="Lexend Medium"/>
              <a:cs typeface="Lexend Medium"/>
              <a:sym typeface="Lexend Medium"/>
            </a:endParaRPr>
          </a:p>
        </p:txBody>
      </p:sp>
      <p:sp>
        <p:nvSpPr>
          <p:cNvPr id="320" name="Google Shape;320;p47"/>
          <p:cNvSpPr/>
          <p:nvPr/>
        </p:nvSpPr>
        <p:spPr>
          <a:xfrm>
            <a:off x="746300" y="1642300"/>
            <a:ext cx="3576300" cy="1620300"/>
          </a:xfrm>
          <a:prstGeom prst="rect">
            <a:avLst/>
          </a:prstGeom>
          <a:noFill/>
          <a:ln>
            <a:noFill/>
          </a:ln>
        </p:spPr>
        <p:txBody>
          <a:bodyPr anchorCtr="0" anchor="ctr" bIns="0" lIns="0" spcFirstLastPara="1" rIns="0" wrap="square" tIns="0">
            <a:noAutofit/>
          </a:bodyPr>
          <a:lstStyle/>
          <a:p>
            <a:pPr indent="-234950" lvl="0" marL="285750" rtl="0" algn="l">
              <a:lnSpc>
                <a:spcPct val="115000"/>
              </a:lnSpc>
              <a:spcBef>
                <a:spcPts val="500"/>
              </a:spcBef>
              <a:spcAft>
                <a:spcPts val="0"/>
              </a:spcAft>
              <a:buClr>
                <a:schemeClr val="accent1"/>
              </a:buClr>
              <a:buSzPts val="1000"/>
              <a:buFont typeface="Open Sans"/>
              <a:buChar char="●"/>
            </a:pPr>
            <a:r>
              <a:rPr lang="en" sz="1000">
                <a:solidFill>
                  <a:schemeClr val="dk1"/>
                </a:solidFill>
                <a:latin typeface="Open Sans"/>
                <a:ea typeface="Open Sans"/>
                <a:cs typeface="Open Sans"/>
                <a:sym typeface="Open Sans"/>
              </a:rPr>
              <a:t>Main paragraph text. Lorem ipsum dolor sit amet, consectetur adipiscing elit. </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1"/>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1"/>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1"/>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p:txBody>
      </p:sp>
      <p:pic>
        <p:nvPicPr>
          <p:cNvPr descr="preencoded.png" id="321" name="Google Shape;321;p47"/>
          <p:cNvPicPr preferRelativeResize="0"/>
          <p:nvPr/>
        </p:nvPicPr>
        <p:blipFill rotWithShape="1">
          <a:blip r:embed="rId3">
            <a:alphaModFix/>
          </a:blip>
          <a:srcRect b="0" l="0" r="0" t="0"/>
          <a:stretch/>
        </p:blipFill>
        <p:spPr>
          <a:xfrm>
            <a:off x="749292" y="3194252"/>
            <a:ext cx="42852" cy="7142"/>
          </a:xfrm>
          <a:prstGeom prst="rect">
            <a:avLst/>
          </a:prstGeom>
          <a:noFill/>
          <a:ln>
            <a:noFill/>
          </a:ln>
        </p:spPr>
      </p:pic>
      <p:sp>
        <p:nvSpPr>
          <p:cNvPr id="322" name="Google Shape;322;p47"/>
          <p:cNvSpPr/>
          <p:nvPr/>
        </p:nvSpPr>
        <p:spPr>
          <a:xfrm>
            <a:off x="4655384" y="1390375"/>
            <a:ext cx="2378700" cy="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899CE"/>
              </a:buClr>
              <a:buSzPts val="1200"/>
              <a:buFont typeface="Open Sans"/>
              <a:buNone/>
            </a:pPr>
            <a:r>
              <a:rPr lang="en">
                <a:solidFill>
                  <a:schemeClr val="accent2"/>
                </a:solidFill>
                <a:latin typeface="Lexend Medium"/>
                <a:ea typeface="Lexend Medium"/>
                <a:cs typeface="Lexend Medium"/>
                <a:sym typeface="Lexend Medium"/>
              </a:rPr>
              <a:t>Title</a:t>
            </a:r>
            <a:endParaRPr i="0" u="none" cap="none" strike="noStrike">
              <a:solidFill>
                <a:schemeClr val="accent2"/>
              </a:solidFill>
              <a:latin typeface="Lexend Medium"/>
              <a:ea typeface="Lexend Medium"/>
              <a:cs typeface="Lexend Medium"/>
              <a:sym typeface="Lexend Medium"/>
            </a:endParaRPr>
          </a:p>
        </p:txBody>
      </p:sp>
      <p:sp>
        <p:nvSpPr>
          <p:cNvPr id="323" name="Google Shape;323;p47"/>
          <p:cNvSpPr/>
          <p:nvPr/>
        </p:nvSpPr>
        <p:spPr>
          <a:xfrm>
            <a:off x="4647950" y="1642300"/>
            <a:ext cx="3336900" cy="1620300"/>
          </a:xfrm>
          <a:prstGeom prst="rect">
            <a:avLst/>
          </a:prstGeom>
          <a:noFill/>
          <a:ln>
            <a:noFill/>
          </a:ln>
        </p:spPr>
        <p:txBody>
          <a:bodyPr anchorCtr="0" anchor="ctr" bIns="0" lIns="0" spcFirstLastPara="1" rIns="0" wrap="square" tIns="0">
            <a:noAutofit/>
          </a:bodyPr>
          <a:lstStyle/>
          <a:p>
            <a:pPr indent="-234950" lvl="0" marL="285750" rtl="0" algn="l">
              <a:lnSpc>
                <a:spcPct val="115000"/>
              </a:lnSpc>
              <a:spcBef>
                <a:spcPts val="500"/>
              </a:spcBef>
              <a:spcAft>
                <a:spcPts val="0"/>
              </a:spcAft>
              <a:buClr>
                <a:schemeClr val="accent2"/>
              </a:buClr>
              <a:buSzPts val="1000"/>
              <a:buFont typeface="Open Sans"/>
              <a:buChar char="●"/>
            </a:pPr>
            <a:r>
              <a:rPr lang="en" sz="1000">
                <a:solidFill>
                  <a:schemeClr val="dk1"/>
                </a:solidFill>
                <a:latin typeface="Open Sans"/>
                <a:ea typeface="Open Sans"/>
                <a:cs typeface="Open Sans"/>
                <a:sym typeface="Open Sans"/>
              </a:rPr>
              <a:t>Main paragraph text. Lorem ipsum dolor sit amet, consectetur adipiscing elit. </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2"/>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2"/>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a:p>
            <a:pPr indent="-234950" lvl="0" marL="285750" rtl="0" algn="l">
              <a:lnSpc>
                <a:spcPct val="115000"/>
              </a:lnSpc>
              <a:spcBef>
                <a:spcPts val="500"/>
              </a:spcBef>
              <a:spcAft>
                <a:spcPts val="0"/>
              </a:spcAft>
              <a:buClr>
                <a:schemeClr val="accent2"/>
              </a:buClr>
              <a:buSzPts val="1000"/>
              <a:buFont typeface="Open Sans"/>
              <a:buChar char="●"/>
            </a:pPr>
            <a:r>
              <a:rPr lang="en" sz="1000">
                <a:solidFill>
                  <a:schemeClr val="dk1"/>
                </a:solidFill>
                <a:latin typeface="Open Sans"/>
                <a:ea typeface="Open Sans"/>
                <a:cs typeface="Open Sans"/>
                <a:sym typeface="Open Sans"/>
              </a:rPr>
              <a:t>Duis at vulputate nisi. Ut mi orci, posuere eu viverra bibendum, tincidunt eget.</a:t>
            </a:r>
            <a:endParaRPr sz="10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p:nvPr/>
        </p:nvSpPr>
        <p:spPr>
          <a:xfrm>
            <a:off x="4993975" y="1209450"/>
            <a:ext cx="3059400" cy="3059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8"/>
          <p:cNvSpPr txBox="1"/>
          <p:nvPr/>
        </p:nvSpPr>
        <p:spPr>
          <a:xfrm>
            <a:off x="5296075" y="2052000"/>
            <a:ext cx="2455200" cy="137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6400">
                <a:solidFill>
                  <a:schemeClr val="accent1"/>
                </a:solidFill>
                <a:latin typeface="Lexend"/>
                <a:ea typeface="Lexend"/>
                <a:cs typeface="Lexend"/>
                <a:sym typeface="Lexend"/>
              </a:rPr>
              <a:t>42% </a:t>
            </a:r>
            <a:endParaRPr b="1" sz="6400">
              <a:solidFill>
                <a:schemeClr val="accent1"/>
              </a:solidFill>
              <a:latin typeface="Lexend"/>
              <a:ea typeface="Lexend"/>
              <a:cs typeface="Lexend"/>
              <a:sym typeface="Lexend"/>
            </a:endParaRPr>
          </a:p>
          <a:p>
            <a:pPr indent="0" lvl="0" marL="0" rtl="0" algn="ctr">
              <a:spcBef>
                <a:spcPts val="0"/>
              </a:spcBef>
              <a:spcAft>
                <a:spcPts val="0"/>
              </a:spcAft>
              <a:buNone/>
            </a:pPr>
            <a:r>
              <a:rPr lang="en" sz="2200">
                <a:solidFill>
                  <a:schemeClr val="accent1"/>
                </a:solidFill>
                <a:latin typeface="Lexend"/>
                <a:ea typeface="Lexend"/>
                <a:cs typeface="Lexend"/>
                <a:sym typeface="Lexend"/>
              </a:rPr>
              <a:t>of users like feature X</a:t>
            </a:r>
            <a:endParaRPr sz="2200">
              <a:solidFill>
                <a:schemeClr val="accent1"/>
              </a:solidFill>
              <a:latin typeface="Lexend"/>
              <a:ea typeface="Lexend"/>
              <a:cs typeface="Lexend"/>
              <a:sym typeface="Lexend"/>
            </a:endParaRPr>
          </a:p>
        </p:txBody>
      </p:sp>
      <p:cxnSp>
        <p:nvCxnSpPr>
          <p:cNvPr id="330" name="Google Shape;330;p48"/>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31" name="Google Shape;331;p48"/>
          <p:cNvSpPr txBox="1"/>
          <p:nvPr/>
        </p:nvSpPr>
        <p:spPr>
          <a:xfrm>
            <a:off x="692450" y="2055275"/>
            <a:ext cx="3604800" cy="13230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600"/>
              </a:spcBef>
              <a:spcAft>
                <a:spcPts val="1600"/>
              </a:spcAft>
              <a:buNone/>
            </a:pPr>
            <a:r>
              <a:rPr lang="en" sz="1100">
                <a:solidFill>
                  <a:schemeClr val="dk1"/>
                </a:solidFill>
                <a:latin typeface="Open Sans"/>
                <a:ea typeface="Open Sans"/>
                <a:cs typeface="Open Sans"/>
                <a:sym typeface="Open Sans"/>
              </a:rPr>
              <a:t>Main paragraph text. Lorem ipsum dolor sit amet, consectetur adipiscing elit. Duis at vulputate nisi. Ut mi orci, posuere eu viverra bibendum, tincidunt eget metus. Donec eu lorem orci. Aenean nisi ante, dignissim eget justo ut.</a:t>
            </a:r>
            <a:endParaRPr sz="1100">
              <a:solidFill>
                <a:schemeClr val="dk1"/>
              </a:solidFill>
              <a:latin typeface="Open Sans"/>
              <a:ea typeface="Open Sans"/>
              <a:cs typeface="Open Sans"/>
              <a:sym typeface="Open Sans"/>
            </a:endParaRPr>
          </a:p>
        </p:txBody>
      </p:sp>
      <p:sp>
        <p:nvSpPr>
          <p:cNvPr id="332" name="Google Shape;332;p48"/>
          <p:cNvSpPr txBox="1"/>
          <p:nvPr/>
        </p:nvSpPr>
        <p:spPr>
          <a:xfrm>
            <a:off x="616500" y="155022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solidFill>
                  <a:schemeClr val="accent1"/>
                </a:solidFill>
                <a:latin typeface="Lexend Medium"/>
                <a:ea typeface="Lexend Medium"/>
                <a:cs typeface="Lexend Medium"/>
                <a:sym typeface="Lexend Medium"/>
              </a:rPr>
              <a:t>Header or subhead text</a:t>
            </a:r>
            <a:endParaRPr sz="1300">
              <a:solidFill>
                <a:schemeClr val="accent1"/>
              </a:solidFill>
              <a:latin typeface="Lexend Medium"/>
              <a:ea typeface="Lexend Medium"/>
              <a:cs typeface="Lexend Medium"/>
              <a:sym typeface="Lexend Medium"/>
            </a:endParaRPr>
          </a:p>
        </p:txBody>
      </p:sp>
      <p:sp>
        <p:nvSpPr>
          <p:cNvPr id="333" name="Google Shape;333;p48"/>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Text + highlight</a:t>
            </a:r>
            <a:endParaRPr sz="2000">
              <a:solidFill>
                <a:schemeClr val="accent5"/>
              </a:solidFill>
              <a:latin typeface="Lexend Medium"/>
              <a:ea typeface="Lexend Medium"/>
              <a:cs typeface="Lexend Medium"/>
              <a:sym typeface="Lexend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p:nvPr/>
        </p:nvSpPr>
        <p:spPr>
          <a:xfrm>
            <a:off x="6365025" y="980850"/>
            <a:ext cx="2168700" cy="2168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9"/>
          <p:cNvSpPr txBox="1"/>
          <p:nvPr/>
        </p:nvSpPr>
        <p:spPr>
          <a:xfrm>
            <a:off x="6579185" y="1501938"/>
            <a:ext cx="1740600" cy="97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6000">
                <a:solidFill>
                  <a:schemeClr val="lt1"/>
                </a:solidFill>
                <a:latin typeface="Lexend Medium"/>
                <a:ea typeface="Lexend Medium"/>
                <a:cs typeface="Lexend Medium"/>
                <a:sym typeface="Lexend Medium"/>
              </a:rPr>
              <a:t>42% </a:t>
            </a:r>
            <a:endParaRPr sz="6000">
              <a:solidFill>
                <a:schemeClr val="lt1"/>
              </a:solidFill>
              <a:latin typeface="Lexend Medium"/>
              <a:ea typeface="Lexend Medium"/>
              <a:cs typeface="Lexend Medium"/>
              <a:sym typeface="Lexend Medium"/>
            </a:endParaRPr>
          </a:p>
          <a:p>
            <a:pPr indent="0" lvl="0" marL="0" rtl="0" algn="ctr">
              <a:spcBef>
                <a:spcPts val="0"/>
              </a:spcBef>
              <a:spcAft>
                <a:spcPts val="0"/>
              </a:spcAft>
              <a:buNone/>
            </a:pPr>
            <a:r>
              <a:rPr lang="en" sz="1200">
                <a:solidFill>
                  <a:schemeClr val="lt2"/>
                </a:solidFill>
                <a:latin typeface="Lexend"/>
                <a:ea typeface="Lexend"/>
                <a:cs typeface="Lexend"/>
                <a:sym typeface="Lexend"/>
              </a:rPr>
              <a:t>of users like feature X</a:t>
            </a:r>
            <a:endParaRPr sz="1200">
              <a:solidFill>
                <a:schemeClr val="lt2"/>
              </a:solidFill>
              <a:latin typeface="Lexend"/>
              <a:ea typeface="Lexend"/>
              <a:cs typeface="Lexend"/>
              <a:sym typeface="Lexend"/>
            </a:endParaRPr>
          </a:p>
        </p:txBody>
      </p:sp>
      <p:sp>
        <p:nvSpPr>
          <p:cNvPr id="340" name="Google Shape;340;p49"/>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Text + 2 highlights</a:t>
            </a:r>
            <a:endParaRPr sz="2000">
              <a:solidFill>
                <a:schemeClr val="accent5"/>
              </a:solidFill>
              <a:latin typeface="Lexend Medium"/>
              <a:ea typeface="Lexend Medium"/>
              <a:cs typeface="Lexend Medium"/>
              <a:sym typeface="Lexend Medium"/>
            </a:endParaRPr>
          </a:p>
        </p:txBody>
      </p:sp>
      <p:cxnSp>
        <p:nvCxnSpPr>
          <p:cNvPr id="341" name="Google Shape;341;p49"/>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42" name="Google Shape;342;p49"/>
          <p:cNvSpPr txBox="1"/>
          <p:nvPr/>
        </p:nvSpPr>
        <p:spPr>
          <a:xfrm>
            <a:off x="692450" y="1598075"/>
            <a:ext cx="2590500" cy="13230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600"/>
              </a:spcBef>
              <a:spcAft>
                <a:spcPts val="1600"/>
              </a:spcAft>
              <a:buNone/>
            </a:pPr>
            <a:r>
              <a:rPr lang="en" sz="1100">
                <a:solidFill>
                  <a:schemeClr val="dk1"/>
                </a:solidFill>
                <a:latin typeface="Open Sans"/>
                <a:ea typeface="Open Sans"/>
                <a:cs typeface="Open Sans"/>
                <a:sym typeface="Open Sans"/>
              </a:rPr>
              <a:t>Main paragraph text. Lorem ipsum dolor sit amet, consectetur adipiscing elit. Duis at vulputate nisi. Ut mi orci, posuere eu viverra bibendum.</a:t>
            </a:r>
            <a:endParaRPr sz="1100">
              <a:solidFill>
                <a:schemeClr val="dk1"/>
              </a:solidFill>
              <a:latin typeface="Open Sans"/>
              <a:ea typeface="Open Sans"/>
              <a:cs typeface="Open Sans"/>
              <a:sym typeface="Open Sans"/>
            </a:endParaRPr>
          </a:p>
        </p:txBody>
      </p:sp>
      <p:sp>
        <p:nvSpPr>
          <p:cNvPr id="343" name="Google Shape;343;p49"/>
          <p:cNvSpPr txBox="1"/>
          <p:nvPr/>
        </p:nvSpPr>
        <p:spPr>
          <a:xfrm>
            <a:off x="616500" y="109302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solidFill>
                  <a:schemeClr val="accent1"/>
                </a:solidFill>
                <a:latin typeface="Lexend Medium"/>
                <a:ea typeface="Lexend Medium"/>
                <a:cs typeface="Lexend Medium"/>
                <a:sym typeface="Lexend Medium"/>
              </a:rPr>
              <a:t>Header or subhead text</a:t>
            </a:r>
            <a:endParaRPr sz="1300">
              <a:solidFill>
                <a:schemeClr val="accent1"/>
              </a:solidFill>
              <a:latin typeface="Lexend Medium"/>
              <a:ea typeface="Lexend Medium"/>
              <a:cs typeface="Lexend Medium"/>
              <a:sym typeface="Lexend Medium"/>
            </a:endParaRPr>
          </a:p>
        </p:txBody>
      </p:sp>
      <p:sp>
        <p:nvSpPr>
          <p:cNvPr id="344" name="Google Shape;344;p49"/>
          <p:cNvSpPr/>
          <p:nvPr/>
        </p:nvSpPr>
        <p:spPr>
          <a:xfrm>
            <a:off x="3939325" y="2441400"/>
            <a:ext cx="2168700" cy="216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sp>
        <p:nvSpPr>
          <p:cNvPr id="345" name="Google Shape;345;p49"/>
          <p:cNvSpPr txBox="1"/>
          <p:nvPr/>
        </p:nvSpPr>
        <p:spPr>
          <a:xfrm>
            <a:off x="4153485" y="2886288"/>
            <a:ext cx="1740600" cy="974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6000">
                <a:solidFill>
                  <a:schemeClr val="lt1"/>
                </a:solidFill>
                <a:latin typeface="Lexend Medium"/>
                <a:ea typeface="Lexend Medium"/>
                <a:cs typeface="Lexend Medium"/>
                <a:sym typeface="Lexend Medium"/>
              </a:rPr>
              <a:t>42% </a:t>
            </a:r>
            <a:endParaRPr sz="6000">
              <a:solidFill>
                <a:schemeClr val="lt1"/>
              </a:solidFill>
              <a:latin typeface="Lexend Medium"/>
              <a:ea typeface="Lexend Medium"/>
              <a:cs typeface="Lexend Medium"/>
              <a:sym typeface="Lexend Medium"/>
            </a:endParaRPr>
          </a:p>
          <a:p>
            <a:pPr indent="0" lvl="0" marL="0" rtl="0" algn="ctr">
              <a:spcBef>
                <a:spcPts val="0"/>
              </a:spcBef>
              <a:spcAft>
                <a:spcPts val="0"/>
              </a:spcAft>
              <a:buNone/>
            </a:pPr>
            <a:r>
              <a:rPr lang="en" sz="1300">
                <a:solidFill>
                  <a:schemeClr val="accent4"/>
                </a:solidFill>
                <a:latin typeface="Lexend"/>
                <a:ea typeface="Lexend"/>
                <a:cs typeface="Lexend"/>
                <a:sym typeface="Lexend"/>
              </a:rPr>
              <a:t>Smaller </a:t>
            </a:r>
            <a:r>
              <a:rPr lang="en" sz="1300">
                <a:solidFill>
                  <a:schemeClr val="accent4"/>
                </a:solidFill>
                <a:latin typeface="Lexend"/>
                <a:ea typeface="Lexend"/>
                <a:cs typeface="Lexend"/>
                <a:sym typeface="Lexend"/>
              </a:rPr>
              <a:t>explainer text if needed</a:t>
            </a:r>
            <a:endParaRPr sz="1300">
              <a:solidFill>
                <a:schemeClr val="accent4"/>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0"/>
          <p:cNvSpPr txBox="1"/>
          <p:nvPr/>
        </p:nvSpPr>
        <p:spPr>
          <a:xfrm>
            <a:off x="692450" y="2055275"/>
            <a:ext cx="3604800" cy="13230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600"/>
              </a:spcBef>
              <a:spcAft>
                <a:spcPts val="1600"/>
              </a:spcAft>
              <a:buNone/>
            </a:pPr>
            <a:r>
              <a:rPr lang="en" sz="1100">
                <a:solidFill>
                  <a:schemeClr val="dk1"/>
                </a:solidFill>
                <a:latin typeface="Open Sans"/>
                <a:ea typeface="Open Sans"/>
                <a:cs typeface="Open Sans"/>
                <a:sym typeface="Open Sans"/>
              </a:rPr>
              <a:t>Main paragraph text. Lorem ipsum dolor sit amet, consectetur adipiscing elit. Duis at vulputate nisi. Ut mi orci, posuere eu viverra bibendum, tincidunt eget metus. Donec eu lorem orci. Aenean nisi ante, dignissim eget justo ut.</a:t>
            </a:r>
            <a:endParaRPr sz="1100">
              <a:solidFill>
                <a:schemeClr val="dk1"/>
              </a:solidFill>
              <a:latin typeface="Open Sans"/>
              <a:ea typeface="Open Sans"/>
              <a:cs typeface="Open Sans"/>
              <a:sym typeface="Open Sans"/>
            </a:endParaRPr>
          </a:p>
        </p:txBody>
      </p:sp>
      <p:pic>
        <p:nvPicPr>
          <p:cNvPr id="351" name="Google Shape;351;p50"/>
          <p:cNvPicPr preferRelativeResize="0"/>
          <p:nvPr/>
        </p:nvPicPr>
        <p:blipFill rotWithShape="1">
          <a:blip r:embed="rId3">
            <a:alphaModFix/>
          </a:blip>
          <a:srcRect b="0" l="19103" r="5895" t="0"/>
          <a:stretch/>
        </p:blipFill>
        <p:spPr>
          <a:xfrm>
            <a:off x="4894100" y="1105450"/>
            <a:ext cx="3522250" cy="3132249"/>
          </a:xfrm>
          <a:prstGeom prst="rect">
            <a:avLst/>
          </a:prstGeom>
          <a:noFill/>
          <a:ln>
            <a:noFill/>
          </a:ln>
        </p:spPr>
      </p:pic>
      <p:sp>
        <p:nvSpPr>
          <p:cNvPr id="352" name="Google Shape;352;p50"/>
          <p:cNvSpPr txBox="1"/>
          <p:nvPr/>
        </p:nvSpPr>
        <p:spPr>
          <a:xfrm>
            <a:off x="616500" y="1550225"/>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solidFill>
                  <a:schemeClr val="accent1"/>
                </a:solidFill>
                <a:latin typeface="Lexend Medium"/>
                <a:ea typeface="Lexend Medium"/>
                <a:cs typeface="Lexend Medium"/>
                <a:sym typeface="Lexend Medium"/>
              </a:rPr>
              <a:t>Header or subhead text</a:t>
            </a:r>
            <a:endParaRPr sz="1300">
              <a:solidFill>
                <a:schemeClr val="accent1"/>
              </a:solidFill>
              <a:latin typeface="Lexend Medium"/>
              <a:ea typeface="Lexend Medium"/>
              <a:cs typeface="Lexend Medium"/>
              <a:sym typeface="Lexend Medium"/>
            </a:endParaRPr>
          </a:p>
        </p:txBody>
      </p:sp>
      <p:sp>
        <p:nvSpPr>
          <p:cNvPr id="353" name="Google Shape;353;p50"/>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Text + image 2</a:t>
            </a:r>
            <a:endParaRPr sz="2000">
              <a:solidFill>
                <a:schemeClr val="accent5"/>
              </a:solidFill>
              <a:latin typeface="Lexend Medium"/>
              <a:ea typeface="Lexend Medium"/>
              <a:cs typeface="Lexend Medium"/>
              <a:sym typeface="Lexend Medium"/>
            </a:endParaRPr>
          </a:p>
        </p:txBody>
      </p:sp>
      <p:cxnSp>
        <p:nvCxnSpPr>
          <p:cNvPr id="354" name="Google Shape;354;p50"/>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Team intro slide 2</a:t>
            </a:r>
            <a:endParaRPr sz="2000">
              <a:solidFill>
                <a:schemeClr val="accent5"/>
              </a:solidFill>
              <a:latin typeface="Lexend Medium"/>
              <a:ea typeface="Lexend Medium"/>
              <a:cs typeface="Lexend Medium"/>
              <a:sym typeface="Lexend Medium"/>
            </a:endParaRPr>
          </a:p>
        </p:txBody>
      </p:sp>
      <p:cxnSp>
        <p:nvCxnSpPr>
          <p:cNvPr id="360" name="Google Shape;360;p51"/>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61" name="Google Shape;361;p51"/>
          <p:cNvSpPr/>
          <p:nvPr/>
        </p:nvSpPr>
        <p:spPr>
          <a:xfrm>
            <a:off x="3132575" y="1048825"/>
            <a:ext cx="1021800" cy="1021800"/>
          </a:xfrm>
          <a:prstGeom prst="ellipse">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1"/>
          <p:cNvSpPr txBox="1"/>
          <p:nvPr>
            <p:ph idx="1" type="subTitle"/>
          </p:nvPr>
        </p:nvSpPr>
        <p:spPr>
          <a:xfrm>
            <a:off x="5844600" y="1354975"/>
            <a:ext cx="1540800" cy="27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63" name="Google Shape;363;p51"/>
          <p:cNvSpPr txBox="1"/>
          <p:nvPr>
            <p:ph idx="2" type="subTitle"/>
          </p:nvPr>
        </p:nvSpPr>
        <p:spPr>
          <a:xfrm>
            <a:off x="5844600" y="1006675"/>
            <a:ext cx="1540800" cy="43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accent2"/>
                </a:solidFill>
                <a:latin typeface="Lexend Medium"/>
                <a:ea typeface="Lexend Medium"/>
                <a:cs typeface="Lexend Medium"/>
                <a:sym typeface="Lexend Medium"/>
              </a:rPr>
              <a:t>Name Here</a:t>
            </a:r>
            <a:endParaRPr sz="1300">
              <a:solidFill>
                <a:schemeClr val="accent2"/>
              </a:solidFill>
              <a:latin typeface="Lexend Medium"/>
              <a:ea typeface="Lexend Medium"/>
              <a:cs typeface="Lexend Medium"/>
              <a:sym typeface="Lexend Medium"/>
            </a:endParaRPr>
          </a:p>
        </p:txBody>
      </p:sp>
      <p:sp>
        <p:nvSpPr>
          <p:cNvPr id="364" name="Google Shape;364;p51"/>
          <p:cNvSpPr txBox="1"/>
          <p:nvPr>
            <p:ph idx="3" type="subTitle"/>
          </p:nvPr>
        </p:nvSpPr>
        <p:spPr>
          <a:xfrm>
            <a:off x="5844600" y="1633675"/>
            <a:ext cx="1609500" cy="33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65" name="Google Shape;365;p51"/>
          <p:cNvSpPr txBox="1"/>
          <p:nvPr>
            <p:ph idx="4" type="subTitle"/>
          </p:nvPr>
        </p:nvSpPr>
        <p:spPr>
          <a:xfrm>
            <a:off x="5844600" y="2732500"/>
            <a:ext cx="1540800" cy="27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66" name="Google Shape;366;p51"/>
          <p:cNvSpPr txBox="1"/>
          <p:nvPr>
            <p:ph idx="5" type="subTitle"/>
          </p:nvPr>
        </p:nvSpPr>
        <p:spPr>
          <a:xfrm>
            <a:off x="5844600" y="2384200"/>
            <a:ext cx="1540800" cy="43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exend Medium"/>
                <a:ea typeface="Lexend Medium"/>
                <a:cs typeface="Lexend Medium"/>
                <a:sym typeface="Lexend Medium"/>
              </a:rPr>
              <a:t>Name Here</a:t>
            </a:r>
            <a:endParaRPr sz="1300">
              <a:solidFill>
                <a:schemeClr val="accent1"/>
              </a:solidFill>
              <a:latin typeface="Lexend Medium"/>
              <a:ea typeface="Lexend Medium"/>
              <a:cs typeface="Lexend Medium"/>
              <a:sym typeface="Lexend Medium"/>
            </a:endParaRPr>
          </a:p>
        </p:txBody>
      </p:sp>
      <p:sp>
        <p:nvSpPr>
          <p:cNvPr id="367" name="Google Shape;367;p51"/>
          <p:cNvSpPr txBox="1"/>
          <p:nvPr>
            <p:ph idx="6" type="subTitle"/>
          </p:nvPr>
        </p:nvSpPr>
        <p:spPr>
          <a:xfrm>
            <a:off x="5844600" y="3011200"/>
            <a:ext cx="1609500" cy="33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68" name="Google Shape;368;p51"/>
          <p:cNvSpPr txBox="1"/>
          <p:nvPr>
            <p:ph idx="7" type="subTitle"/>
          </p:nvPr>
        </p:nvSpPr>
        <p:spPr>
          <a:xfrm>
            <a:off x="5844600" y="4033825"/>
            <a:ext cx="1540800" cy="27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69" name="Google Shape;369;p51"/>
          <p:cNvSpPr txBox="1"/>
          <p:nvPr>
            <p:ph idx="8" type="subTitle"/>
          </p:nvPr>
        </p:nvSpPr>
        <p:spPr>
          <a:xfrm>
            <a:off x="5844600" y="3685525"/>
            <a:ext cx="1540800" cy="43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accent2"/>
                </a:solidFill>
                <a:latin typeface="Lexend Medium"/>
                <a:ea typeface="Lexend Medium"/>
                <a:cs typeface="Lexend Medium"/>
                <a:sym typeface="Lexend Medium"/>
              </a:rPr>
              <a:t>Name Here</a:t>
            </a:r>
            <a:endParaRPr sz="1300">
              <a:solidFill>
                <a:schemeClr val="accent2"/>
              </a:solidFill>
              <a:latin typeface="Lexend Medium"/>
              <a:ea typeface="Lexend Medium"/>
              <a:cs typeface="Lexend Medium"/>
              <a:sym typeface="Lexend Medium"/>
            </a:endParaRPr>
          </a:p>
        </p:txBody>
      </p:sp>
      <p:sp>
        <p:nvSpPr>
          <p:cNvPr id="370" name="Google Shape;370;p51"/>
          <p:cNvSpPr txBox="1"/>
          <p:nvPr>
            <p:ph idx="9" type="subTitle"/>
          </p:nvPr>
        </p:nvSpPr>
        <p:spPr>
          <a:xfrm>
            <a:off x="5844600" y="4312525"/>
            <a:ext cx="1609500" cy="33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71" name="Google Shape;371;p51"/>
          <p:cNvSpPr txBox="1"/>
          <p:nvPr>
            <p:ph idx="13" type="subTitle"/>
          </p:nvPr>
        </p:nvSpPr>
        <p:spPr>
          <a:xfrm>
            <a:off x="1378450" y="4033825"/>
            <a:ext cx="1540800" cy="277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72" name="Google Shape;372;p51"/>
          <p:cNvSpPr txBox="1"/>
          <p:nvPr>
            <p:ph idx="14" type="subTitle"/>
          </p:nvPr>
        </p:nvSpPr>
        <p:spPr>
          <a:xfrm>
            <a:off x="1378450" y="3685525"/>
            <a:ext cx="1540800" cy="431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solidFill>
                  <a:schemeClr val="accent1"/>
                </a:solidFill>
                <a:latin typeface="Lexend Medium"/>
                <a:ea typeface="Lexend Medium"/>
                <a:cs typeface="Lexend Medium"/>
                <a:sym typeface="Lexend Medium"/>
              </a:rPr>
              <a:t>Name Here</a:t>
            </a:r>
            <a:endParaRPr sz="1300">
              <a:solidFill>
                <a:schemeClr val="accent1"/>
              </a:solidFill>
              <a:latin typeface="Lexend Medium"/>
              <a:ea typeface="Lexend Medium"/>
              <a:cs typeface="Lexend Medium"/>
              <a:sym typeface="Lexend Medium"/>
            </a:endParaRPr>
          </a:p>
        </p:txBody>
      </p:sp>
      <p:sp>
        <p:nvSpPr>
          <p:cNvPr id="373" name="Google Shape;373;p51"/>
          <p:cNvSpPr txBox="1"/>
          <p:nvPr>
            <p:ph idx="15" type="subTitle"/>
          </p:nvPr>
        </p:nvSpPr>
        <p:spPr>
          <a:xfrm>
            <a:off x="1378450" y="4312525"/>
            <a:ext cx="1540800" cy="339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74" name="Google Shape;374;p51"/>
          <p:cNvSpPr txBox="1"/>
          <p:nvPr>
            <p:ph idx="16" type="subTitle"/>
          </p:nvPr>
        </p:nvSpPr>
        <p:spPr>
          <a:xfrm>
            <a:off x="1378450" y="2732500"/>
            <a:ext cx="1540800" cy="277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75" name="Google Shape;375;p51"/>
          <p:cNvSpPr txBox="1"/>
          <p:nvPr>
            <p:ph idx="17" type="subTitle"/>
          </p:nvPr>
        </p:nvSpPr>
        <p:spPr>
          <a:xfrm>
            <a:off x="1378450" y="2384200"/>
            <a:ext cx="1540800" cy="431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solidFill>
                  <a:schemeClr val="accent2"/>
                </a:solidFill>
                <a:latin typeface="Lexend Medium"/>
                <a:ea typeface="Lexend Medium"/>
                <a:cs typeface="Lexend Medium"/>
                <a:sym typeface="Lexend Medium"/>
              </a:rPr>
              <a:t>Name Here</a:t>
            </a:r>
            <a:endParaRPr sz="1300">
              <a:solidFill>
                <a:schemeClr val="accent2"/>
              </a:solidFill>
              <a:latin typeface="Lexend Medium"/>
              <a:ea typeface="Lexend Medium"/>
              <a:cs typeface="Lexend Medium"/>
              <a:sym typeface="Lexend Medium"/>
            </a:endParaRPr>
          </a:p>
        </p:txBody>
      </p:sp>
      <p:sp>
        <p:nvSpPr>
          <p:cNvPr id="376" name="Google Shape;376;p51"/>
          <p:cNvSpPr txBox="1"/>
          <p:nvPr>
            <p:ph idx="18" type="subTitle"/>
          </p:nvPr>
        </p:nvSpPr>
        <p:spPr>
          <a:xfrm>
            <a:off x="1378450" y="3011200"/>
            <a:ext cx="1540800" cy="339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77" name="Google Shape;377;p51"/>
          <p:cNvSpPr txBox="1"/>
          <p:nvPr>
            <p:ph idx="19" type="subTitle"/>
          </p:nvPr>
        </p:nvSpPr>
        <p:spPr>
          <a:xfrm>
            <a:off x="1378450" y="1422413"/>
            <a:ext cx="1540800" cy="277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SemiBold"/>
                <a:ea typeface="Open Sans SemiBold"/>
                <a:cs typeface="Open Sans SemiBold"/>
                <a:sym typeface="Open Sans SemiBold"/>
              </a:rPr>
              <a:t>JOB TITLE</a:t>
            </a:r>
            <a:endParaRPr sz="1100">
              <a:solidFill>
                <a:schemeClr val="dk1"/>
              </a:solidFill>
              <a:latin typeface="Open Sans SemiBold"/>
              <a:ea typeface="Open Sans SemiBold"/>
              <a:cs typeface="Open Sans SemiBold"/>
              <a:sym typeface="Open Sans SemiBold"/>
            </a:endParaRPr>
          </a:p>
        </p:txBody>
      </p:sp>
      <p:sp>
        <p:nvSpPr>
          <p:cNvPr id="378" name="Google Shape;378;p51"/>
          <p:cNvSpPr txBox="1"/>
          <p:nvPr>
            <p:ph idx="20" type="subTitle"/>
          </p:nvPr>
        </p:nvSpPr>
        <p:spPr>
          <a:xfrm>
            <a:off x="1378450" y="1074113"/>
            <a:ext cx="1540800" cy="431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300">
                <a:solidFill>
                  <a:schemeClr val="accent1"/>
                </a:solidFill>
                <a:latin typeface="Lexend Medium"/>
                <a:ea typeface="Lexend Medium"/>
                <a:cs typeface="Lexend Medium"/>
                <a:sym typeface="Lexend Medium"/>
              </a:rPr>
              <a:t>Name Here</a:t>
            </a:r>
            <a:endParaRPr sz="1300">
              <a:solidFill>
                <a:schemeClr val="accent1"/>
              </a:solidFill>
              <a:latin typeface="Lexend Medium"/>
              <a:ea typeface="Lexend Medium"/>
              <a:cs typeface="Lexend Medium"/>
              <a:sym typeface="Lexend Medium"/>
            </a:endParaRPr>
          </a:p>
        </p:txBody>
      </p:sp>
      <p:sp>
        <p:nvSpPr>
          <p:cNvPr id="379" name="Google Shape;379;p51"/>
          <p:cNvSpPr txBox="1"/>
          <p:nvPr>
            <p:ph idx="21" type="subTitle"/>
          </p:nvPr>
        </p:nvSpPr>
        <p:spPr>
          <a:xfrm>
            <a:off x="1378450" y="1701125"/>
            <a:ext cx="1540800" cy="339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100">
                <a:solidFill>
                  <a:schemeClr val="dk1"/>
                </a:solidFill>
                <a:latin typeface="Open Sans"/>
                <a:ea typeface="Open Sans"/>
                <a:cs typeface="Open Sans"/>
                <a:sym typeface="Open Sans"/>
              </a:rPr>
              <a:t>Experience details</a:t>
            </a:r>
            <a:endParaRPr sz="1100">
              <a:solidFill>
                <a:schemeClr val="dk1"/>
              </a:solidFill>
              <a:latin typeface="Open Sans"/>
              <a:ea typeface="Open Sans"/>
              <a:cs typeface="Open Sans"/>
              <a:sym typeface="Open Sans"/>
            </a:endParaRPr>
          </a:p>
        </p:txBody>
      </p:sp>
      <p:sp>
        <p:nvSpPr>
          <p:cNvPr id="380" name="Google Shape;380;p51"/>
          <p:cNvSpPr/>
          <p:nvPr/>
        </p:nvSpPr>
        <p:spPr>
          <a:xfrm>
            <a:off x="3132575" y="2360500"/>
            <a:ext cx="1021800" cy="1021800"/>
          </a:xfrm>
          <a:prstGeom prst="ellipse">
            <a:avLst/>
          </a:prstGeom>
          <a:solidFill>
            <a:schemeClr val="dk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1"/>
          <p:cNvSpPr/>
          <p:nvPr/>
        </p:nvSpPr>
        <p:spPr>
          <a:xfrm>
            <a:off x="3132575" y="3656725"/>
            <a:ext cx="1021800" cy="1021800"/>
          </a:xfrm>
          <a:prstGeom prst="ellipse">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1"/>
          <p:cNvSpPr/>
          <p:nvPr/>
        </p:nvSpPr>
        <p:spPr>
          <a:xfrm>
            <a:off x="4561325" y="1056550"/>
            <a:ext cx="1021800" cy="1021800"/>
          </a:xfrm>
          <a:prstGeom prst="ellipse">
            <a:avLst/>
          </a:prstGeom>
          <a:solidFill>
            <a:schemeClr val="dk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1"/>
          <p:cNvSpPr/>
          <p:nvPr/>
        </p:nvSpPr>
        <p:spPr>
          <a:xfrm>
            <a:off x="4561325" y="2368225"/>
            <a:ext cx="1021800" cy="1021800"/>
          </a:xfrm>
          <a:prstGeom prst="ellipse">
            <a:avLst/>
          </a:prstGeom>
          <a:solidFill>
            <a:schemeClr val="dk2"/>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1"/>
          <p:cNvSpPr/>
          <p:nvPr/>
        </p:nvSpPr>
        <p:spPr>
          <a:xfrm>
            <a:off x="4561325" y="3664450"/>
            <a:ext cx="1021800" cy="1021800"/>
          </a:xfrm>
          <a:prstGeom prst="ellipse">
            <a:avLst/>
          </a:prstGeom>
          <a:solidFill>
            <a:schemeClr val="dk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88" name="Shape 388"/>
        <p:cNvGrpSpPr/>
        <p:nvPr/>
      </p:nvGrpSpPr>
      <p:grpSpPr>
        <a:xfrm>
          <a:off x="0" y="0"/>
          <a:ext cx="0" cy="0"/>
          <a:chOff x="0" y="0"/>
          <a:chExt cx="0" cy="0"/>
        </a:xfrm>
      </p:grpSpPr>
      <p:sp>
        <p:nvSpPr>
          <p:cNvPr id="389" name="Google Shape;389;p52"/>
          <p:cNvSpPr txBox="1"/>
          <p:nvPr>
            <p:ph idx="1" type="subTitle"/>
          </p:nvPr>
        </p:nvSpPr>
        <p:spPr>
          <a:xfrm>
            <a:off x="820450" y="3782775"/>
            <a:ext cx="55869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000"/>
              <a:buNone/>
            </a:pPr>
            <a:r>
              <a:rPr b="0" lang="en" sz="1600">
                <a:solidFill>
                  <a:schemeClr val="lt2"/>
                </a:solidFill>
                <a:latin typeface="Lexend Medium"/>
                <a:ea typeface="Lexend Medium"/>
                <a:cs typeface="Lexend Medium"/>
                <a:sym typeface="Lexend Medium"/>
              </a:rPr>
              <a:t>Highlight some big number or revenue or anything else here</a:t>
            </a:r>
            <a:endParaRPr b="0" sz="1600">
              <a:solidFill>
                <a:schemeClr val="lt2"/>
              </a:solidFill>
              <a:latin typeface="Lexend Medium"/>
              <a:ea typeface="Lexend Medium"/>
              <a:cs typeface="Lexend Medium"/>
              <a:sym typeface="Lexend Medium"/>
            </a:endParaRPr>
          </a:p>
        </p:txBody>
      </p:sp>
      <p:sp>
        <p:nvSpPr>
          <p:cNvPr id="390" name="Google Shape;390;p52"/>
          <p:cNvSpPr txBox="1"/>
          <p:nvPr>
            <p:ph type="ctrTitle"/>
          </p:nvPr>
        </p:nvSpPr>
        <p:spPr>
          <a:xfrm>
            <a:off x="845100" y="1358175"/>
            <a:ext cx="6241500" cy="792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4800"/>
              <a:buNone/>
            </a:pPr>
            <a:r>
              <a:rPr lang="en" sz="12500">
                <a:solidFill>
                  <a:schemeClr val="lt1"/>
                </a:solidFill>
                <a:latin typeface="Lexend Medium"/>
                <a:ea typeface="Lexend Medium"/>
                <a:cs typeface="Lexend Medium"/>
                <a:sym typeface="Lexend Medium"/>
              </a:rPr>
              <a:t>871,234</a:t>
            </a:r>
            <a:endParaRPr sz="12500">
              <a:solidFill>
                <a:schemeClr val="lt1"/>
              </a:solidFill>
              <a:latin typeface="Lexend Medium"/>
              <a:ea typeface="Lexend Medium"/>
              <a:cs typeface="Lexend Medium"/>
              <a:sym typeface="Lexend Medium"/>
            </a:endParaRPr>
          </a:p>
        </p:txBody>
      </p:sp>
      <p:cxnSp>
        <p:nvCxnSpPr>
          <p:cNvPr id="391" name="Google Shape;391;p52"/>
          <p:cNvCxnSpPr/>
          <p:nvPr/>
        </p:nvCxnSpPr>
        <p:spPr>
          <a:xfrm>
            <a:off x="988525" y="3117925"/>
            <a:ext cx="8158500" cy="0"/>
          </a:xfrm>
          <a:prstGeom prst="straightConnector1">
            <a:avLst/>
          </a:prstGeom>
          <a:noFill/>
          <a:ln cap="flat" cmpd="sng" w="76200">
            <a:solidFill>
              <a:schemeClr val="accent2"/>
            </a:solidFill>
            <a:prstDash val="solid"/>
            <a:round/>
            <a:headEnd len="med" w="med" type="none"/>
            <a:tailEnd len="med" w="med" type="none"/>
          </a:ln>
        </p:spPr>
      </p:cxnSp>
      <p:sp>
        <p:nvSpPr>
          <p:cNvPr id="392" name="Google Shape;392;p52"/>
          <p:cNvSpPr txBox="1"/>
          <p:nvPr>
            <p:ph type="title"/>
          </p:nvPr>
        </p:nvSpPr>
        <p:spPr>
          <a:xfrm>
            <a:off x="820450" y="443775"/>
            <a:ext cx="6523500" cy="113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cxnSp>
        <p:nvCxnSpPr>
          <p:cNvPr id="397" name="Google Shape;397;p53"/>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398" name="Google Shape;398;p53"/>
          <p:cNvSpPr/>
          <p:nvPr/>
        </p:nvSpPr>
        <p:spPr>
          <a:xfrm>
            <a:off x="913800" y="1349450"/>
            <a:ext cx="1741200" cy="1741200"/>
          </a:xfrm>
          <a:prstGeom prst="ellipse">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99" name="Google Shape;399;p53"/>
          <p:cNvSpPr/>
          <p:nvPr/>
        </p:nvSpPr>
        <p:spPr>
          <a:xfrm>
            <a:off x="3701400" y="1349450"/>
            <a:ext cx="1741200" cy="17412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00" name="Google Shape;400;p53"/>
          <p:cNvSpPr/>
          <p:nvPr/>
        </p:nvSpPr>
        <p:spPr>
          <a:xfrm>
            <a:off x="6543700" y="1349450"/>
            <a:ext cx="1741200" cy="1741200"/>
          </a:xfrm>
          <a:prstGeom prst="ellipse">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3"/>
              </a:solidFill>
            </a:endParaRPr>
          </a:p>
        </p:txBody>
      </p:sp>
      <p:sp>
        <p:nvSpPr>
          <p:cNvPr id="401" name="Google Shape;401;p53"/>
          <p:cNvSpPr txBox="1"/>
          <p:nvPr>
            <p:ph type="title"/>
          </p:nvPr>
        </p:nvSpPr>
        <p:spPr>
          <a:xfrm>
            <a:off x="690000" y="1842350"/>
            <a:ext cx="2188800" cy="759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sz="4400">
                <a:solidFill>
                  <a:schemeClr val="accent1"/>
                </a:solidFill>
                <a:latin typeface="Lexend Medium"/>
                <a:ea typeface="Lexend Medium"/>
                <a:cs typeface="Lexend Medium"/>
                <a:sym typeface="Lexend Medium"/>
              </a:rPr>
              <a:t>45k</a:t>
            </a:r>
            <a:endParaRPr sz="4400">
              <a:solidFill>
                <a:schemeClr val="accent1"/>
              </a:solidFill>
              <a:latin typeface="Lexend Medium"/>
              <a:ea typeface="Lexend Medium"/>
              <a:cs typeface="Lexend Medium"/>
              <a:sym typeface="Lexend Medium"/>
            </a:endParaRPr>
          </a:p>
        </p:txBody>
      </p:sp>
      <p:sp>
        <p:nvSpPr>
          <p:cNvPr id="402" name="Google Shape;402;p53"/>
          <p:cNvSpPr txBox="1"/>
          <p:nvPr>
            <p:ph idx="2" type="title"/>
          </p:nvPr>
        </p:nvSpPr>
        <p:spPr>
          <a:xfrm>
            <a:off x="3865050" y="1842357"/>
            <a:ext cx="1413900" cy="1003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sz="4400">
                <a:solidFill>
                  <a:schemeClr val="accent2"/>
                </a:solidFill>
                <a:latin typeface="Lexend Medium"/>
                <a:ea typeface="Lexend Medium"/>
                <a:cs typeface="Lexend Medium"/>
                <a:sym typeface="Lexend Medium"/>
              </a:rPr>
              <a:t>690k</a:t>
            </a:r>
            <a:endParaRPr sz="4400">
              <a:solidFill>
                <a:schemeClr val="accent2"/>
              </a:solidFill>
              <a:latin typeface="Lexend Medium"/>
              <a:ea typeface="Lexend Medium"/>
              <a:cs typeface="Lexend Medium"/>
              <a:sym typeface="Lexend Medium"/>
            </a:endParaRPr>
          </a:p>
        </p:txBody>
      </p:sp>
      <p:sp>
        <p:nvSpPr>
          <p:cNvPr id="403" name="Google Shape;403;p53"/>
          <p:cNvSpPr txBox="1"/>
          <p:nvPr>
            <p:ph idx="3" type="title"/>
          </p:nvPr>
        </p:nvSpPr>
        <p:spPr>
          <a:xfrm>
            <a:off x="6707350" y="1842357"/>
            <a:ext cx="1413900" cy="1003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sz="4400">
                <a:solidFill>
                  <a:schemeClr val="accent3"/>
                </a:solidFill>
                <a:latin typeface="Lexend Medium"/>
                <a:ea typeface="Lexend Medium"/>
                <a:cs typeface="Lexend Medium"/>
                <a:sym typeface="Lexend Medium"/>
              </a:rPr>
              <a:t>100k</a:t>
            </a:r>
            <a:endParaRPr sz="4400">
              <a:solidFill>
                <a:schemeClr val="accent3"/>
              </a:solidFill>
              <a:latin typeface="Lexend Medium"/>
              <a:ea typeface="Lexend Medium"/>
              <a:cs typeface="Lexend Medium"/>
              <a:sym typeface="Lexend Medium"/>
            </a:endParaRPr>
          </a:p>
        </p:txBody>
      </p:sp>
      <p:sp>
        <p:nvSpPr>
          <p:cNvPr id="404" name="Google Shape;404;p53"/>
          <p:cNvSpPr txBox="1"/>
          <p:nvPr/>
        </p:nvSpPr>
        <p:spPr>
          <a:xfrm>
            <a:off x="750300" y="3372850"/>
            <a:ext cx="2068200" cy="7431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1600"/>
              </a:spcAft>
              <a:buClr>
                <a:srgbClr val="000000"/>
              </a:buClr>
              <a:buSzPts val="1100"/>
              <a:buFont typeface="Arial"/>
              <a:buNone/>
            </a:pPr>
            <a:r>
              <a:rPr i="0" lang="en" sz="1100" u="none" cap="none" strike="noStrike">
                <a:solidFill>
                  <a:schemeClr val="dk1"/>
                </a:solidFill>
                <a:latin typeface="Open Sans"/>
                <a:ea typeface="Open Sans"/>
                <a:cs typeface="Open Sans"/>
                <a:sym typeface="Open Sans"/>
              </a:rPr>
              <a:t> Lorem ipsum dolor sit amet ut labore et dolore magna</a:t>
            </a:r>
            <a:endParaRPr i="0" sz="1100" u="none" cap="none" strike="noStrike">
              <a:solidFill>
                <a:schemeClr val="dk1"/>
              </a:solidFill>
              <a:latin typeface="Open Sans"/>
              <a:ea typeface="Open Sans"/>
              <a:cs typeface="Open Sans"/>
              <a:sym typeface="Open Sans"/>
            </a:endParaRPr>
          </a:p>
        </p:txBody>
      </p:sp>
      <p:sp>
        <p:nvSpPr>
          <p:cNvPr id="405" name="Google Shape;405;p53"/>
          <p:cNvSpPr txBox="1"/>
          <p:nvPr/>
        </p:nvSpPr>
        <p:spPr>
          <a:xfrm>
            <a:off x="3537900" y="3372850"/>
            <a:ext cx="2068200" cy="7431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1600"/>
              </a:spcAft>
              <a:buClr>
                <a:srgbClr val="000000"/>
              </a:buClr>
              <a:buSzPts val="1100"/>
              <a:buFont typeface="Arial"/>
              <a:buNone/>
            </a:pPr>
            <a:r>
              <a:rPr i="0" lang="en" sz="1100" u="none" cap="none" strike="noStrike">
                <a:solidFill>
                  <a:schemeClr val="dk1"/>
                </a:solidFill>
                <a:latin typeface="Open Sans"/>
                <a:ea typeface="Open Sans"/>
                <a:cs typeface="Open Sans"/>
                <a:sym typeface="Open Sans"/>
              </a:rPr>
              <a:t>Tempor incididunt ut labore et dolore magna aliqua</a:t>
            </a:r>
            <a:endParaRPr i="0" sz="1100" u="none" cap="none" strike="noStrike">
              <a:solidFill>
                <a:schemeClr val="dk1"/>
              </a:solidFill>
              <a:latin typeface="Open Sans"/>
              <a:ea typeface="Open Sans"/>
              <a:cs typeface="Open Sans"/>
              <a:sym typeface="Open Sans"/>
            </a:endParaRPr>
          </a:p>
        </p:txBody>
      </p:sp>
      <p:sp>
        <p:nvSpPr>
          <p:cNvPr id="406" name="Google Shape;406;p53"/>
          <p:cNvSpPr txBox="1"/>
          <p:nvPr/>
        </p:nvSpPr>
        <p:spPr>
          <a:xfrm>
            <a:off x="6380200" y="3372850"/>
            <a:ext cx="2068200" cy="7431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1600"/>
              </a:spcAft>
              <a:buClr>
                <a:srgbClr val="000000"/>
              </a:buClr>
              <a:buSzPts val="1100"/>
              <a:buFont typeface="Arial"/>
              <a:buNone/>
            </a:pPr>
            <a:r>
              <a:rPr i="0" lang="en" sz="1100" u="none" cap="none" strike="noStrike">
                <a:solidFill>
                  <a:schemeClr val="dk1"/>
                </a:solidFill>
                <a:latin typeface="Open Sans"/>
                <a:ea typeface="Open Sans"/>
                <a:cs typeface="Open Sans"/>
                <a:sym typeface="Open Sans"/>
              </a:rPr>
              <a:t>Do eiusmod tempor incididunt ut labore et dolore magna </a:t>
            </a:r>
            <a:endParaRPr i="0" sz="1100" u="none" cap="none" strike="noStrike">
              <a:solidFill>
                <a:schemeClr val="dk1"/>
              </a:solidFill>
              <a:latin typeface="Open Sans"/>
              <a:ea typeface="Open Sans"/>
              <a:cs typeface="Open Sans"/>
              <a:sym typeface="Open Sans"/>
            </a:endParaRPr>
          </a:p>
        </p:txBody>
      </p:sp>
      <p:sp>
        <p:nvSpPr>
          <p:cNvPr id="407" name="Google Shape;407;p53"/>
          <p:cNvSpPr txBox="1"/>
          <p:nvPr/>
        </p:nvSpPr>
        <p:spPr>
          <a:xfrm>
            <a:off x="692450" y="238325"/>
            <a:ext cx="21888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Statistics 01</a:t>
            </a:r>
            <a:endParaRPr sz="2000">
              <a:solidFill>
                <a:schemeClr val="accent5"/>
              </a:solidFill>
              <a:latin typeface="Lexend Medium"/>
              <a:ea typeface="Lexend Medium"/>
              <a:cs typeface="Lexend Medium"/>
              <a:sym typeface="Lexend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grpSp>
        <p:nvGrpSpPr>
          <p:cNvPr id="412" name="Google Shape;412;p54"/>
          <p:cNvGrpSpPr/>
          <p:nvPr/>
        </p:nvGrpSpPr>
        <p:grpSpPr>
          <a:xfrm>
            <a:off x="9540465" y="594729"/>
            <a:ext cx="603280" cy="603163"/>
            <a:chOff x="16413553" y="7876736"/>
            <a:chExt cx="1172100" cy="1172100"/>
          </a:xfrm>
        </p:grpSpPr>
        <p:sp>
          <p:nvSpPr>
            <p:cNvPr id="413" name="Google Shape;413;p54"/>
            <p:cNvSpPr/>
            <p:nvPr/>
          </p:nvSpPr>
          <p:spPr>
            <a:xfrm>
              <a:off x="16413553" y="7876736"/>
              <a:ext cx="1172100" cy="11721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14" name="Google Shape;414;p54" title="Service_Icon_Dreamforce.png"/>
            <p:cNvPicPr preferRelativeResize="0"/>
            <p:nvPr/>
          </p:nvPicPr>
          <p:blipFill rotWithShape="1">
            <a:blip r:embed="rId3">
              <a:alphaModFix/>
            </a:blip>
            <a:srcRect b="0" l="0" r="0" t="0"/>
            <a:stretch/>
          </p:blipFill>
          <p:spPr>
            <a:xfrm>
              <a:off x="16641823" y="8133081"/>
              <a:ext cx="728094" cy="727876"/>
            </a:xfrm>
            <a:prstGeom prst="rect">
              <a:avLst/>
            </a:prstGeom>
            <a:noFill/>
            <a:ln>
              <a:noFill/>
            </a:ln>
          </p:spPr>
        </p:pic>
      </p:grpSp>
      <p:grpSp>
        <p:nvGrpSpPr>
          <p:cNvPr id="415" name="Google Shape;415;p54"/>
          <p:cNvGrpSpPr/>
          <p:nvPr/>
        </p:nvGrpSpPr>
        <p:grpSpPr>
          <a:xfrm>
            <a:off x="781450" y="927613"/>
            <a:ext cx="2191324" cy="1644128"/>
            <a:chOff x="1894634" y="2158020"/>
            <a:chExt cx="2837400" cy="2129700"/>
          </a:xfrm>
        </p:grpSpPr>
        <p:sp>
          <p:nvSpPr>
            <p:cNvPr id="416" name="Google Shape;416;p54"/>
            <p:cNvSpPr/>
            <p:nvPr/>
          </p:nvSpPr>
          <p:spPr>
            <a:xfrm>
              <a:off x="1894634" y="2158020"/>
              <a:ext cx="2837400" cy="2129700"/>
            </a:xfrm>
            <a:prstGeom prst="roundRect">
              <a:avLst>
                <a:gd fmla="val 3650" name="adj"/>
              </a:avLst>
            </a:prstGeom>
            <a:solidFill>
              <a:srgbClr val="FFFFFF"/>
            </a:solidFill>
            <a:ln>
              <a:noFill/>
            </a:ln>
            <a:effectLst>
              <a:outerShdw blurRad="104567" rotWithShape="0" dir="3600000" dist="39213">
                <a:srgbClr val="000000">
                  <a:alpha val="16470"/>
                </a:srgbClr>
              </a:outerShdw>
            </a:effectLst>
          </p:spPr>
          <p:txBody>
            <a:bodyPr anchorCtr="0" anchor="ctr" bIns="35275" lIns="35275" spcFirstLastPara="1" rIns="35275" wrap="square" tIns="35275">
              <a:noAutofit/>
            </a:bodyPr>
            <a:lstStyle/>
            <a:p>
              <a:pPr indent="0" lvl="0" marL="0" marR="0" rtl="0" algn="ctr">
                <a:spcBef>
                  <a:spcPts val="0"/>
                </a:spcBef>
                <a:spcAft>
                  <a:spcPts val="0"/>
                </a:spcAft>
                <a:buNone/>
              </a:pPr>
              <a:r>
                <a:t/>
              </a:r>
              <a:endParaRPr sz="874">
                <a:solidFill>
                  <a:srgbClr val="0B5CAB"/>
                </a:solidFill>
                <a:latin typeface="Salesforce Sans"/>
                <a:ea typeface="Salesforce Sans"/>
                <a:cs typeface="Salesforce Sans"/>
                <a:sym typeface="Salesforce Sans"/>
              </a:endParaRPr>
            </a:p>
          </p:txBody>
        </p:sp>
        <p:sp>
          <p:nvSpPr>
            <p:cNvPr id="417" name="Google Shape;417;p54"/>
            <p:cNvSpPr txBox="1"/>
            <p:nvPr/>
          </p:nvSpPr>
          <p:spPr>
            <a:xfrm>
              <a:off x="2175363" y="2424768"/>
              <a:ext cx="2336700" cy="161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rPr b="1" lang="en" sz="3088">
                  <a:solidFill>
                    <a:schemeClr val="accent1"/>
                  </a:solidFill>
                  <a:latin typeface="Lexend"/>
                  <a:ea typeface="Lexend"/>
                  <a:cs typeface="Lexend"/>
                  <a:sym typeface="Lexend"/>
                </a:rPr>
                <a:t>90%</a:t>
              </a:r>
              <a:endParaRPr b="1" sz="1080">
                <a:solidFill>
                  <a:schemeClr val="accent1"/>
                </a:solidFill>
                <a:latin typeface="Lexend"/>
                <a:ea typeface="Lexend"/>
                <a:cs typeface="Lexend"/>
                <a:sym typeface="Lexend"/>
              </a:endParaRPr>
            </a:p>
            <a:p>
              <a:pPr indent="0" lvl="0" marL="0" marR="0" rtl="0" algn="l">
                <a:lnSpc>
                  <a:spcPct val="115000"/>
                </a:lnSpc>
                <a:spcBef>
                  <a:spcPts val="0"/>
                </a:spcBef>
                <a:spcAft>
                  <a:spcPts val="0"/>
                </a:spcAft>
                <a:buNone/>
              </a:pPr>
              <a:r>
                <a:rPr lang="en" sz="1344">
                  <a:solidFill>
                    <a:srgbClr val="002775"/>
                  </a:solidFill>
                  <a:latin typeface="Open Sans"/>
                  <a:ea typeface="Open Sans"/>
                  <a:cs typeface="Open Sans"/>
                  <a:sym typeface="Open Sans"/>
                </a:rPr>
                <a:t>multiple lines of </a:t>
              </a:r>
              <a:br>
                <a:rPr lang="en" sz="1344">
                  <a:solidFill>
                    <a:srgbClr val="002775"/>
                  </a:solidFill>
                  <a:latin typeface="Open Sans"/>
                  <a:ea typeface="Open Sans"/>
                  <a:cs typeface="Open Sans"/>
                  <a:sym typeface="Open Sans"/>
                </a:rPr>
              </a:br>
              <a:r>
                <a:rPr lang="en" sz="1344">
                  <a:solidFill>
                    <a:srgbClr val="002775"/>
                  </a:solidFill>
                  <a:latin typeface="Open Sans"/>
                  <a:ea typeface="Open Sans"/>
                  <a:cs typeface="Open Sans"/>
                  <a:sym typeface="Open Sans"/>
                </a:rPr>
                <a:t>placeholder content </a:t>
              </a:r>
              <a:endParaRPr sz="1344">
                <a:solidFill>
                  <a:srgbClr val="002775"/>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 sz="1344">
                  <a:solidFill>
                    <a:srgbClr val="002775"/>
                  </a:solidFill>
                  <a:latin typeface="Open Sans"/>
                  <a:ea typeface="Open Sans"/>
                  <a:cs typeface="Open Sans"/>
                  <a:sym typeface="Open Sans"/>
                </a:rPr>
                <a:t>Text 3rd line</a:t>
              </a:r>
              <a:endParaRPr sz="1344">
                <a:solidFill>
                  <a:srgbClr val="002775"/>
                </a:solidFill>
                <a:latin typeface="Open Sans"/>
                <a:ea typeface="Open Sans"/>
                <a:cs typeface="Open Sans"/>
                <a:sym typeface="Open Sans"/>
              </a:endParaRPr>
            </a:p>
          </p:txBody>
        </p:sp>
      </p:grpSp>
      <p:grpSp>
        <p:nvGrpSpPr>
          <p:cNvPr id="418" name="Google Shape;418;p54"/>
          <p:cNvGrpSpPr/>
          <p:nvPr/>
        </p:nvGrpSpPr>
        <p:grpSpPr>
          <a:xfrm>
            <a:off x="3408873" y="927623"/>
            <a:ext cx="1643944" cy="1928189"/>
            <a:chOff x="5478787" y="1770599"/>
            <a:chExt cx="2341800" cy="2747100"/>
          </a:xfrm>
        </p:grpSpPr>
        <p:sp>
          <p:nvSpPr>
            <p:cNvPr id="419" name="Google Shape;419;p54"/>
            <p:cNvSpPr/>
            <p:nvPr/>
          </p:nvSpPr>
          <p:spPr>
            <a:xfrm>
              <a:off x="5478787" y="1770599"/>
              <a:ext cx="2341800" cy="2747100"/>
            </a:xfrm>
            <a:prstGeom prst="roundRect">
              <a:avLst>
                <a:gd fmla="val 4597" name="adj"/>
              </a:avLst>
            </a:prstGeom>
            <a:solidFill>
              <a:srgbClr val="FFFFFF"/>
            </a:solidFill>
            <a:ln>
              <a:noFill/>
            </a:ln>
            <a:effectLst>
              <a:outerShdw blurRad="104567" rotWithShape="0" dir="3600000" dist="39213">
                <a:srgbClr val="000000">
                  <a:alpha val="16470"/>
                </a:srgbClr>
              </a:outerShdw>
            </a:effectLst>
          </p:spPr>
          <p:txBody>
            <a:bodyPr anchorCtr="0" anchor="ctr" bIns="35275" lIns="35275" spcFirstLastPara="1" rIns="35275" wrap="square" tIns="35275">
              <a:noAutofit/>
            </a:bodyPr>
            <a:lstStyle/>
            <a:p>
              <a:pPr indent="0" lvl="0" marL="0" marR="0" rtl="0" algn="ctr">
                <a:spcBef>
                  <a:spcPts val="0"/>
                </a:spcBef>
                <a:spcAft>
                  <a:spcPts val="0"/>
                </a:spcAft>
                <a:buNone/>
              </a:pPr>
              <a:r>
                <a:t/>
              </a:r>
              <a:endParaRPr sz="874">
                <a:solidFill>
                  <a:srgbClr val="0B5CAB"/>
                </a:solidFill>
                <a:latin typeface="Salesforce Sans"/>
                <a:ea typeface="Salesforce Sans"/>
                <a:cs typeface="Salesforce Sans"/>
                <a:sym typeface="Salesforce Sans"/>
              </a:endParaRPr>
            </a:p>
          </p:txBody>
        </p:sp>
        <p:sp>
          <p:nvSpPr>
            <p:cNvPr id="420" name="Google Shape;420;p54"/>
            <p:cNvSpPr txBox="1"/>
            <p:nvPr/>
          </p:nvSpPr>
          <p:spPr>
            <a:xfrm>
              <a:off x="5691507" y="2190836"/>
              <a:ext cx="1916400" cy="177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3088">
                  <a:solidFill>
                    <a:schemeClr val="accent2"/>
                  </a:solidFill>
                  <a:latin typeface="Lexend"/>
                  <a:ea typeface="Lexend"/>
                  <a:cs typeface="Lexend"/>
                  <a:sym typeface="Lexend"/>
                </a:rPr>
                <a:t>90%</a:t>
              </a:r>
              <a:endParaRPr b="1" sz="1080">
                <a:solidFill>
                  <a:schemeClr val="accent2"/>
                </a:solidFill>
                <a:latin typeface="Lexend"/>
                <a:ea typeface="Lexend"/>
                <a:cs typeface="Lexend"/>
                <a:sym typeface="Lexend"/>
              </a:endParaRPr>
            </a:p>
            <a:p>
              <a:pPr indent="0" lvl="0" marL="0" marR="0" rtl="0" algn="l">
                <a:lnSpc>
                  <a:spcPct val="115000"/>
                </a:lnSpc>
                <a:spcBef>
                  <a:spcPts val="0"/>
                </a:spcBef>
                <a:spcAft>
                  <a:spcPts val="0"/>
                </a:spcAft>
                <a:buNone/>
              </a:pPr>
              <a:r>
                <a:rPr lang="en" sz="1344">
                  <a:solidFill>
                    <a:srgbClr val="002775"/>
                  </a:solidFill>
                  <a:latin typeface="Open Sans"/>
                  <a:ea typeface="Open Sans"/>
                  <a:cs typeface="Open Sans"/>
                  <a:sym typeface="Open Sans"/>
                </a:rPr>
                <a:t>multiple line placeholder</a:t>
              </a:r>
              <a:br>
                <a:rPr lang="en" sz="1344">
                  <a:solidFill>
                    <a:srgbClr val="002775"/>
                  </a:solidFill>
                  <a:latin typeface="Open Sans"/>
                  <a:ea typeface="Open Sans"/>
                  <a:cs typeface="Open Sans"/>
                  <a:sym typeface="Open Sans"/>
                </a:rPr>
              </a:br>
              <a:r>
                <a:rPr lang="en" sz="1344">
                  <a:solidFill>
                    <a:srgbClr val="002775"/>
                  </a:solidFill>
                  <a:latin typeface="Open Sans"/>
                  <a:ea typeface="Open Sans"/>
                  <a:cs typeface="Open Sans"/>
                  <a:sym typeface="Open Sans"/>
                </a:rPr>
                <a:t>content</a:t>
              </a:r>
              <a:endParaRPr sz="1189">
                <a:solidFill>
                  <a:srgbClr val="002775"/>
                </a:solidFill>
                <a:latin typeface="Open Sans"/>
                <a:ea typeface="Open Sans"/>
                <a:cs typeface="Open Sans"/>
                <a:sym typeface="Open Sans"/>
              </a:endParaRPr>
            </a:p>
          </p:txBody>
        </p:sp>
      </p:grpSp>
      <p:sp>
        <p:nvSpPr>
          <p:cNvPr id="421" name="Google Shape;421;p54"/>
          <p:cNvSpPr/>
          <p:nvPr/>
        </p:nvSpPr>
        <p:spPr>
          <a:xfrm rot="-4441">
            <a:off x="5327673" y="486681"/>
            <a:ext cx="1857902" cy="478201"/>
          </a:xfrm>
          <a:prstGeom prst="roundRect">
            <a:avLst>
              <a:gd fmla="val 17747" name="adj"/>
            </a:avLst>
          </a:prstGeom>
          <a:solidFill>
            <a:srgbClr val="FFFFFF"/>
          </a:solidFill>
          <a:ln>
            <a:noFill/>
          </a:ln>
          <a:effectLst>
            <a:outerShdw blurRad="100210" rotWithShape="0" dir="3660000" dist="34856">
              <a:srgbClr val="000000">
                <a:alpha val="16470"/>
              </a:srgbClr>
            </a:outerShdw>
          </a:effectLst>
        </p:spPr>
        <p:txBody>
          <a:bodyPr anchorCtr="0" anchor="ctr" bIns="35250" lIns="35250" spcFirstLastPara="1" rIns="35250" wrap="square" tIns="35250">
            <a:noAutofit/>
          </a:bodyPr>
          <a:lstStyle/>
          <a:p>
            <a:pPr indent="0" lvl="0" marL="0" marR="0" rtl="0" algn="ctr">
              <a:spcBef>
                <a:spcPts val="0"/>
              </a:spcBef>
              <a:spcAft>
                <a:spcPts val="0"/>
              </a:spcAft>
              <a:buNone/>
            </a:pPr>
            <a:r>
              <a:rPr lang="en" sz="1235">
                <a:solidFill>
                  <a:srgbClr val="002775"/>
                </a:solidFill>
                <a:latin typeface="Lexend SemiBold"/>
                <a:ea typeface="Lexend SemiBold"/>
                <a:cs typeface="Lexend SemiBold"/>
                <a:sym typeface="Lexend SemiBold"/>
              </a:rPr>
              <a:t>Two Line </a:t>
            </a:r>
            <a:br>
              <a:rPr lang="en" sz="1235">
                <a:solidFill>
                  <a:srgbClr val="002775"/>
                </a:solidFill>
                <a:latin typeface="Lexend SemiBold"/>
                <a:ea typeface="Lexend SemiBold"/>
                <a:cs typeface="Lexend SemiBold"/>
                <a:sym typeface="Lexend SemiBold"/>
              </a:rPr>
            </a:br>
            <a:r>
              <a:rPr lang="en" sz="1235">
                <a:solidFill>
                  <a:srgbClr val="002775"/>
                </a:solidFill>
                <a:latin typeface="Lexend SemiBold"/>
                <a:ea typeface="Lexend SemiBold"/>
                <a:cs typeface="Lexend SemiBold"/>
                <a:sym typeface="Lexend SemiBold"/>
              </a:rPr>
              <a:t>Callout</a:t>
            </a:r>
            <a:endParaRPr sz="1235">
              <a:solidFill>
                <a:srgbClr val="002775"/>
              </a:solidFill>
              <a:latin typeface="Lexend SemiBold"/>
              <a:ea typeface="Lexend SemiBold"/>
              <a:cs typeface="Lexend SemiBold"/>
              <a:sym typeface="Lexend SemiBold"/>
            </a:endParaRPr>
          </a:p>
        </p:txBody>
      </p:sp>
      <p:sp>
        <p:nvSpPr>
          <p:cNvPr id="422" name="Google Shape;422;p54"/>
          <p:cNvSpPr/>
          <p:nvPr/>
        </p:nvSpPr>
        <p:spPr>
          <a:xfrm rot="-4369">
            <a:off x="7348964" y="486286"/>
            <a:ext cx="1416301" cy="478201"/>
          </a:xfrm>
          <a:prstGeom prst="roundRect">
            <a:avLst>
              <a:gd fmla="val 19178" name="adj"/>
            </a:avLst>
          </a:prstGeom>
          <a:solidFill>
            <a:srgbClr val="FFFFFF"/>
          </a:solidFill>
          <a:ln>
            <a:noFill/>
          </a:ln>
          <a:effectLst>
            <a:outerShdw blurRad="100210" rotWithShape="0" dir="3660000" dist="34856">
              <a:srgbClr val="000000">
                <a:alpha val="16470"/>
              </a:srgbClr>
            </a:outerShdw>
          </a:effectLst>
        </p:spPr>
        <p:txBody>
          <a:bodyPr anchorCtr="0" anchor="ctr" bIns="35250" lIns="35250" spcFirstLastPara="1" rIns="35250" wrap="square" tIns="35250">
            <a:noAutofit/>
          </a:bodyPr>
          <a:lstStyle/>
          <a:p>
            <a:pPr indent="0" lvl="0" marL="0" marR="0" rtl="0" algn="ctr">
              <a:spcBef>
                <a:spcPts val="0"/>
              </a:spcBef>
              <a:spcAft>
                <a:spcPts val="0"/>
              </a:spcAft>
              <a:buNone/>
            </a:pPr>
            <a:r>
              <a:rPr lang="en">
                <a:solidFill>
                  <a:srgbClr val="002775"/>
                </a:solidFill>
                <a:latin typeface="Lexend"/>
                <a:ea typeface="Lexend"/>
                <a:cs typeface="Lexend"/>
                <a:sym typeface="Lexend"/>
              </a:rPr>
              <a:t>$XX.000</a:t>
            </a:r>
            <a:endParaRPr>
              <a:solidFill>
                <a:srgbClr val="002775"/>
              </a:solidFill>
              <a:latin typeface="Lexend"/>
              <a:ea typeface="Lexend"/>
              <a:cs typeface="Lexend"/>
              <a:sym typeface="Lexend"/>
            </a:endParaRPr>
          </a:p>
        </p:txBody>
      </p:sp>
      <p:sp>
        <p:nvSpPr>
          <p:cNvPr id="423" name="Google Shape;423;p54"/>
          <p:cNvSpPr/>
          <p:nvPr/>
        </p:nvSpPr>
        <p:spPr>
          <a:xfrm>
            <a:off x="7235089" y="960299"/>
            <a:ext cx="1644000" cy="237600"/>
          </a:xfrm>
          <a:prstGeom prst="rect">
            <a:avLst/>
          </a:prstGeom>
          <a:noFill/>
          <a:ln>
            <a:noFill/>
          </a:ln>
        </p:spPr>
        <p:txBody>
          <a:bodyPr anchorCtr="0" anchor="t" bIns="35275" lIns="70575" spcFirstLastPara="1" rIns="70575" wrap="square" tIns="35275">
            <a:noAutofit/>
          </a:bodyPr>
          <a:lstStyle/>
          <a:p>
            <a:pPr indent="0" lvl="0" marL="0" marR="0" rtl="0" algn="ctr">
              <a:spcBef>
                <a:spcPts val="0"/>
              </a:spcBef>
              <a:spcAft>
                <a:spcPts val="0"/>
              </a:spcAft>
              <a:buNone/>
            </a:pPr>
            <a:r>
              <a:rPr lang="en" sz="1000">
                <a:solidFill>
                  <a:srgbClr val="002775"/>
                </a:solidFill>
                <a:latin typeface="Lexend"/>
                <a:ea typeface="Lexend"/>
                <a:cs typeface="Lexend"/>
                <a:sym typeface="Lexend"/>
              </a:rPr>
              <a:t>Stat description</a:t>
            </a:r>
            <a:endParaRPr sz="1000">
              <a:solidFill>
                <a:srgbClr val="002775"/>
              </a:solidFill>
              <a:latin typeface="Lexend"/>
              <a:ea typeface="Lexend"/>
              <a:cs typeface="Lexend"/>
              <a:sym typeface="Lexend"/>
            </a:endParaRPr>
          </a:p>
        </p:txBody>
      </p:sp>
      <p:grpSp>
        <p:nvGrpSpPr>
          <p:cNvPr id="424" name="Google Shape;424;p54"/>
          <p:cNvGrpSpPr/>
          <p:nvPr/>
        </p:nvGrpSpPr>
        <p:grpSpPr>
          <a:xfrm>
            <a:off x="781452" y="3259125"/>
            <a:ext cx="1644072" cy="1473208"/>
            <a:chOff x="8435650" y="1447503"/>
            <a:chExt cx="2128800" cy="1908300"/>
          </a:xfrm>
        </p:grpSpPr>
        <p:sp>
          <p:nvSpPr>
            <p:cNvPr id="425" name="Google Shape;425;p54"/>
            <p:cNvSpPr/>
            <p:nvPr/>
          </p:nvSpPr>
          <p:spPr>
            <a:xfrm>
              <a:off x="8435650" y="1447503"/>
              <a:ext cx="2128800" cy="1908300"/>
            </a:xfrm>
            <a:prstGeom prst="roundRect">
              <a:avLst>
                <a:gd fmla="val 8183" name="adj"/>
              </a:avLst>
            </a:prstGeom>
            <a:solidFill>
              <a:srgbClr val="FFFFFF"/>
            </a:solidFill>
            <a:ln>
              <a:noFill/>
            </a:ln>
            <a:effectLst>
              <a:outerShdw blurRad="104567" rotWithShape="0" dir="3600000" dist="39213">
                <a:srgbClr val="000000">
                  <a:alpha val="16470"/>
                </a:srgbClr>
              </a:outerShdw>
            </a:effectLst>
          </p:spPr>
          <p:txBody>
            <a:bodyPr anchorCtr="0" anchor="ctr" bIns="35275" lIns="35275" spcFirstLastPara="1" rIns="35275" wrap="square" tIns="35275">
              <a:noAutofit/>
            </a:bodyPr>
            <a:lstStyle/>
            <a:p>
              <a:pPr indent="0" lvl="0" marL="0" marR="0" rtl="0" algn="ctr">
                <a:spcBef>
                  <a:spcPts val="0"/>
                </a:spcBef>
                <a:spcAft>
                  <a:spcPts val="0"/>
                </a:spcAft>
                <a:buNone/>
              </a:pPr>
              <a:r>
                <a:t/>
              </a:r>
              <a:endParaRPr sz="874">
                <a:solidFill>
                  <a:srgbClr val="0B5CAB"/>
                </a:solidFill>
                <a:latin typeface="Salesforce Sans"/>
                <a:ea typeface="Salesforce Sans"/>
                <a:cs typeface="Salesforce Sans"/>
                <a:sym typeface="Salesforce Sans"/>
              </a:endParaRPr>
            </a:p>
          </p:txBody>
        </p:sp>
        <p:sp>
          <p:nvSpPr>
            <p:cNvPr id="426" name="Google Shape;426;p54"/>
            <p:cNvSpPr txBox="1"/>
            <p:nvPr/>
          </p:nvSpPr>
          <p:spPr>
            <a:xfrm>
              <a:off x="8629042" y="1739991"/>
              <a:ext cx="1742100" cy="161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3088">
                  <a:solidFill>
                    <a:schemeClr val="accent3"/>
                  </a:solidFill>
                  <a:latin typeface="Lexend"/>
                  <a:ea typeface="Lexend"/>
                  <a:cs typeface="Lexend"/>
                  <a:sym typeface="Lexend"/>
                </a:rPr>
                <a:t>90%</a:t>
              </a:r>
              <a:endParaRPr b="1" sz="1080">
                <a:solidFill>
                  <a:schemeClr val="accent3"/>
                </a:solidFill>
                <a:latin typeface="Lexend"/>
                <a:ea typeface="Lexend"/>
                <a:cs typeface="Lexend"/>
                <a:sym typeface="Lexend"/>
              </a:endParaRPr>
            </a:p>
            <a:p>
              <a:pPr indent="0" lvl="0" marL="0" marR="0" rtl="0" algn="l">
                <a:spcBef>
                  <a:spcPts val="0"/>
                </a:spcBef>
                <a:spcAft>
                  <a:spcPts val="0"/>
                </a:spcAft>
                <a:buNone/>
              </a:pPr>
              <a:r>
                <a:rPr lang="en" sz="1080">
                  <a:solidFill>
                    <a:srgbClr val="002775"/>
                  </a:solidFill>
                  <a:latin typeface="Open Sans"/>
                  <a:ea typeface="Open Sans"/>
                  <a:cs typeface="Open Sans"/>
                  <a:sym typeface="Open Sans"/>
                </a:rPr>
                <a:t>multiple lines of placeholder content here</a:t>
              </a:r>
              <a:endParaRPr sz="617">
                <a:solidFill>
                  <a:srgbClr val="002775"/>
                </a:solidFill>
                <a:latin typeface="Open Sans"/>
                <a:ea typeface="Open Sans"/>
                <a:cs typeface="Open Sans"/>
                <a:sym typeface="Open Sans"/>
              </a:endParaRPr>
            </a:p>
          </p:txBody>
        </p:sp>
      </p:grpSp>
      <p:sp>
        <p:nvSpPr>
          <p:cNvPr id="427" name="Google Shape;427;p54"/>
          <p:cNvSpPr/>
          <p:nvPr/>
        </p:nvSpPr>
        <p:spPr>
          <a:xfrm rot="-5405126">
            <a:off x="3572671" y="2343826"/>
            <a:ext cx="603601" cy="2437803"/>
          </a:xfrm>
          <a:prstGeom prst="roundRect">
            <a:avLst>
              <a:gd fmla="val 18021" name="adj"/>
            </a:avLst>
          </a:prstGeom>
          <a:solidFill>
            <a:srgbClr val="FFFFFF"/>
          </a:solidFill>
          <a:ln>
            <a:noFill/>
          </a:ln>
          <a:effectLst>
            <a:outerShdw blurRad="100210" rotWithShape="0" dir="3660000" dist="34856">
              <a:srgbClr val="000000">
                <a:alpha val="16470"/>
              </a:srgbClr>
            </a:outerShdw>
          </a:effectLst>
        </p:spPr>
        <p:txBody>
          <a:bodyPr anchorCtr="0" anchor="ctr" bIns="35250" lIns="35250" spcFirstLastPara="1" rIns="35250" wrap="square" tIns="35250">
            <a:noAutofit/>
          </a:bodyPr>
          <a:lstStyle/>
          <a:p>
            <a:pPr indent="0" lvl="0" marL="0" marR="0" rtl="0" algn="ctr">
              <a:spcBef>
                <a:spcPts val="0"/>
              </a:spcBef>
              <a:spcAft>
                <a:spcPts val="0"/>
              </a:spcAft>
              <a:buNone/>
            </a:pPr>
            <a:r>
              <a:t/>
            </a:r>
            <a:endParaRPr sz="874">
              <a:solidFill>
                <a:srgbClr val="0B5CAB"/>
              </a:solidFill>
              <a:latin typeface="Salesforce Sans"/>
              <a:ea typeface="Salesforce Sans"/>
              <a:cs typeface="Salesforce Sans"/>
              <a:sym typeface="Salesforce Sans"/>
            </a:endParaRPr>
          </a:p>
        </p:txBody>
      </p:sp>
      <p:sp>
        <p:nvSpPr>
          <p:cNvPr id="428" name="Google Shape;428;p54"/>
          <p:cNvSpPr txBox="1"/>
          <p:nvPr/>
        </p:nvSpPr>
        <p:spPr>
          <a:xfrm>
            <a:off x="2812567" y="3375374"/>
            <a:ext cx="977700" cy="40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3088">
                <a:solidFill>
                  <a:schemeClr val="accent2"/>
                </a:solidFill>
                <a:latin typeface="Lexend"/>
                <a:ea typeface="Lexend"/>
                <a:cs typeface="Lexend"/>
                <a:sym typeface="Lexend"/>
              </a:rPr>
              <a:t>90%</a:t>
            </a:r>
            <a:endParaRPr b="1" sz="1080">
              <a:solidFill>
                <a:schemeClr val="accent2"/>
              </a:solidFill>
              <a:latin typeface="Lexend"/>
              <a:ea typeface="Lexend"/>
              <a:cs typeface="Lexend"/>
              <a:sym typeface="Lexend"/>
            </a:endParaRPr>
          </a:p>
        </p:txBody>
      </p:sp>
      <p:sp>
        <p:nvSpPr>
          <p:cNvPr id="429" name="Google Shape;429;p54"/>
          <p:cNvSpPr txBox="1"/>
          <p:nvPr/>
        </p:nvSpPr>
        <p:spPr>
          <a:xfrm>
            <a:off x="3697477" y="3363463"/>
            <a:ext cx="1268400" cy="40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1000">
                <a:solidFill>
                  <a:srgbClr val="002775"/>
                </a:solidFill>
                <a:latin typeface="Open Sans"/>
                <a:ea typeface="Open Sans"/>
                <a:cs typeface="Open Sans"/>
                <a:sym typeface="Open Sans"/>
              </a:rPr>
              <a:t>increase in sales productivity</a:t>
            </a:r>
            <a:endParaRPr sz="1000">
              <a:solidFill>
                <a:srgbClr val="002775"/>
              </a:solidFill>
              <a:latin typeface="Open Sans"/>
              <a:ea typeface="Open Sans"/>
              <a:cs typeface="Open Sans"/>
              <a:sym typeface="Open Sans"/>
            </a:endParaRPr>
          </a:p>
        </p:txBody>
      </p:sp>
      <p:grpSp>
        <p:nvGrpSpPr>
          <p:cNvPr id="430" name="Google Shape;430;p54"/>
          <p:cNvGrpSpPr/>
          <p:nvPr/>
        </p:nvGrpSpPr>
        <p:grpSpPr>
          <a:xfrm>
            <a:off x="6104490" y="2171917"/>
            <a:ext cx="603300" cy="603300"/>
            <a:chOff x="6241140" y="2050467"/>
            <a:chExt cx="603300" cy="603300"/>
          </a:xfrm>
        </p:grpSpPr>
        <p:sp>
          <p:nvSpPr>
            <p:cNvPr id="431" name="Google Shape;431;p54"/>
            <p:cNvSpPr/>
            <p:nvPr/>
          </p:nvSpPr>
          <p:spPr>
            <a:xfrm>
              <a:off x="6241140" y="2050467"/>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32" name="Google Shape;432;p54"/>
            <p:cNvPicPr preferRelativeResize="0"/>
            <p:nvPr/>
          </p:nvPicPr>
          <p:blipFill>
            <a:blip r:embed="rId4">
              <a:alphaModFix/>
            </a:blip>
            <a:stretch>
              <a:fillRect/>
            </a:stretch>
          </p:blipFill>
          <p:spPr>
            <a:xfrm>
              <a:off x="6363695" y="2172949"/>
              <a:ext cx="358190" cy="358216"/>
            </a:xfrm>
            <a:prstGeom prst="rect">
              <a:avLst/>
            </a:prstGeom>
            <a:noFill/>
            <a:ln>
              <a:noFill/>
            </a:ln>
          </p:spPr>
        </p:pic>
      </p:grpSp>
      <p:pic>
        <p:nvPicPr>
          <p:cNvPr descr="Google Shape;627;p60" id="433" name="Google Shape;433;p54"/>
          <p:cNvPicPr preferRelativeResize="0"/>
          <p:nvPr/>
        </p:nvPicPr>
        <p:blipFill>
          <a:blip r:embed="rId5">
            <a:alphaModFix/>
          </a:blip>
          <a:stretch>
            <a:fillRect/>
          </a:stretch>
        </p:blipFill>
        <p:spPr>
          <a:xfrm>
            <a:off x="11414862" y="3319327"/>
            <a:ext cx="342596" cy="342596"/>
          </a:xfrm>
          <a:prstGeom prst="rect">
            <a:avLst/>
          </a:prstGeom>
          <a:noFill/>
          <a:ln>
            <a:noFill/>
          </a:ln>
        </p:spPr>
      </p:pic>
      <p:grpSp>
        <p:nvGrpSpPr>
          <p:cNvPr id="434" name="Google Shape;434;p54"/>
          <p:cNvGrpSpPr/>
          <p:nvPr/>
        </p:nvGrpSpPr>
        <p:grpSpPr>
          <a:xfrm>
            <a:off x="5954978" y="3917342"/>
            <a:ext cx="603300" cy="603300"/>
            <a:chOff x="6805265" y="3216267"/>
            <a:chExt cx="603300" cy="603300"/>
          </a:xfrm>
        </p:grpSpPr>
        <p:sp>
          <p:nvSpPr>
            <p:cNvPr id="435" name="Google Shape;435;p54"/>
            <p:cNvSpPr/>
            <p:nvPr/>
          </p:nvSpPr>
          <p:spPr>
            <a:xfrm>
              <a:off x="6805265" y="3216267"/>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36" name="Google Shape;436;p54"/>
            <p:cNvPicPr preferRelativeResize="0"/>
            <p:nvPr/>
          </p:nvPicPr>
          <p:blipFill>
            <a:blip r:embed="rId6">
              <a:alphaModFix/>
            </a:blip>
            <a:stretch>
              <a:fillRect/>
            </a:stretch>
          </p:blipFill>
          <p:spPr>
            <a:xfrm>
              <a:off x="6878510" y="3315087"/>
              <a:ext cx="456833" cy="456832"/>
            </a:xfrm>
            <a:prstGeom prst="rect">
              <a:avLst/>
            </a:prstGeom>
            <a:noFill/>
            <a:ln>
              <a:noFill/>
            </a:ln>
          </p:spPr>
        </p:pic>
      </p:grpSp>
      <p:grpSp>
        <p:nvGrpSpPr>
          <p:cNvPr id="437" name="Google Shape;437;p54"/>
          <p:cNvGrpSpPr/>
          <p:nvPr/>
        </p:nvGrpSpPr>
        <p:grpSpPr>
          <a:xfrm>
            <a:off x="7007025" y="1951879"/>
            <a:ext cx="603300" cy="603300"/>
            <a:chOff x="7886315" y="2346867"/>
            <a:chExt cx="603300" cy="603300"/>
          </a:xfrm>
        </p:grpSpPr>
        <p:sp>
          <p:nvSpPr>
            <p:cNvPr id="438" name="Google Shape;438;p54"/>
            <p:cNvSpPr/>
            <p:nvPr/>
          </p:nvSpPr>
          <p:spPr>
            <a:xfrm>
              <a:off x="7886315" y="2346867"/>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39" name="Google Shape;439;p54"/>
            <p:cNvPicPr preferRelativeResize="0"/>
            <p:nvPr/>
          </p:nvPicPr>
          <p:blipFill rotWithShape="1">
            <a:blip r:embed="rId7">
              <a:alphaModFix/>
            </a:blip>
            <a:srcRect b="0" l="10" r="0" t="0"/>
            <a:stretch/>
          </p:blipFill>
          <p:spPr>
            <a:xfrm>
              <a:off x="7986718" y="2453632"/>
              <a:ext cx="429400" cy="429450"/>
            </a:xfrm>
            <a:prstGeom prst="rect">
              <a:avLst/>
            </a:prstGeom>
            <a:noFill/>
            <a:ln>
              <a:noFill/>
            </a:ln>
          </p:spPr>
        </p:pic>
      </p:grpSp>
      <p:grpSp>
        <p:nvGrpSpPr>
          <p:cNvPr id="440" name="Google Shape;440;p54"/>
          <p:cNvGrpSpPr/>
          <p:nvPr/>
        </p:nvGrpSpPr>
        <p:grpSpPr>
          <a:xfrm>
            <a:off x="5501191" y="1442167"/>
            <a:ext cx="603300" cy="603300"/>
            <a:chOff x="5637840" y="2986142"/>
            <a:chExt cx="603300" cy="603300"/>
          </a:xfrm>
        </p:grpSpPr>
        <p:sp>
          <p:nvSpPr>
            <p:cNvPr id="441" name="Google Shape;441;p54"/>
            <p:cNvSpPr/>
            <p:nvPr/>
          </p:nvSpPr>
          <p:spPr>
            <a:xfrm>
              <a:off x="5637840" y="2986142"/>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42" name="Google Shape;442;p54" title="Agentforce-RGB-icon.png"/>
            <p:cNvPicPr preferRelativeResize="0"/>
            <p:nvPr/>
          </p:nvPicPr>
          <p:blipFill rotWithShape="1">
            <a:blip r:embed="rId8">
              <a:alphaModFix/>
            </a:blip>
            <a:srcRect b="10" l="0" r="0" t="0"/>
            <a:stretch/>
          </p:blipFill>
          <p:spPr>
            <a:xfrm>
              <a:off x="5711088" y="3059393"/>
              <a:ext cx="456835" cy="456808"/>
            </a:xfrm>
            <a:prstGeom prst="rect">
              <a:avLst/>
            </a:prstGeom>
            <a:noFill/>
            <a:ln>
              <a:noFill/>
            </a:ln>
          </p:spPr>
        </p:pic>
      </p:grpSp>
      <p:grpSp>
        <p:nvGrpSpPr>
          <p:cNvPr id="443" name="Google Shape;443;p54"/>
          <p:cNvGrpSpPr/>
          <p:nvPr/>
        </p:nvGrpSpPr>
        <p:grpSpPr>
          <a:xfrm>
            <a:off x="8069895" y="2045463"/>
            <a:ext cx="603300" cy="603300"/>
            <a:chOff x="7763745" y="2572713"/>
            <a:chExt cx="603300" cy="603300"/>
          </a:xfrm>
        </p:grpSpPr>
        <p:sp>
          <p:nvSpPr>
            <p:cNvPr id="444" name="Google Shape;444;p54"/>
            <p:cNvSpPr/>
            <p:nvPr/>
          </p:nvSpPr>
          <p:spPr>
            <a:xfrm>
              <a:off x="7763745" y="2572713"/>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45" name="Google Shape;445;p54"/>
            <p:cNvPicPr preferRelativeResize="0"/>
            <p:nvPr/>
          </p:nvPicPr>
          <p:blipFill>
            <a:blip r:embed="rId9">
              <a:alphaModFix/>
            </a:blip>
            <a:stretch>
              <a:fillRect/>
            </a:stretch>
          </p:blipFill>
          <p:spPr>
            <a:xfrm>
              <a:off x="7837014" y="2645955"/>
              <a:ext cx="456790" cy="456841"/>
            </a:xfrm>
            <a:prstGeom prst="rect">
              <a:avLst/>
            </a:prstGeom>
            <a:noFill/>
            <a:ln>
              <a:noFill/>
            </a:ln>
          </p:spPr>
        </p:pic>
      </p:grpSp>
      <p:grpSp>
        <p:nvGrpSpPr>
          <p:cNvPr id="446" name="Google Shape;446;p54"/>
          <p:cNvGrpSpPr/>
          <p:nvPr/>
        </p:nvGrpSpPr>
        <p:grpSpPr>
          <a:xfrm>
            <a:off x="6816815" y="2866942"/>
            <a:ext cx="603300" cy="603300"/>
            <a:chOff x="7008590" y="2065592"/>
            <a:chExt cx="603300" cy="603300"/>
          </a:xfrm>
        </p:grpSpPr>
        <p:sp>
          <p:nvSpPr>
            <p:cNvPr id="447" name="Google Shape;447;p54"/>
            <p:cNvSpPr/>
            <p:nvPr/>
          </p:nvSpPr>
          <p:spPr>
            <a:xfrm>
              <a:off x="7008590" y="2065592"/>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48" name="Google Shape;448;p54"/>
            <p:cNvPicPr preferRelativeResize="0"/>
            <p:nvPr/>
          </p:nvPicPr>
          <p:blipFill>
            <a:blip r:embed="rId10">
              <a:alphaModFix/>
            </a:blip>
            <a:stretch>
              <a:fillRect/>
            </a:stretch>
          </p:blipFill>
          <p:spPr>
            <a:xfrm>
              <a:off x="7092712" y="2138860"/>
              <a:ext cx="456797" cy="456796"/>
            </a:xfrm>
            <a:prstGeom prst="rect">
              <a:avLst/>
            </a:prstGeom>
            <a:noFill/>
            <a:ln>
              <a:noFill/>
            </a:ln>
          </p:spPr>
        </p:pic>
      </p:grpSp>
      <p:grpSp>
        <p:nvGrpSpPr>
          <p:cNvPr id="449" name="Google Shape;449;p54"/>
          <p:cNvGrpSpPr/>
          <p:nvPr/>
        </p:nvGrpSpPr>
        <p:grpSpPr>
          <a:xfrm>
            <a:off x="8111400" y="3824067"/>
            <a:ext cx="603300" cy="603300"/>
            <a:chOff x="8162425" y="3563792"/>
            <a:chExt cx="603300" cy="603300"/>
          </a:xfrm>
        </p:grpSpPr>
        <p:sp>
          <p:nvSpPr>
            <p:cNvPr id="450" name="Google Shape;450;p54"/>
            <p:cNvSpPr/>
            <p:nvPr/>
          </p:nvSpPr>
          <p:spPr>
            <a:xfrm>
              <a:off x="8162425" y="3563792"/>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51" name="Google Shape;451;p54"/>
            <p:cNvPicPr preferRelativeResize="0"/>
            <p:nvPr/>
          </p:nvPicPr>
          <p:blipFill>
            <a:blip r:embed="rId11">
              <a:alphaModFix/>
            </a:blip>
            <a:stretch>
              <a:fillRect/>
            </a:stretch>
          </p:blipFill>
          <p:spPr>
            <a:xfrm>
              <a:off x="8260855" y="3656452"/>
              <a:ext cx="406440" cy="406440"/>
            </a:xfrm>
            <a:prstGeom prst="rect">
              <a:avLst/>
            </a:prstGeom>
            <a:noFill/>
            <a:ln>
              <a:noFill/>
            </a:ln>
          </p:spPr>
        </p:pic>
      </p:grpSp>
      <p:grpSp>
        <p:nvGrpSpPr>
          <p:cNvPr id="452" name="Google Shape;452;p54"/>
          <p:cNvGrpSpPr/>
          <p:nvPr/>
        </p:nvGrpSpPr>
        <p:grpSpPr>
          <a:xfrm>
            <a:off x="7058700" y="3824067"/>
            <a:ext cx="603300" cy="603300"/>
            <a:chOff x="7160450" y="3994167"/>
            <a:chExt cx="603300" cy="603300"/>
          </a:xfrm>
        </p:grpSpPr>
        <p:sp>
          <p:nvSpPr>
            <p:cNvPr id="453" name="Google Shape;453;p54"/>
            <p:cNvSpPr/>
            <p:nvPr/>
          </p:nvSpPr>
          <p:spPr>
            <a:xfrm>
              <a:off x="7160450" y="3994167"/>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54" name="Google Shape;454;p54"/>
            <p:cNvPicPr preferRelativeResize="0"/>
            <p:nvPr/>
          </p:nvPicPr>
          <p:blipFill>
            <a:blip r:embed="rId12">
              <a:alphaModFix/>
            </a:blip>
            <a:stretch>
              <a:fillRect/>
            </a:stretch>
          </p:blipFill>
          <p:spPr>
            <a:xfrm>
              <a:off x="7231998" y="4065724"/>
              <a:ext cx="460202" cy="460202"/>
            </a:xfrm>
            <a:prstGeom prst="rect">
              <a:avLst/>
            </a:prstGeom>
            <a:noFill/>
            <a:ln>
              <a:noFill/>
            </a:ln>
          </p:spPr>
        </p:pic>
      </p:grpSp>
      <p:grpSp>
        <p:nvGrpSpPr>
          <p:cNvPr id="455" name="Google Shape;455;p54"/>
          <p:cNvGrpSpPr/>
          <p:nvPr/>
        </p:nvGrpSpPr>
        <p:grpSpPr>
          <a:xfrm>
            <a:off x="7952682" y="2934763"/>
            <a:ext cx="603300" cy="603300"/>
            <a:chOff x="7952682" y="2934763"/>
            <a:chExt cx="603300" cy="603300"/>
          </a:xfrm>
        </p:grpSpPr>
        <p:sp>
          <p:nvSpPr>
            <p:cNvPr id="456" name="Google Shape;456;p54"/>
            <p:cNvSpPr/>
            <p:nvPr/>
          </p:nvSpPr>
          <p:spPr>
            <a:xfrm>
              <a:off x="7952682" y="2934763"/>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id="457" name="Google Shape;457;p54"/>
            <p:cNvPicPr preferRelativeResize="0"/>
            <p:nvPr/>
          </p:nvPicPr>
          <p:blipFill rotWithShape="1">
            <a:blip r:embed="rId13">
              <a:alphaModFix/>
            </a:blip>
            <a:srcRect b="0" l="2290" r="2290" t="0"/>
            <a:stretch/>
          </p:blipFill>
          <p:spPr>
            <a:xfrm>
              <a:off x="8014633" y="3002629"/>
              <a:ext cx="462408" cy="484598"/>
            </a:xfrm>
            <a:prstGeom prst="rect">
              <a:avLst/>
            </a:prstGeom>
            <a:noFill/>
            <a:ln>
              <a:noFill/>
            </a:ln>
          </p:spPr>
        </p:pic>
      </p:grpSp>
      <p:grpSp>
        <p:nvGrpSpPr>
          <p:cNvPr id="458" name="Google Shape;458;p54"/>
          <p:cNvGrpSpPr/>
          <p:nvPr/>
        </p:nvGrpSpPr>
        <p:grpSpPr>
          <a:xfrm>
            <a:off x="5653665" y="3019342"/>
            <a:ext cx="603300" cy="603300"/>
            <a:chOff x="5653665" y="3019342"/>
            <a:chExt cx="603300" cy="603300"/>
          </a:xfrm>
        </p:grpSpPr>
        <p:sp>
          <p:nvSpPr>
            <p:cNvPr id="459" name="Google Shape;459;p54"/>
            <p:cNvSpPr/>
            <p:nvPr/>
          </p:nvSpPr>
          <p:spPr>
            <a:xfrm>
              <a:off x="5653665" y="3019342"/>
              <a:ext cx="603300" cy="6033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70575" spcFirstLastPara="1" rIns="70575" wrap="square" tIns="35275">
              <a:noAutofit/>
            </a:bodyPr>
            <a:lstStyle/>
            <a:p>
              <a:pPr indent="0" lvl="0" marL="0" marR="0" rtl="0" algn="ctr">
                <a:spcBef>
                  <a:spcPts val="0"/>
                </a:spcBef>
                <a:spcAft>
                  <a:spcPts val="0"/>
                </a:spcAft>
                <a:buNone/>
              </a:pPr>
              <a:r>
                <a:t/>
              </a:r>
              <a:endParaRPr sz="1389">
                <a:solidFill>
                  <a:srgbClr val="FFFFFF"/>
                </a:solidFill>
                <a:latin typeface="Salesforce Sans"/>
                <a:ea typeface="Salesforce Sans"/>
                <a:cs typeface="Salesforce Sans"/>
                <a:sym typeface="Salesforce Sans"/>
              </a:endParaRPr>
            </a:p>
          </p:txBody>
        </p:sp>
        <p:pic>
          <p:nvPicPr>
            <p:cNvPr descr="Google Shape;627;p60" id="460" name="Google Shape;460;p54"/>
            <p:cNvPicPr preferRelativeResize="0"/>
            <p:nvPr/>
          </p:nvPicPr>
          <p:blipFill>
            <a:blip r:embed="rId5">
              <a:alphaModFix/>
            </a:blip>
            <a:stretch>
              <a:fillRect/>
            </a:stretch>
          </p:blipFill>
          <p:spPr>
            <a:xfrm>
              <a:off x="5784017" y="3149702"/>
              <a:ext cx="342596" cy="342596"/>
            </a:xfrm>
            <a:prstGeom prst="rect">
              <a:avLst/>
            </a:prstGeom>
            <a:noFill/>
            <a:ln>
              <a:noFill/>
            </a:ln>
          </p:spPr>
        </p:pic>
      </p:grpSp>
      <p:grpSp>
        <p:nvGrpSpPr>
          <p:cNvPr id="461" name="Google Shape;461;p54"/>
          <p:cNvGrpSpPr/>
          <p:nvPr/>
        </p:nvGrpSpPr>
        <p:grpSpPr>
          <a:xfrm>
            <a:off x="9564531" y="1477420"/>
            <a:ext cx="828711" cy="828593"/>
            <a:chOff x="7030971" y="3570174"/>
            <a:chExt cx="1180500" cy="1180500"/>
          </a:xfrm>
        </p:grpSpPr>
        <p:sp>
          <p:nvSpPr>
            <p:cNvPr id="462" name="Google Shape;462;p54"/>
            <p:cNvSpPr/>
            <p:nvPr/>
          </p:nvSpPr>
          <p:spPr>
            <a:xfrm>
              <a:off x="7030971" y="3570174"/>
              <a:ext cx="1180500" cy="1180500"/>
            </a:xfrm>
            <a:prstGeom prst="ellipse">
              <a:avLst/>
            </a:prstGeom>
            <a:solidFill>
              <a:srgbClr val="FFFFFF"/>
            </a:solidFill>
            <a:ln>
              <a:noFill/>
            </a:ln>
            <a:effectLst>
              <a:outerShdw blurRad="87139" rotWithShape="0" dir="3660000" dist="34856">
                <a:srgbClr val="000000">
                  <a:alpha val="9800"/>
                </a:srgbClr>
              </a:outerShdw>
            </a:effectLst>
          </p:spPr>
          <p:txBody>
            <a:bodyPr anchorCtr="0" anchor="ctr" bIns="35275" lIns="35275" spcFirstLastPara="1" rIns="35275" wrap="square" tIns="35275">
              <a:noAutofit/>
            </a:bodyPr>
            <a:lstStyle/>
            <a:p>
              <a:pPr indent="0" lvl="0" marL="0" marR="0" rtl="0" algn="ctr">
                <a:spcBef>
                  <a:spcPts val="0"/>
                </a:spcBef>
                <a:spcAft>
                  <a:spcPts val="0"/>
                </a:spcAft>
                <a:buNone/>
              </a:pPr>
              <a:r>
                <a:t/>
              </a:r>
              <a:endParaRPr sz="874">
                <a:solidFill>
                  <a:srgbClr val="0B5CAB"/>
                </a:solidFill>
                <a:latin typeface="Salesforce Sans"/>
                <a:ea typeface="Salesforce Sans"/>
                <a:cs typeface="Salesforce Sans"/>
                <a:sym typeface="Salesforce Sans"/>
              </a:endParaRPr>
            </a:p>
          </p:txBody>
        </p:sp>
        <p:pic>
          <p:nvPicPr>
            <p:cNvPr id="463" name="Google Shape;463;p54" title="Sales_Icon_Dreamforce.png"/>
            <p:cNvPicPr preferRelativeResize="0"/>
            <p:nvPr/>
          </p:nvPicPr>
          <p:blipFill rotWithShape="1">
            <a:blip r:embed="rId14">
              <a:alphaModFix/>
            </a:blip>
            <a:srcRect b="0" l="0" r="0" t="0"/>
            <a:stretch/>
          </p:blipFill>
          <p:spPr>
            <a:xfrm>
              <a:off x="7341817" y="3874474"/>
              <a:ext cx="571780" cy="57178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5"/>
          <p:cNvSpPr txBox="1"/>
          <p:nvPr/>
        </p:nvSpPr>
        <p:spPr>
          <a:xfrm>
            <a:off x="744723" y="1065900"/>
            <a:ext cx="2314500" cy="140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9575C"/>
              </a:buClr>
              <a:buSzPts val="1722"/>
              <a:buFont typeface="Salesforce Sans"/>
              <a:buNone/>
            </a:pPr>
            <a:r>
              <a:rPr b="1" lang="en" sz="1291">
                <a:solidFill>
                  <a:schemeClr val="accent5"/>
                </a:solidFill>
                <a:latin typeface="Lexend"/>
                <a:ea typeface="Lexend"/>
                <a:cs typeface="Lexend"/>
                <a:sym typeface="Lexend"/>
              </a:rPr>
              <a:t>Core products</a:t>
            </a:r>
            <a:endParaRPr b="1" sz="1721">
              <a:solidFill>
                <a:schemeClr val="accent5"/>
              </a:solidFill>
              <a:latin typeface="Lexend"/>
              <a:ea typeface="Lexend"/>
              <a:cs typeface="Lexend"/>
              <a:sym typeface="Lexend"/>
            </a:endParaRPr>
          </a:p>
        </p:txBody>
      </p:sp>
      <p:sp>
        <p:nvSpPr>
          <p:cNvPr id="469" name="Google Shape;469;p55"/>
          <p:cNvSpPr/>
          <p:nvPr/>
        </p:nvSpPr>
        <p:spPr>
          <a:xfrm>
            <a:off x="3944146"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Sales</a:t>
            </a:r>
            <a:endParaRPr b="1" sz="986">
              <a:solidFill>
                <a:srgbClr val="002775"/>
              </a:solidFill>
              <a:latin typeface="Salesforce Sans"/>
              <a:ea typeface="Salesforce Sans"/>
              <a:cs typeface="Salesforce Sans"/>
              <a:sym typeface="Salesforce Sans"/>
            </a:endParaRPr>
          </a:p>
        </p:txBody>
      </p:sp>
      <p:pic>
        <p:nvPicPr>
          <p:cNvPr id="470" name="Google Shape;470;p55"/>
          <p:cNvPicPr preferRelativeResize="0"/>
          <p:nvPr/>
        </p:nvPicPr>
        <p:blipFill>
          <a:blip r:embed="rId3">
            <a:alphaModFix/>
          </a:blip>
          <a:stretch>
            <a:fillRect/>
          </a:stretch>
        </p:blipFill>
        <p:spPr>
          <a:xfrm>
            <a:off x="4181675" y="2599048"/>
            <a:ext cx="342103" cy="342103"/>
          </a:xfrm>
          <a:prstGeom prst="rect">
            <a:avLst/>
          </a:prstGeom>
          <a:noFill/>
          <a:ln>
            <a:noFill/>
          </a:ln>
        </p:spPr>
      </p:pic>
      <p:pic>
        <p:nvPicPr>
          <p:cNvPr descr="Google Shape;627;p60" id="471" name="Google Shape;471;p55"/>
          <p:cNvPicPr preferRelativeResize="0"/>
          <p:nvPr/>
        </p:nvPicPr>
        <p:blipFill>
          <a:blip r:embed="rId4">
            <a:alphaModFix/>
          </a:blip>
          <a:stretch>
            <a:fillRect/>
          </a:stretch>
        </p:blipFill>
        <p:spPr>
          <a:xfrm>
            <a:off x="6303237" y="1491352"/>
            <a:ext cx="342596" cy="342596"/>
          </a:xfrm>
          <a:prstGeom prst="rect">
            <a:avLst/>
          </a:prstGeom>
          <a:noFill/>
          <a:ln>
            <a:noFill/>
          </a:ln>
        </p:spPr>
      </p:pic>
      <p:sp>
        <p:nvSpPr>
          <p:cNvPr id="472" name="Google Shape;472;p55"/>
          <p:cNvSpPr/>
          <p:nvPr/>
        </p:nvSpPr>
        <p:spPr>
          <a:xfrm>
            <a:off x="6065956" y="198152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Slack</a:t>
            </a:r>
            <a:endParaRPr b="1" sz="986">
              <a:solidFill>
                <a:srgbClr val="002775"/>
              </a:solidFill>
              <a:latin typeface="Salesforce Sans"/>
              <a:ea typeface="Salesforce Sans"/>
              <a:cs typeface="Salesforce Sans"/>
              <a:sym typeface="Salesforce Sans"/>
            </a:endParaRPr>
          </a:p>
        </p:txBody>
      </p:sp>
      <p:pic>
        <p:nvPicPr>
          <p:cNvPr descr="CloudIcons_5x5_RGB-01-07.png" id="473" name="Google Shape;473;p55"/>
          <p:cNvPicPr preferRelativeResize="0"/>
          <p:nvPr/>
        </p:nvPicPr>
        <p:blipFill>
          <a:blip r:embed="rId5">
            <a:alphaModFix/>
          </a:blip>
          <a:stretch>
            <a:fillRect/>
          </a:stretch>
        </p:blipFill>
        <p:spPr>
          <a:xfrm>
            <a:off x="880282" y="2489466"/>
            <a:ext cx="562686" cy="561269"/>
          </a:xfrm>
          <a:prstGeom prst="rect">
            <a:avLst/>
          </a:prstGeom>
          <a:noFill/>
          <a:ln>
            <a:noFill/>
          </a:ln>
        </p:spPr>
      </p:pic>
      <p:sp>
        <p:nvSpPr>
          <p:cNvPr id="474" name="Google Shape;474;p55"/>
          <p:cNvSpPr/>
          <p:nvPr/>
        </p:nvSpPr>
        <p:spPr>
          <a:xfrm>
            <a:off x="753074"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b="1" lang="en" sz="986">
                <a:solidFill>
                  <a:srgbClr val="002775"/>
                </a:solidFill>
                <a:latin typeface="Salesforce Sans"/>
                <a:ea typeface="Salesforce Sans"/>
                <a:cs typeface="Salesforce Sans"/>
                <a:sym typeface="Salesforce Sans"/>
              </a:rPr>
              <a:t>Marketing</a:t>
            </a:r>
            <a:endParaRPr b="1" sz="986">
              <a:solidFill>
                <a:srgbClr val="002775"/>
              </a:solidFill>
              <a:latin typeface="Salesforce Sans"/>
              <a:ea typeface="Salesforce Sans"/>
              <a:cs typeface="Salesforce Sans"/>
              <a:sym typeface="Salesforce Sans"/>
            </a:endParaRPr>
          </a:p>
        </p:txBody>
      </p:sp>
      <p:sp>
        <p:nvSpPr>
          <p:cNvPr id="475" name="Google Shape;475;p55"/>
          <p:cNvSpPr/>
          <p:nvPr/>
        </p:nvSpPr>
        <p:spPr>
          <a:xfrm>
            <a:off x="5005051"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Service</a:t>
            </a:r>
            <a:endParaRPr b="1" sz="986">
              <a:solidFill>
                <a:srgbClr val="002775"/>
              </a:solidFill>
              <a:latin typeface="Salesforce Sans"/>
              <a:ea typeface="Salesforce Sans"/>
              <a:cs typeface="Salesforce Sans"/>
              <a:sym typeface="Salesforce Sans"/>
            </a:endParaRPr>
          </a:p>
        </p:txBody>
      </p:sp>
      <p:pic>
        <p:nvPicPr>
          <p:cNvPr id="476" name="Google Shape;476;p55"/>
          <p:cNvPicPr preferRelativeResize="0"/>
          <p:nvPr/>
        </p:nvPicPr>
        <p:blipFill>
          <a:blip r:embed="rId6">
            <a:alphaModFix/>
          </a:blip>
          <a:stretch>
            <a:fillRect/>
          </a:stretch>
        </p:blipFill>
        <p:spPr>
          <a:xfrm>
            <a:off x="5157847" y="2514339"/>
            <a:ext cx="511523" cy="511522"/>
          </a:xfrm>
          <a:prstGeom prst="rect">
            <a:avLst/>
          </a:prstGeom>
          <a:noFill/>
          <a:ln>
            <a:noFill/>
          </a:ln>
        </p:spPr>
      </p:pic>
      <p:pic>
        <p:nvPicPr>
          <p:cNvPr descr="Google Shape;603;p60" id="477" name="Google Shape;477;p55"/>
          <p:cNvPicPr preferRelativeResize="0"/>
          <p:nvPr/>
        </p:nvPicPr>
        <p:blipFill>
          <a:blip r:embed="rId7">
            <a:alphaModFix/>
          </a:blip>
          <a:stretch>
            <a:fillRect/>
          </a:stretch>
        </p:blipFill>
        <p:spPr>
          <a:xfrm>
            <a:off x="2010494" y="2549690"/>
            <a:ext cx="440819" cy="440819"/>
          </a:xfrm>
          <a:prstGeom prst="rect">
            <a:avLst/>
          </a:prstGeom>
          <a:noFill/>
          <a:ln>
            <a:noFill/>
          </a:ln>
        </p:spPr>
      </p:pic>
      <p:sp>
        <p:nvSpPr>
          <p:cNvPr id="478" name="Google Shape;478;p55"/>
          <p:cNvSpPr/>
          <p:nvPr/>
        </p:nvSpPr>
        <p:spPr>
          <a:xfrm>
            <a:off x="1822336" y="3088972"/>
            <a:ext cx="817200" cy="2652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MuleSoft</a:t>
            </a:r>
            <a:endParaRPr b="1" sz="986">
              <a:solidFill>
                <a:srgbClr val="002775"/>
              </a:solidFill>
              <a:latin typeface="Salesforce Sans"/>
              <a:ea typeface="Salesforce Sans"/>
              <a:cs typeface="Salesforce Sans"/>
              <a:sym typeface="Salesforce Sans"/>
            </a:endParaRPr>
          </a:p>
          <a:p>
            <a:pPr indent="0" lvl="0" marL="0" marR="0" rtl="0" algn="ctr">
              <a:lnSpc>
                <a:spcPct val="90000"/>
              </a:lnSpc>
              <a:spcBef>
                <a:spcPts val="0"/>
              </a:spcBef>
              <a:spcAft>
                <a:spcPts val="0"/>
              </a:spcAft>
              <a:buClr>
                <a:srgbClr val="032E61"/>
              </a:buClr>
              <a:buSzPts val="522"/>
              <a:buFont typeface="Salesforce Sans"/>
              <a:buNone/>
            </a:pPr>
            <a:r>
              <a:t/>
            </a:r>
            <a:endParaRPr b="1" sz="986">
              <a:solidFill>
                <a:srgbClr val="002775"/>
              </a:solidFill>
              <a:latin typeface="Salesforce Sans"/>
              <a:ea typeface="Salesforce Sans"/>
              <a:cs typeface="Salesforce Sans"/>
              <a:sym typeface="Salesforce Sans"/>
            </a:endParaRPr>
          </a:p>
        </p:txBody>
      </p:sp>
      <p:pic>
        <p:nvPicPr>
          <p:cNvPr id="479" name="Google Shape;479;p55"/>
          <p:cNvPicPr preferRelativeResize="0"/>
          <p:nvPr/>
        </p:nvPicPr>
        <p:blipFill rotWithShape="1">
          <a:blip r:embed="rId8">
            <a:alphaModFix/>
          </a:blip>
          <a:srcRect b="0" l="10" r="0" t="0"/>
          <a:stretch/>
        </p:blipFill>
        <p:spPr>
          <a:xfrm>
            <a:off x="3059305" y="2537567"/>
            <a:ext cx="464998" cy="465062"/>
          </a:xfrm>
          <a:prstGeom prst="rect">
            <a:avLst/>
          </a:prstGeom>
          <a:noFill/>
          <a:ln>
            <a:noFill/>
          </a:ln>
        </p:spPr>
      </p:pic>
      <p:sp>
        <p:nvSpPr>
          <p:cNvPr id="480" name="Google Shape;480;p55"/>
          <p:cNvSpPr/>
          <p:nvPr/>
        </p:nvSpPr>
        <p:spPr>
          <a:xfrm>
            <a:off x="2883241"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Platform</a:t>
            </a:r>
            <a:endParaRPr b="1" sz="986">
              <a:solidFill>
                <a:srgbClr val="002775"/>
              </a:solidFill>
              <a:latin typeface="Salesforce Sans"/>
              <a:ea typeface="Salesforce Sans"/>
              <a:cs typeface="Salesforce Sans"/>
              <a:sym typeface="Salesforce Sans"/>
            </a:endParaRPr>
          </a:p>
        </p:txBody>
      </p:sp>
      <p:pic>
        <p:nvPicPr>
          <p:cNvPr descr="Google Shape;606;p60" id="481" name="Google Shape;481;p55"/>
          <p:cNvPicPr preferRelativeResize="0"/>
          <p:nvPr/>
        </p:nvPicPr>
        <p:blipFill>
          <a:blip r:embed="rId9">
            <a:alphaModFix/>
          </a:blip>
          <a:stretch>
            <a:fillRect/>
          </a:stretch>
        </p:blipFill>
        <p:spPr>
          <a:xfrm>
            <a:off x="4182695" y="3621721"/>
            <a:ext cx="340062" cy="449368"/>
          </a:xfrm>
          <a:prstGeom prst="rect">
            <a:avLst/>
          </a:prstGeom>
          <a:noFill/>
          <a:ln>
            <a:noFill/>
          </a:ln>
        </p:spPr>
      </p:pic>
      <p:sp>
        <p:nvSpPr>
          <p:cNvPr id="482" name="Google Shape;482;p55"/>
          <p:cNvSpPr/>
          <p:nvPr/>
        </p:nvSpPr>
        <p:spPr>
          <a:xfrm>
            <a:off x="394414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Net Zero</a:t>
            </a:r>
            <a:endParaRPr b="1" sz="986">
              <a:solidFill>
                <a:srgbClr val="002775"/>
              </a:solidFill>
              <a:latin typeface="Salesforce Sans"/>
              <a:ea typeface="Salesforce Sans"/>
              <a:cs typeface="Salesforce Sans"/>
              <a:sym typeface="Salesforce Sans"/>
            </a:endParaRPr>
          </a:p>
        </p:txBody>
      </p:sp>
      <p:pic>
        <p:nvPicPr>
          <p:cNvPr id="483" name="Google Shape;483;p55"/>
          <p:cNvPicPr preferRelativeResize="0"/>
          <p:nvPr/>
        </p:nvPicPr>
        <p:blipFill>
          <a:blip r:embed="rId10">
            <a:alphaModFix/>
          </a:blip>
          <a:stretch>
            <a:fillRect/>
          </a:stretch>
        </p:blipFill>
        <p:spPr>
          <a:xfrm>
            <a:off x="6217972" y="3589864"/>
            <a:ext cx="513082" cy="513081"/>
          </a:xfrm>
          <a:prstGeom prst="rect">
            <a:avLst/>
          </a:prstGeom>
          <a:noFill/>
          <a:ln>
            <a:noFill/>
          </a:ln>
        </p:spPr>
      </p:pic>
      <p:sp>
        <p:nvSpPr>
          <p:cNvPr id="484" name="Google Shape;484;p55"/>
          <p:cNvSpPr/>
          <p:nvPr/>
        </p:nvSpPr>
        <p:spPr>
          <a:xfrm>
            <a:off x="606595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Small Business</a:t>
            </a:r>
            <a:endParaRPr b="1" sz="986">
              <a:solidFill>
                <a:srgbClr val="002775"/>
              </a:solidFill>
              <a:latin typeface="Salesforce Sans"/>
              <a:ea typeface="Salesforce Sans"/>
              <a:cs typeface="Salesforce Sans"/>
              <a:sym typeface="Salesforce Sans"/>
            </a:endParaRPr>
          </a:p>
        </p:txBody>
      </p:sp>
      <p:sp>
        <p:nvSpPr>
          <p:cNvPr id="485" name="Google Shape;485;p55"/>
          <p:cNvSpPr/>
          <p:nvPr/>
        </p:nvSpPr>
        <p:spPr>
          <a:xfrm>
            <a:off x="7126825" y="414455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Tableau</a:t>
            </a:r>
            <a:endParaRPr b="1" sz="986">
              <a:solidFill>
                <a:srgbClr val="002775"/>
              </a:solidFill>
              <a:latin typeface="Salesforce Sans"/>
              <a:ea typeface="Salesforce Sans"/>
              <a:cs typeface="Salesforce Sans"/>
              <a:sym typeface="Salesforce Sans"/>
            </a:endParaRPr>
          </a:p>
        </p:txBody>
      </p:sp>
      <p:pic>
        <p:nvPicPr>
          <p:cNvPr id="486" name="Google Shape;486;p55"/>
          <p:cNvPicPr preferRelativeResize="0"/>
          <p:nvPr/>
        </p:nvPicPr>
        <p:blipFill rotWithShape="1">
          <a:blip r:embed="rId11">
            <a:alphaModFix/>
          </a:blip>
          <a:srcRect b="0" l="3600" r="3610" t="0"/>
          <a:stretch/>
        </p:blipFill>
        <p:spPr>
          <a:xfrm>
            <a:off x="7312874" y="3610931"/>
            <a:ext cx="445152" cy="479728"/>
          </a:xfrm>
          <a:prstGeom prst="rect">
            <a:avLst/>
          </a:prstGeom>
          <a:noFill/>
          <a:ln>
            <a:noFill/>
          </a:ln>
        </p:spPr>
      </p:pic>
      <p:sp>
        <p:nvSpPr>
          <p:cNvPr id="487" name="Google Shape;487;p55"/>
          <p:cNvSpPr/>
          <p:nvPr/>
        </p:nvSpPr>
        <p:spPr>
          <a:xfrm>
            <a:off x="5005051"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Partner &amp;</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Custom apps</a:t>
            </a:r>
            <a:endParaRPr b="1" sz="986">
              <a:solidFill>
                <a:srgbClr val="002775"/>
              </a:solidFill>
              <a:latin typeface="Salesforce Sans"/>
              <a:ea typeface="Salesforce Sans"/>
              <a:cs typeface="Salesforce Sans"/>
              <a:sym typeface="Salesforce Sans"/>
            </a:endParaRPr>
          </a:p>
        </p:txBody>
      </p:sp>
      <p:pic>
        <p:nvPicPr>
          <p:cNvPr id="488" name="Google Shape;488;p55"/>
          <p:cNvPicPr preferRelativeResize="0"/>
          <p:nvPr/>
        </p:nvPicPr>
        <p:blipFill>
          <a:blip r:embed="rId12">
            <a:alphaModFix/>
          </a:blip>
          <a:stretch>
            <a:fillRect/>
          </a:stretch>
        </p:blipFill>
        <p:spPr>
          <a:xfrm>
            <a:off x="5225744" y="3658522"/>
            <a:ext cx="375767" cy="375767"/>
          </a:xfrm>
          <a:prstGeom prst="rect">
            <a:avLst/>
          </a:prstGeom>
          <a:noFill/>
          <a:ln>
            <a:noFill/>
          </a:ln>
        </p:spPr>
      </p:pic>
      <p:sp>
        <p:nvSpPr>
          <p:cNvPr id="489" name="Google Shape;489;p55"/>
          <p:cNvSpPr/>
          <p:nvPr/>
        </p:nvSpPr>
        <p:spPr>
          <a:xfrm>
            <a:off x="182233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Customer</a:t>
            </a:r>
            <a:endParaRPr b="1" sz="986">
              <a:solidFill>
                <a:srgbClr val="002775"/>
              </a:solidFill>
              <a:latin typeface="Salesforce Sans"/>
              <a:ea typeface="Salesforce Sans"/>
              <a:cs typeface="Salesforce Sans"/>
              <a:sym typeface="Salesforce Sans"/>
            </a:endParaRPr>
          </a:p>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Success</a:t>
            </a:r>
            <a:endParaRPr b="1" sz="986">
              <a:solidFill>
                <a:srgbClr val="002775"/>
              </a:solidFill>
              <a:latin typeface="Salesforce Sans"/>
              <a:ea typeface="Salesforce Sans"/>
              <a:cs typeface="Salesforce Sans"/>
              <a:sym typeface="Salesforce Sans"/>
            </a:endParaRPr>
          </a:p>
        </p:txBody>
      </p:sp>
      <p:pic>
        <p:nvPicPr>
          <p:cNvPr id="490" name="Google Shape;490;p55"/>
          <p:cNvPicPr preferRelativeResize="0"/>
          <p:nvPr/>
        </p:nvPicPr>
        <p:blipFill>
          <a:blip r:embed="rId13">
            <a:alphaModFix/>
          </a:blip>
          <a:stretch>
            <a:fillRect/>
          </a:stretch>
        </p:blipFill>
        <p:spPr>
          <a:xfrm>
            <a:off x="2018887" y="3634386"/>
            <a:ext cx="424038" cy="424038"/>
          </a:xfrm>
          <a:prstGeom prst="rect">
            <a:avLst/>
          </a:prstGeom>
          <a:noFill/>
          <a:ln>
            <a:noFill/>
          </a:ln>
        </p:spPr>
      </p:pic>
      <p:sp>
        <p:nvSpPr>
          <p:cNvPr id="491" name="Google Shape;491;p55"/>
          <p:cNvSpPr/>
          <p:nvPr/>
        </p:nvSpPr>
        <p:spPr>
          <a:xfrm>
            <a:off x="2883241"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Industries</a:t>
            </a:r>
            <a:endParaRPr b="1" sz="986">
              <a:solidFill>
                <a:srgbClr val="002775"/>
              </a:solidFill>
              <a:latin typeface="Salesforce Sans"/>
              <a:ea typeface="Salesforce Sans"/>
              <a:cs typeface="Salesforce Sans"/>
              <a:sym typeface="Salesforce Sans"/>
            </a:endParaRPr>
          </a:p>
        </p:txBody>
      </p:sp>
      <p:pic>
        <p:nvPicPr>
          <p:cNvPr id="492" name="Google Shape;492;p55"/>
          <p:cNvPicPr preferRelativeResize="0"/>
          <p:nvPr/>
        </p:nvPicPr>
        <p:blipFill>
          <a:blip r:embed="rId14">
            <a:alphaModFix/>
          </a:blip>
          <a:stretch>
            <a:fillRect/>
          </a:stretch>
        </p:blipFill>
        <p:spPr>
          <a:xfrm>
            <a:off x="3071946" y="3626543"/>
            <a:ext cx="439724" cy="439724"/>
          </a:xfrm>
          <a:prstGeom prst="rect">
            <a:avLst/>
          </a:prstGeom>
          <a:noFill/>
          <a:ln>
            <a:noFill/>
          </a:ln>
        </p:spPr>
      </p:pic>
      <p:sp>
        <p:nvSpPr>
          <p:cNvPr id="493" name="Google Shape;493;p55"/>
          <p:cNvSpPr/>
          <p:nvPr/>
        </p:nvSpPr>
        <p:spPr>
          <a:xfrm>
            <a:off x="3944146"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Commerce</a:t>
            </a:r>
            <a:endParaRPr b="1" sz="986">
              <a:solidFill>
                <a:srgbClr val="002775"/>
              </a:solidFill>
              <a:latin typeface="Salesforce Sans"/>
              <a:ea typeface="Salesforce Sans"/>
              <a:cs typeface="Salesforce Sans"/>
              <a:sym typeface="Salesforce Sans"/>
            </a:endParaRPr>
          </a:p>
        </p:txBody>
      </p:sp>
      <p:pic>
        <p:nvPicPr>
          <p:cNvPr id="494" name="Google Shape;494;p55"/>
          <p:cNvPicPr preferRelativeResize="0"/>
          <p:nvPr/>
        </p:nvPicPr>
        <p:blipFill rotWithShape="1">
          <a:blip r:embed="rId15">
            <a:alphaModFix/>
          </a:blip>
          <a:srcRect b="0" l="2290" r="2290" t="0"/>
          <a:stretch/>
        </p:blipFill>
        <p:spPr>
          <a:xfrm>
            <a:off x="4102633" y="1424755"/>
            <a:ext cx="500275" cy="524280"/>
          </a:xfrm>
          <a:prstGeom prst="rect">
            <a:avLst/>
          </a:prstGeom>
          <a:noFill/>
          <a:ln>
            <a:noFill/>
          </a:ln>
        </p:spPr>
      </p:pic>
      <p:pic>
        <p:nvPicPr>
          <p:cNvPr id="495" name="Google Shape;495;p55"/>
          <p:cNvPicPr preferRelativeResize="0"/>
          <p:nvPr/>
        </p:nvPicPr>
        <p:blipFill>
          <a:blip r:embed="rId16">
            <a:alphaModFix/>
          </a:blip>
          <a:stretch>
            <a:fillRect/>
          </a:stretch>
        </p:blipFill>
        <p:spPr>
          <a:xfrm>
            <a:off x="7356167" y="2552424"/>
            <a:ext cx="358617" cy="358617"/>
          </a:xfrm>
          <a:prstGeom prst="rect">
            <a:avLst/>
          </a:prstGeom>
          <a:noFill/>
          <a:ln>
            <a:noFill/>
          </a:ln>
        </p:spPr>
      </p:pic>
      <p:sp>
        <p:nvSpPr>
          <p:cNvPr id="496" name="Google Shape;496;p55"/>
          <p:cNvSpPr/>
          <p:nvPr/>
        </p:nvSpPr>
        <p:spPr>
          <a:xfrm>
            <a:off x="7126898" y="3033413"/>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Heroku</a:t>
            </a:r>
            <a:endParaRPr b="1" sz="986">
              <a:solidFill>
                <a:srgbClr val="002775"/>
              </a:solidFill>
              <a:latin typeface="Salesforce Sans"/>
              <a:ea typeface="Salesforce Sans"/>
              <a:cs typeface="Salesforce Sans"/>
              <a:sym typeface="Salesforce Sans"/>
            </a:endParaRPr>
          </a:p>
        </p:txBody>
      </p:sp>
      <p:pic>
        <p:nvPicPr>
          <p:cNvPr id="497" name="Google Shape;497;p55" title="Agentforce-RGB-icon.png"/>
          <p:cNvPicPr preferRelativeResize="0"/>
          <p:nvPr/>
        </p:nvPicPr>
        <p:blipFill rotWithShape="1">
          <a:blip r:embed="rId17">
            <a:alphaModFix/>
          </a:blip>
          <a:srcRect b="10" l="0" r="0" t="0"/>
          <a:stretch/>
        </p:blipFill>
        <p:spPr>
          <a:xfrm>
            <a:off x="905870" y="1431147"/>
            <a:ext cx="511525" cy="511494"/>
          </a:xfrm>
          <a:prstGeom prst="rect">
            <a:avLst/>
          </a:prstGeom>
          <a:noFill/>
          <a:ln>
            <a:noFill/>
          </a:ln>
        </p:spPr>
      </p:pic>
      <p:sp>
        <p:nvSpPr>
          <p:cNvPr id="498" name="Google Shape;498;p55"/>
          <p:cNvSpPr/>
          <p:nvPr/>
        </p:nvSpPr>
        <p:spPr>
          <a:xfrm>
            <a:off x="744716" y="1988574"/>
            <a:ext cx="8340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Agentforce</a:t>
            </a:r>
            <a:endParaRPr b="1" sz="986">
              <a:solidFill>
                <a:srgbClr val="002775"/>
              </a:solidFill>
              <a:latin typeface="Salesforce Sans"/>
              <a:ea typeface="Salesforce Sans"/>
              <a:cs typeface="Salesforce Sans"/>
              <a:sym typeface="Salesforce Sans"/>
            </a:endParaRPr>
          </a:p>
        </p:txBody>
      </p:sp>
      <p:pic>
        <p:nvPicPr>
          <p:cNvPr id="499" name="Google Shape;499;p55"/>
          <p:cNvPicPr preferRelativeResize="0"/>
          <p:nvPr/>
        </p:nvPicPr>
        <p:blipFill>
          <a:blip r:embed="rId18">
            <a:alphaModFix/>
          </a:blip>
          <a:stretch>
            <a:fillRect/>
          </a:stretch>
        </p:blipFill>
        <p:spPr>
          <a:xfrm>
            <a:off x="5186318" y="1459573"/>
            <a:ext cx="454598" cy="454640"/>
          </a:xfrm>
          <a:prstGeom prst="rect">
            <a:avLst/>
          </a:prstGeom>
          <a:noFill/>
          <a:ln>
            <a:noFill/>
          </a:ln>
        </p:spPr>
      </p:pic>
      <p:sp>
        <p:nvSpPr>
          <p:cNvPr id="500" name="Google Shape;500;p55"/>
          <p:cNvSpPr/>
          <p:nvPr/>
        </p:nvSpPr>
        <p:spPr>
          <a:xfrm>
            <a:off x="5005051"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Data Cloud</a:t>
            </a:r>
            <a:endParaRPr b="1" sz="986">
              <a:solidFill>
                <a:srgbClr val="002775"/>
              </a:solidFill>
              <a:latin typeface="Salesforce Sans"/>
              <a:ea typeface="Salesforce Sans"/>
              <a:cs typeface="Salesforce Sans"/>
              <a:sym typeface="Salesforce Sans"/>
            </a:endParaRPr>
          </a:p>
        </p:txBody>
      </p:sp>
      <p:sp>
        <p:nvSpPr>
          <p:cNvPr id="501" name="Google Shape;501;p55"/>
          <p:cNvSpPr/>
          <p:nvPr/>
        </p:nvSpPr>
        <p:spPr>
          <a:xfrm>
            <a:off x="1822336"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Einstein</a:t>
            </a:r>
            <a:endParaRPr b="1" sz="986">
              <a:solidFill>
                <a:srgbClr val="002775"/>
              </a:solidFill>
              <a:latin typeface="Salesforce Sans"/>
              <a:ea typeface="Salesforce Sans"/>
              <a:cs typeface="Salesforce Sans"/>
              <a:sym typeface="Salesforce Sans"/>
            </a:endParaRPr>
          </a:p>
        </p:txBody>
      </p:sp>
      <p:pic>
        <p:nvPicPr>
          <p:cNvPr id="502" name="Google Shape;502;p55"/>
          <p:cNvPicPr preferRelativeResize="0"/>
          <p:nvPr/>
        </p:nvPicPr>
        <p:blipFill>
          <a:blip r:embed="rId19">
            <a:alphaModFix/>
          </a:blip>
          <a:stretch>
            <a:fillRect/>
          </a:stretch>
        </p:blipFill>
        <p:spPr>
          <a:xfrm>
            <a:off x="1975153" y="1431152"/>
            <a:ext cx="511482" cy="511482"/>
          </a:xfrm>
          <a:prstGeom prst="rect">
            <a:avLst/>
          </a:prstGeom>
          <a:noFill/>
          <a:ln>
            <a:noFill/>
          </a:ln>
        </p:spPr>
      </p:pic>
      <p:sp>
        <p:nvSpPr>
          <p:cNvPr id="503" name="Google Shape;503;p55"/>
          <p:cNvSpPr/>
          <p:nvPr/>
        </p:nvSpPr>
        <p:spPr>
          <a:xfrm>
            <a:off x="2883241"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Canvas</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(quip)</a:t>
            </a:r>
            <a:endParaRPr b="1" sz="986">
              <a:solidFill>
                <a:srgbClr val="002775"/>
              </a:solidFill>
              <a:latin typeface="Salesforce Sans"/>
              <a:ea typeface="Salesforce Sans"/>
              <a:cs typeface="Salesforce Sans"/>
              <a:sym typeface="Salesforce Sans"/>
            </a:endParaRPr>
          </a:p>
        </p:txBody>
      </p:sp>
      <p:pic>
        <p:nvPicPr>
          <p:cNvPr id="504" name="Google Shape;504;p55"/>
          <p:cNvPicPr preferRelativeResize="0"/>
          <p:nvPr/>
        </p:nvPicPr>
        <p:blipFill>
          <a:blip r:embed="rId20">
            <a:alphaModFix/>
          </a:blip>
          <a:stretch>
            <a:fillRect/>
          </a:stretch>
        </p:blipFill>
        <p:spPr>
          <a:xfrm>
            <a:off x="3059295" y="1454384"/>
            <a:ext cx="465021" cy="465020"/>
          </a:xfrm>
          <a:prstGeom prst="rect">
            <a:avLst/>
          </a:prstGeom>
          <a:noFill/>
          <a:ln>
            <a:noFill/>
          </a:ln>
        </p:spPr>
      </p:pic>
      <p:pic>
        <p:nvPicPr>
          <p:cNvPr id="505" name="Google Shape;505;p55"/>
          <p:cNvPicPr preferRelativeResize="0"/>
          <p:nvPr/>
        </p:nvPicPr>
        <p:blipFill>
          <a:blip r:embed="rId21">
            <a:alphaModFix/>
          </a:blip>
          <a:stretch>
            <a:fillRect/>
          </a:stretch>
        </p:blipFill>
        <p:spPr>
          <a:xfrm>
            <a:off x="7302897" y="1480336"/>
            <a:ext cx="464984" cy="464983"/>
          </a:xfrm>
          <a:prstGeom prst="rect">
            <a:avLst/>
          </a:prstGeom>
          <a:noFill/>
          <a:ln>
            <a:noFill/>
          </a:ln>
        </p:spPr>
      </p:pic>
      <p:sp>
        <p:nvSpPr>
          <p:cNvPr id="506" name="Google Shape;506;p55"/>
          <p:cNvSpPr/>
          <p:nvPr/>
        </p:nvSpPr>
        <p:spPr>
          <a:xfrm>
            <a:off x="7126825" y="1991315"/>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Trailhead</a:t>
            </a:r>
            <a:endParaRPr b="1" sz="986">
              <a:solidFill>
                <a:srgbClr val="002775"/>
              </a:solidFill>
              <a:latin typeface="Salesforce Sans"/>
              <a:ea typeface="Salesforce Sans"/>
              <a:cs typeface="Salesforce Sans"/>
              <a:sym typeface="Salesforce Sans"/>
            </a:endParaRPr>
          </a:p>
        </p:txBody>
      </p:sp>
      <p:pic>
        <p:nvPicPr>
          <p:cNvPr id="507" name="Google Shape;507;p55"/>
          <p:cNvPicPr preferRelativeResize="0"/>
          <p:nvPr/>
        </p:nvPicPr>
        <p:blipFill>
          <a:blip r:embed="rId22">
            <a:alphaModFix/>
          </a:blip>
          <a:stretch>
            <a:fillRect/>
          </a:stretch>
        </p:blipFill>
        <p:spPr>
          <a:xfrm>
            <a:off x="6225573" y="2514324"/>
            <a:ext cx="497889" cy="497889"/>
          </a:xfrm>
          <a:prstGeom prst="rect">
            <a:avLst/>
          </a:prstGeom>
          <a:noFill/>
          <a:ln>
            <a:noFill/>
          </a:ln>
        </p:spPr>
      </p:pic>
      <p:sp>
        <p:nvSpPr>
          <p:cNvPr id="508" name="Google Shape;508;p55"/>
          <p:cNvSpPr/>
          <p:nvPr/>
        </p:nvSpPr>
        <p:spPr>
          <a:xfrm>
            <a:off x="6065958" y="3041756"/>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Experience</a:t>
            </a:r>
            <a:endParaRPr b="1" sz="986">
              <a:solidFill>
                <a:srgbClr val="002775"/>
              </a:solidFill>
              <a:latin typeface="Salesforce Sans"/>
              <a:ea typeface="Salesforce Sans"/>
              <a:cs typeface="Salesforce Sans"/>
              <a:sym typeface="Salesforce Sans"/>
            </a:endParaRPr>
          </a:p>
        </p:txBody>
      </p:sp>
      <p:pic>
        <p:nvPicPr>
          <p:cNvPr id="509" name="Google Shape;509;p55"/>
          <p:cNvPicPr preferRelativeResize="0"/>
          <p:nvPr/>
        </p:nvPicPr>
        <p:blipFill>
          <a:blip r:embed="rId23">
            <a:alphaModFix/>
          </a:blip>
          <a:stretch>
            <a:fillRect/>
          </a:stretch>
        </p:blipFill>
        <p:spPr>
          <a:xfrm>
            <a:off x="921088" y="3658512"/>
            <a:ext cx="497889" cy="497889"/>
          </a:xfrm>
          <a:prstGeom prst="rect">
            <a:avLst/>
          </a:prstGeom>
          <a:noFill/>
          <a:ln>
            <a:noFill/>
          </a:ln>
        </p:spPr>
      </p:pic>
      <p:sp>
        <p:nvSpPr>
          <p:cNvPr id="510" name="Google Shape;510;p55"/>
          <p:cNvSpPr/>
          <p:nvPr/>
        </p:nvSpPr>
        <p:spPr>
          <a:xfrm>
            <a:off x="761474" y="418594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Revenue &amp;</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Orders</a:t>
            </a:r>
            <a:endParaRPr b="1" sz="986">
              <a:solidFill>
                <a:srgbClr val="002775"/>
              </a:solidFill>
              <a:latin typeface="Salesforce Sans"/>
              <a:ea typeface="Salesforce Sans"/>
              <a:cs typeface="Salesforce Sans"/>
              <a:sym typeface="Salesforce Sans"/>
            </a:endParaRPr>
          </a:p>
        </p:txBody>
      </p:sp>
      <p:sp>
        <p:nvSpPr>
          <p:cNvPr id="511" name="Google Shape;511;p55"/>
          <p:cNvSpPr txBox="1"/>
          <p:nvPr/>
        </p:nvSpPr>
        <p:spPr>
          <a:xfrm>
            <a:off x="692450" y="238325"/>
            <a:ext cx="40053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SF </a:t>
            </a:r>
            <a:r>
              <a:rPr lang="en" sz="2000">
                <a:solidFill>
                  <a:schemeClr val="accent5"/>
                </a:solidFill>
                <a:latin typeface="Lexend Medium"/>
                <a:ea typeface="Lexend Medium"/>
                <a:cs typeface="Lexend Medium"/>
                <a:sym typeface="Lexend Medium"/>
              </a:rPr>
              <a:t>Products’ icons</a:t>
            </a:r>
            <a:endParaRPr sz="2000">
              <a:solidFill>
                <a:schemeClr val="accent5"/>
              </a:solidFill>
              <a:latin typeface="Lexend Medium"/>
              <a:ea typeface="Lexend Medium"/>
              <a:cs typeface="Lexend Medium"/>
              <a:sym typeface="Lexend Medium"/>
            </a:endParaRPr>
          </a:p>
        </p:txBody>
      </p:sp>
      <p:cxnSp>
        <p:nvCxnSpPr>
          <p:cNvPr id="512" name="Google Shape;512;p55"/>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cxnSp>
        <p:nvCxnSpPr>
          <p:cNvPr id="517" name="Google Shape;517;p56"/>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518" name="Google Shape;518;p56"/>
          <p:cNvSpPr txBox="1"/>
          <p:nvPr/>
        </p:nvSpPr>
        <p:spPr>
          <a:xfrm>
            <a:off x="692450" y="238320"/>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Statistics</a:t>
            </a:r>
            <a:endParaRPr sz="2000">
              <a:solidFill>
                <a:schemeClr val="accent5"/>
              </a:solidFill>
              <a:latin typeface="Lexend Medium"/>
              <a:ea typeface="Lexend Medium"/>
              <a:cs typeface="Lexend Medium"/>
              <a:sym typeface="Lexend Medium"/>
            </a:endParaRPr>
          </a:p>
        </p:txBody>
      </p:sp>
      <p:sp>
        <p:nvSpPr>
          <p:cNvPr id="519" name="Google Shape;519;p56"/>
          <p:cNvSpPr/>
          <p:nvPr/>
        </p:nvSpPr>
        <p:spPr>
          <a:xfrm>
            <a:off x="1244150" y="1037600"/>
            <a:ext cx="1257900" cy="683100"/>
          </a:xfrm>
          <a:prstGeom prst="rect">
            <a:avLst/>
          </a:prstGeom>
          <a:noFill/>
          <a:ln>
            <a:noFill/>
          </a:ln>
        </p:spPr>
        <p:txBody>
          <a:bodyPr anchorCtr="0" anchor="t" bIns="0" lIns="0" spcFirstLastPara="1" rIns="0" wrap="square" tIns="0">
            <a:noAutofit/>
          </a:bodyPr>
          <a:lstStyle/>
          <a:p>
            <a:pPr indent="0" lvl="0" marL="0" marR="0" rtl="0" algn="l">
              <a:lnSpc>
                <a:spcPct val="114222"/>
              </a:lnSpc>
              <a:spcBef>
                <a:spcPts val="0"/>
              </a:spcBef>
              <a:spcAft>
                <a:spcPts val="0"/>
              </a:spcAft>
              <a:buClr>
                <a:srgbClr val="595959"/>
              </a:buClr>
              <a:buSzPts val="6900"/>
              <a:buFont typeface="Open Sans"/>
              <a:buNone/>
            </a:pPr>
            <a:r>
              <a:rPr b="1" i="0" lang="en" sz="4000" u="none" cap="none" strike="noStrike">
                <a:solidFill>
                  <a:srgbClr val="5A99E6"/>
                </a:solidFill>
                <a:latin typeface="Lexend"/>
                <a:ea typeface="Lexend"/>
                <a:cs typeface="Lexend"/>
                <a:sym typeface="Lexend"/>
              </a:rPr>
              <a:t>75%</a:t>
            </a:r>
            <a:endParaRPr b="1" i="0" sz="4000" u="none" cap="none" strike="noStrike">
              <a:solidFill>
                <a:srgbClr val="5A99E6"/>
              </a:solidFill>
              <a:latin typeface="Lexend"/>
              <a:ea typeface="Lexend"/>
              <a:cs typeface="Lexend"/>
              <a:sym typeface="Lexend"/>
            </a:endParaRPr>
          </a:p>
        </p:txBody>
      </p:sp>
      <p:sp>
        <p:nvSpPr>
          <p:cNvPr id="520" name="Google Shape;520;p56"/>
          <p:cNvSpPr/>
          <p:nvPr/>
        </p:nvSpPr>
        <p:spPr>
          <a:xfrm>
            <a:off x="2799000" y="1703950"/>
            <a:ext cx="4327200" cy="39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80707"/>
              </a:buClr>
              <a:buSzPts val="1200"/>
              <a:buFont typeface="Open Sans"/>
              <a:buNone/>
            </a:pPr>
            <a:r>
              <a:rPr i="0" lang="en" sz="1100" u="none" cap="none" strike="noStrike">
                <a:solidFill>
                  <a:srgbClr val="423C4C"/>
                </a:solidFill>
                <a:latin typeface="Open Sans"/>
                <a:ea typeface="Open Sans"/>
                <a:cs typeface="Open Sans"/>
                <a:sym typeface="Open Sans"/>
              </a:rPr>
              <a:t>75% of </a:t>
            </a:r>
            <a:r>
              <a:rPr b="1" i="0" lang="en" sz="1100" u="none" cap="none" strike="noStrike">
                <a:solidFill>
                  <a:srgbClr val="423C4C"/>
                </a:solidFill>
                <a:latin typeface="Open Sans"/>
                <a:ea typeface="Open Sans"/>
                <a:cs typeface="Open Sans"/>
                <a:sym typeface="Open Sans"/>
              </a:rPr>
              <a:t>generative AI users</a:t>
            </a:r>
            <a:r>
              <a:rPr i="0" lang="en" sz="1100" u="none" cap="none" strike="noStrike">
                <a:solidFill>
                  <a:srgbClr val="423C4C"/>
                </a:solidFill>
                <a:latin typeface="Open Sans"/>
                <a:ea typeface="Open Sans"/>
                <a:cs typeface="Open Sans"/>
                <a:sym typeface="Open Sans"/>
              </a:rPr>
              <a:t> are looking to automate tasks at work and use generative AI for work communications (Salesforce </a:t>
            </a:r>
            <a:r>
              <a:rPr lang="en" sz="1100">
                <a:solidFill>
                  <a:srgbClr val="423C4C"/>
                </a:solidFill>
                <a:latin typeface="Open Sans"/>
                <a:ea typeface="Open Sans"/>
                <a:cs typeface="Open Sans"/>
                <a:sym typeface="Open Sans"/>
              </a:rPr>
              <a:t>Research</a:t>
            </a:r>
            <a:r>
              <a:rPr i="0" lang="en" sz="1100" u="none" cap="none" strike="noStrike">
                <a:solidFill>
                  <a:srgbClr val="423C4C"/>
                </a:solidFill>
                <a:latin typeface="Open Sans"/>
                <a:ea typeface="Open Sans"/>
                <a:cs typeface="Open Sans"/>
                <a:sym typeface="Open Sans"/>
              </a:rPr>
              <a:t>)</a:t>
            </a:r>
            <a:endParaRPr i="0" sz="1100" u="none" cap="none" strike="noStrike">
              <a:solidFill>
                <a:srgbClr val="423C4C"/>
              </a:solidFill>
              <a:latin typeface="Open Sans"/>
              <a:ea typeface="Open Sans"/>
              <a:cs typeface="Open Sans"/>
              <a:sym typeface="Open Sans"/>
            </a:endParaRPr>
          </a:p>
        </p:txBody>
      </p:sp>
      <p:sp>
        <p:nvSpPr>
          <p:cNvPr id="521" name="Google Shape;521;p56"/>
          <p:cNvSpPr/>
          <p:nvPr/>
        </p:nvSpPr>
        <p:spPr>
          <a:xfrm>
            <a:off x="1244150" y="2468495"/>
            <a:ext cx="1338600" cy="515700"/>
          </a:xfrm>
          <a:prstGeom prst="rect">
            <a:avLst/>
          </a:prstGeom>
          <a:noFill/>
          <a:ln>
            <a:noFill/>
          </a:ln>
        </p:spPr>
        <p:txBody>
          <a:bodyPr anchorCtr="0" anchor="t" bIns="0" lIns="0" spcFirstLastPara="1" rIns="0" wrap="square" tIns="0">
            <a:noAutofit/>
          </a:bodyPr>
          <a:lstStyle/>
          <a:p>
            <a:pPr indent="0" lvl="0" marL="0" marR="0" rtl="0" algn="l">
              <a:lnSpc>
                <a:spcPct val="114222"/>
              </a:lnSpc>
              <a:spcBef>
                <a:spcPts val="0"/>
              </a:spcBef>
              <a:spcAft>
                <a:spcPts val="0"/>
              </a:spcAft>
              <a:buClr>
                <a:srgbClr val="595959"/>
              </a:buClr>
              <a:buSzPts val="6900"/>
              <a:buFont typeface="Open Sans"/>
              <a:buNone/>
            </a:pPr>
            <a:r>
              <a:rPr b="1" i="0" lang="en" sz="4000" u="none" cap="none" strike="noStrike">
                <a:solidFill>
                  <a:srgbClr val="352694"/>
                </a:solidFill>
                <a:latin typeface="Lexend"/>
                <a:ea typeface="Lexend"/>
                <a:cs typeface="Lexend"/>
                <a:sym typeface="Lexend"/>
              </a:rPr>
              <a:t>50%</a:t>
            </a:r>
            <a:endParaRPr b="1" i="0" sz="4000" u="none" cap="none" strike="noStrike">
              <a:solidFill>
                <a:srgbClr val="352694"/>
              </a:solidFill>
              <a:latin typeface="Lexend"/>
              <a:ea typeface="Lexend"/>
              <a:cs typeface="Lexend"/>
              <a:sym typeface="Lexend"/>
            </a:endParaRPr>
          </a:p>
        </p:txBody>
      </p:sp>
      <p:sp>
        <p:nvSpPr>
          <p:cNvPr id="522" name="Google Shape;522;p56"/>
          <p:cNvSpPr/>
          <p:nvPr/>
        </p:nvSpPr>
        <p:spPr>
          <a:xfrm>
            <a:off x="2799000" y="3101200"/>
            <a:ext cx="4496700" cy="515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95959"/>
              </a:buClr>
              <a:buSzPts val="1200"/>
              <a:buFont typeface="Open Sans"/>
              <a:buNone/>
            </a:pPr>
            <a:r>
              <a:rPr lang="en" sz="1100">
                <a:solidFill>
                  <a:srgbClr val="423C4C"/>
                </a:solidFill>
                <a:latin typeface="Open Sans"/>
                <a:ea typeface="Open Sans"/>
                <a:cs typeface="Open Sans"/>
                <a:sym typeface="Open Sans"/>
              </a:rPr>
              <a:t>A.I. is now the biggest spend for nearly 50% of </a:t>
            </a:r>
            <a:r>
              <a:rPr b="1" lang="en" sz="1100">
                <a:solidFill>
                  <a:srgbClr val="423C4C"/>
                </a:solidFill>
                <a:latin typeface="Open Sans"/>
                <a:ea typeface="Open Sans"/>
                <a:cs typeface="Open Sans"/>
                <a:sym typeface="Open Sans"/>
              </a:rPr>
              <a:t>top tech executives </a:t>
            </a:r>
            <a:r>
              <a:rPr lang="en" sz="1100">
                <a:solidFill>
                  <a:srgbClr val="423C4C"/>
                </a:solidFill>
                <a:latin typeface="Open Sans"/>
                <a:ea typeface="Open Sans"/>
                <a:cs typeface="Open Sans"/>
                <a:sym typeface="Open Sans"/>
              </a:rPr>
              <a:t>across the economy (CNBC Survey)</a:t>
            </a:r>
            <a:endParaRPr i="0" sz="1100" u="none" cap="none" strike="noStrike">
              <a:solidFill>
                <a:srgbClr val="423C4C"/>
              </a:solidFill>
              <a:latin typeface="Open Sans"/>
              <a:ea typeface="Open Sans"/>
              <a:cs typeface="Open Sans"/>
              <a:sym typeface="Open Sans"/>
            </a:endParaRPr>
          </a:p>
        </p:txBody>
      </p:sp>
      <p:sp>
        <p:nvSpPr>
          <p:cNvPr id="523" name="Google Shape;523;p56"/>
          <p:cNvSpPr/>
          <p:nvPr/>
        </p:nvSpPr>
        <p:spPr>
          <a:xfrm>
            <a:off x="1244150" y="3873550"/>
            <a:ext cx="1338600" cy="558000"/>
          </a:xfrm>
          <a:prstGeom prst="rect">
            <a:avLst/>
          </a:prstGeom>
          <a:noFill/>
          <a:ln>
            <a:noFill/>
          </a:ln>
        </p:spPr>
        <p:txBody>
          <a:bodyPr anchorCtr="0" anchor="t" bIns="0" lIns="0" spcFirstLastPara="1" rIns="0" wrap="square" tIns="0">
            <a:noAutofit/>
          </a:bodyPr>
          <a:lstStyle/>
          <a:p>
            <a:pPr indent="0" lvl="0" marL="0" marR="0" rtl="0" algn="l">
              <a:lnSpc>
                <a:spcPct val="114222"/>
              </a:lnSpc>
              <a:spcBef>
                <a:spcPts val="0"/>
              </a:spcBef>
              <a:spcAft>
                <a:spcPts val="0"/>
              </a:spcAft>
              <a:buClr>
                <a:srgbClr val="595959"/>
              </a:buClr>
              <a:buSzPts val="6900"/>
              <a:buFont typeface="Open Sans"/>
              <a:buNone/>
            </a:pPr>
            <a:r>
              <a:rPr b="1" i="0" lang="en" sz="4000" u="none" cap="none" strike="noStrike">
                <a:solidFill>
                  <a:srgbClr val="E01F6F"/>
                </a:solidFill>
                <a:latin typeface="Lexend"/>
                <a:ea typeface="Lexend"/>
                <a:cs typeface="Lexend"/>
                <a:sym typeface="Lexend"/>
              </a:rPr>
              <a:t>80%</a:t>
            </a:r>
            <a:endParaRPr b="1" i="0" sz="4000" u="none" cap="none" strike="noStrike">
              <a:solidFill>
                <a:srgbClr val="E01F6F"/>
              </a:solidFill>
              <a:latin typeface="Lexend"/>
              <a:ea typeface="Lexend"/>
              <a:cs typeface="Lexend"/>
              <a:sym typeface="Lexend"/>
            </a:endParaRPr>
          </a:p>
        </p:txBody>
      </p:sp>
      <p:sp>
        <p:nvSpPr>
          <p:cNvPr id="524" name="Google Shape;524;p56"/>
          <p:cNvSpPr/>
          <p:nvPr/>
        </p:nvSpPr>
        <p:spPr>
          <a:xfrm>
            <a:off x="2799004" y="4480325"/>
            <a:ext cx="4327200" cy="177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95959"/>
              </a:buClr>
              <a:buSzPts val="1200"/>
              <a:buFont typeface="Open Sans"/>
              <a:buNone/>
            </a:pPr>
            <a:r>
              <a:rPr lang="en" sz="1100">
                <a:solidFill>
                  <a:srgbClr val="423C4C"/>
                </a:solidFill>
                <a:latin typeface="Open Sans"/>
                <a:ea typeface="Open Sans"/>
                <a:cs typeface="Open Sans"/>
                <a:sym typeface="Open Sans"/>
              </a:rPr>
              <a:t>80% of </a:t>
            </a:r>
            <a:r>
              <a:rPr b="1" lang="en" sz="1100">
                <a:solidFill>
                  <a:srgbClr val="423C4C"/>
                </a:solidFill>
                <a:latin typeface="Open Sans"/>
                <a:ea typeface="Open Sans"/>
                <a:cs typeface="Open Sans"/>
                <a:sym typeface="Open Sans"/>
              </a:rPr>
              <a:t>enterprises</a:t>
            </a:r>
            <a:r>
              <a:rPr lang="en" sz="1100">
                <a:solidFill>
                  <a:srgbClr val="423C4C"/>
                </a:solidFill>
                <a:latin typeface="Open Sans"/>
                <a:ea typeface="Open Sans"/>
                <a:cs typeface="Open Sans"/>
                <a:sym typeface="Open Sans"/>
              </a:rPr>
              <a:t> will have incorporated AI by 2026 (Gartner)</a:t>
            </a:r>
            <a:endParaRPr i="0" sz="1100" u="none" cap="none" strike="noStrike">
              <a:solidFill>
                <a:srgbClr val="423C4C"/>
              </a:solidFill>
              <a:latin typeface="Open Sans"/>
              <a:ea typeface="Open Sans"/>
              <a:cs typeface="Open Sans"/>
              <a:sym typeface="Open Sans"/>
            </a:endParaRPr>
          </a:p>
        </p:txBody>
      </p:sp>
      <p:grpSp>
        <p:nvGrpSpPr>
          <p:cNvPr id="525" name="Google Shape;525;p56"/>
          <p:cNvGrpSpPr/>
          <p:nvPr/>
        </p:nvGrpSpPr>
        <p:grpSpPr>
          <a:xfrm>
            <a:off x="2798687" y="1159093"/>
            <a:ext cx="2387601" cy="358657"/>
            <a:chOff x="2798687" y="701893"/>
            <a:chExt cx="2387601" cy="358657"/>
          </a:xfrm>
        </p:grpSpPr>
        <p:grpSp>
          <p:nvGrpSpPr>
            <p:cNvPr id="526" name="Google Shape;526;p56"/>
            <p:cNvGrpSpPr/>
            <p:nvPr/>
          </p:nvGrpSpPr>
          <p:grpSpPr>
            <a:xfrm>
              <a:off x="2798687" y="701893"/>
              <a:ext cx="154809" cy="354586"/>
              <a:chOff x="9377071" y="1342123"/>
              <a:chExt cx="256221" cy="586868"/>
            </a:xfrm>
          </p:grpSpPr>
          <p:sp>
            <p:nvSpPr>
              <p:cNvPr id="527" name="Google Shape;527;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8" name="Google Shape;528;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9" name="Google Shape;529;p56"/>
            <p:cNvGrpSpPr/>
            <p:nvPr/>
          </p:nvGrpSpPr>
          <p:grpSpPr>
            <a:xfrm>
              <a:off x="3048296" y="701893"/>
              <a:ext cx="154809" cy="354586"/>
              <a:chOff x="9377071" y="1342123"/>
              <a:chExt cx="256221" cy="586868"/>
            </a:xfrm>
          </p:grpSpPr>
          <p:sp>
            <p:nvSpPr>
              <p:cNvPr id="530" name="Google Shape;530;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1" name="Google Shape;531;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2" name="Google Shape;532;p56"/>
            <p:cNvGrpSpPr/>
            <p:nvPr/>
          </p:nvGrpSpPr>
          <p:grpSpPr>
            <a:xfrm>
              <a:off x="3297935" y="701893"/>
              <a:ext cx="154809" cy="354586"/>
              <a:chOff x="9377071" y="1342123"/>
              <a:chExt cx="256221" cy="586868"/>
            </a:xfrm>
          </p:grpSpPr>
          <p:sp>
            <p:nvSpPr>
              <p:cNvPr id="533" name="Google Shape;533;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4" name="Google Shape;534;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5" name="Google Shape;535;p56"/>
            <p:cNvGrpSpPr/>
            <p:nvPr/>
          </p:nvGrpSpPr>
          <p:grpSpPr>
            <a:xfrm>
              <a:off x="3540640" y="701893"/>
              <a:ext cx="154809" cy="354586"/>
              <a:chOff x="9377071" y="1342123"/>
              <a:chExt cx="256221" cy="586868"/>
            </a:xfrm>
          </p:grpSpPr>
          <p:sp>
            <p:nvSpPr>
              <p:cNvPr id="536" name="Google Shape;536;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8" name="Google Shape;538;p56"/>
            <p:cNvGrpSpPr/>
            <p:nvPr/>
          </p:nvGrpSpPr>
          <p:grpSpPr>
            <a:xfrm>
              <a:off x="3790248" y="701893"/>
              <a:ext cx="154809" cy="354586"/>
              <a:chOff x="9377071" y="1342123"/>
              <a:chExt cx="256221" cy="586868"/>
            </a:xfrm>
          </p:grpSpPr>
          <p:sp>
            <p:nvSpPr>
              <p:cNvPr id="539" name="Google Shape;539;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1" name="Google Shape;541;p56"/>
            <p:cNvGrpSpPr/>
            <p:nvPr/>
          </p:nvGrpSpPr>
          <p:grpSpPr>
            <a:xfrm>
              <a:off x="4039887" y="701893"/>
              <a:ext cx="154809" cy="354586"/>
              <a:chOff x="9377071" y="1342123"/>
              <a:chExt cx="256221" cy="586868"/>
            </a:xfrm>
          </p:grpSpPr>
          <p:sp>
            <p:nvSpPr>
              <p:cNvPr id="542" name="Google Shape;542;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3" name="Google Shape;543;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4" name="Google Shape;544;p56"/>
            <p:cNvGrpSpPr/>
            <p:nvPr/>
          </p:nvGrpSpPr>
          <p:grpSpPr>
            <a:xfrm>
              <a:off x="4282593" y="701893"/>
              <a:ext cx="154809" cy="354586"/>
              <a:chOff x="9377071" y="1342123"/>
              <a:chExt cx="256221" cy="586868"/>
            </a:xfrm>
          </p:grpSpPr>
          <p:sp>
            <p:nvSpPr>
              <p:cNvPr id="545" name="Google Shape;545;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5A99E6"/>
              </a:solidFill>
              <a:ln cap="rnd" cmpd="sng" w="19050">
                <a:solidFill>
                  <a:srgbClr val="5A99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7" name="Google Shape;547;p56"/>
            <p:cNvGrpSpPr/>
            <p:nvPr/>
          </p:nvGrpSpPr>
          <p:grpSpPr>
            <a:xfrm>
              <a:off x="4532201" y="701893"/>
              <a:ext cx="154809" cy="354586"/>
              <a:chOff x="9377071" y="1342123"/>
              <a:chExt cx="256221" cy="586868"/>
            </a:xfrm>
          </p:grpSpPr>
          <p:sp>
            <p:nvSpPr>
              <p:cNvPr id="548" name="Google Shape;548;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9" name="Google Shape;549;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0" name="Google Shape;550;p56"/>
            <p:cNvGrpSpPr/>
            <p:nvPr/>
          </p:nvGrpSpPr>
          <p:grpSpPr>
            <a:xfrm>
              <a:off x="4781840" y="701893"/>
              <a:ext cx="154809" cy="354586"/>
              <a:chOff x="9377071" y="1342123"/>
              <a:chExt cx="256221" cy="586868"/>
            </a:xfrm>
          </p:grpSpPr>
          <p:sp>
            <p:nvSpPr>
              <p:cNvPr id="551" name="Google Shape;551;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2" name="Google Shape;552;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3" name="Google Shape;553;p56"/>
            <p:cNvGrpSpPr/>
            <p:nvPr/>
          </p:nvGrpSpPr>
          <p:grpSpPr>
            <a:xfrm>
              <a:off x="5031479" y="701893"/>
              <a:ext cx="154809" cy="354586"/>
              <a:chOff x="9377071" y="1342123"/>
              <a:chExt cx="256221" cy="586868"/>
            </a:xfrm>
          </p:grpSpPr>
          <p:sp>
            <p:nvSpPr>
              <p:cNvPr id="554" name="Google Shape;554;p56"/>
              <p:cNvSpPr/>
              <p:nvPr/>
            </p:nvSpPr>
            <p:spPr>
              <a:xfrm>
                <a:off x="9377071" y="1562961"/>
                <a:ext cx="256221" cy="366030"/>
              </a:xfrm>
              <a:custGeom>
                <a:rect b="b" l="l" r="r" t="t"/>
                <a:pathLst>
                  <a:path extrusionOk="0" h="366030" w="256221">
                    <a:moveTo>
                      <a:pt x="180575" y="377012"/>
                    </a:moveTo>
                    <a:lnTo>
                      <a:pt x="193996" y="220839"/>
                    </a:lnTo>
                    <a:lnTo>
                      <a:pt x="258661" y="220839"/>
                    </a:lnTo>
                    <a:lnTo>
                      <a:pt x="258661" y="129331"/>
                    </a:lnTo>
                    <a:cubicBezTo>
                      <a:pt x="258661" y="57345"/>
                      <a:pt x="200096" y="0"/>
                      <a:pt x="129331" y="0"/>
                    </a:cubicBezTo>
                    <a:cubicBezTo>
                      <a:pt x="58565" y="0"/>
                      <a:pt x="0" y="58565"/>
                      <a:pt x="0" y="129331"/>
                    </a:cubicBezTo>
                    <a:lnTo>
                      <a:pt x="0" y="220839"/>
                    </a:lnTo>
                    <a:lnTo>
                      <a:pt x="64665" y="220839"/>
                    </a:lnTo>
                    <a:lnTo>
                      <a:pt x="78086" y="377012"/>
                    </a:lnTo>
                    <a:lnTo>
                      <a:pt x="180575" y="377012"/>
                    </a:ln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5" name="Google Shape;555;p56"/>
              <p:cNvSpPr/>
              <p:nvPr/>
            </p:nvSpPr>
            <p:spPr>
              <a:xfrm>
                <a:off x="9413674" y="1342123"/>
                <a:ext cx="183015" cy="183015"/>
              </a:xfrm>
              <a:custGeom>
                <a:rect b="b" l="l" r="r" t="t"/>
                <a:pathLst>
                  <a:path extrusionOk="0" h="183015" w="183015">
                    <a:moveTo>
                      <a:pt x="183016" y="91508"/>
                    </a:moveTo>
                    <a:cubicBezTo>
                      <a:pt x="183016" y="142046"/>
                      <a:pt x="142047" y="183015"/>
                      <a:pt x="91508" y="183015"/>
                    </a:cubicBezTo>
                    <a:cubicBezTo>
                      <a:pt x="40970" y="183015"/>
                      <a:pt x="0" y="142046"/>
                      <a:pt x="0" y="91508"/>
                    </a:cubicBezTo>
                    <a:cubicBezTo>
                      <a:pt x="0" y="40969"/>
                      <a:pt x="40970" y="0"/>
                      <a:pt x="91508" y="0"/>
                    </a:cubicBezTo>
                    <a:cubicBezTo>
                      <a:pt x="142047" y="0"/>
                      <a:pt x="183016" y="40969"/>
                      <a:pt x="183016" y="91508"/>
                    </a:cubicBezTo>
                    <a:close/>
                  </a:path>
                </a:pathLst>
              </a:custGeom>
              <a:solidFill>
                <a:srgbClr val="EFEF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6" name="Google Shape;556;p56"/>
            <p:cNvGrpSpPr/>
            <p:nvPr/>
          </p:nvGrpSpPr>
          <p:grpSpPr>
            <a:xfrm>
              <a:off x="4529375" y="717023"/>
              <a:ext cx="77842" cy="343527"/>
              <a:chOff x="4834175" y="717023"/>
              <a:chExt cx="77842" cy="343527"/>
            </a:xfrm>
          </p:grpSpPr>
          <p:sp>
            <p:nvSpPr>
              <p:cNvPr id="557" name="Google Shape;557;p56"/>
              <p:cNvSpPr/>
              <p:nvPr/>
            </p:nvSpPr>
            <p:spPr>
              <a:xfrm rot="-5400000">
                <a:off x="4840217" y="738131"/>
                <a:ext cx="92728" cy="50512"/>
              </a:xfrm>
              <a:custGeom>
                <a:rect b="b" l="l" r="r" t="t"/>
                <a:pathLst>
                  <a:path extrusionOk="0" h="97608" w="122010">
                    <a:moveTo>
                      <a:pt x="129331" y="64666"/>
                    </a:moveTo>
                    <a:cubicBezTo>
                      <a:pt x="129331" y="29283"/>
                      <a:pt x="100049" y="0"/>
                      <a:pt x="64665" y="0"/>
                    </a:cubicBezTo>
                    <a:cubicBezTo>
                      <a:pt x="29282" y="0"/>
                      <a:pt x="0" y="29283"/>
                      <a:pt x="0" y="64666"/>
                    </a:cubicBezTo>
                    <a:lnTo>
                      <a:pt x="0" y="103709"/>
                    </a:lnTo>
                    <a:lnTo>
                      <a:pt x="129331" y="103709"/>
                    </a:lnTo>
                    <a:lnTo>
                      <a:pt x="129331" y="64666"/>
                    </a:lnTo>
                    <a:close/>
                  </a:path>
                </a:pathLst>
              </a:custGeom>
              <a:solidFill>
                <a:srgbClr val="5A99E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58" name="Google Shape;558;p56"/>
              <p:cNvGrpSpPr/>
              <p:nvPr/>
            </p:nvGrpSpPr>
            <p:grpSpPr>
              <a:xfrm>
                <a:off x="4834175" y="844760"/>
                <a:ext cx="77842" cy="215790"/>
                <a:chOff x="4834175" y="844760"/>
                <a:chExt cx="77842" cy="215790"/>
              </a:xfrm>
            </p:grpSpPr>
            <p:sp>
              <p:nvSpPr>
                <p:cNvPr id="559" name="Google Shape;559;p56"/>
                <p:cNvSpPr/>
                <p:nvPr/>
              </p:nvSpPr>
              <p:spPr>
                <a:xfrm rot="-5400000">
                  <a:off x="4786140" y="934727"/>
                  <a:ext cx="211382" cy="40263"/>
                </a:xfrm>
                <a:custGeom>
                  <a:rect b="b" l="l" r="r" t="t"/>
                  <a:pathLst>
                    <a:path extrusionOk="0" h="97608" w="122010">
                      <a:moveTo>
                        <a:pt x="129331" y="64666"/>
                      </a:moveTo>
                      <a:cubicBezTo>
                        <a:pt x="129331" y="29283"/>
                        <a:pt x="100049" y="0"/>
                        <a:pt x="64665" y="0"/>
                      </a:cubicBezTo>
                      <a:cubicBezTo>
                        <a:pt x="29282" y="0"/>
                        <a:pt x="0" y="29283"/>
                        <a:pt x="0" y="64666"/>
                      </a:cubicBezTo>
                      <a:lnTo>
                        <a:pt x="0" y="103709"/>
                      </a:lnTo>
                      <a:lnTo>
                        <a:pt x="129331" y="103709"/>
                      </a:lnTo>
                      <a:lnTo>
                        <a:pt x="129331" y="64666"/>
                      </a:lnTo>
                      <a:close/>
                    </a:path>
                  </a:pathLst>
                </a:custGeom>
                <a:solidFill>
                  <a:srgbClr val="5A99E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0" name="Google Shape;560;p56"/>
                <p:cNvSpPr/>
                <p:nvPr/>
              </p:nvSpPr>
              <p:spPr>
                <a:xfrm rot="-5400000">
                  <a:off x="4810414" y="868521"/>
                  <a:ext cx="125365" cy="77842"/>
                </a:xfrm>
                <a:custGeom>
                  <a:rect b="b" l="l" r="r" t="t"/>
                  <a:pathLst>
                    <a:path extrusionOk="0" h="97608" w="122010">
                      <a:moveTo>
                        <a:pt x="129331" y="64666"/>
                      </a:moveTo>
                      <a:cubicBezTo>
                        <a:pt x="129331" y="29283"/>
                        <a:pt x="100049" y="0"/>
                        <a:pt x="64665" y="0"/>
                      </a:cubicBezTo>
                      <a:cubicBezTo>
                        <a:pt x="29282" y="0"/>
                        <a:pt x="0" y="29283"/>
                        <a:pt x="0" y="64666"/>
                      </a:cubicBezTo>
                      <a:lnTo>
                        <a:pt x="0" y="103709"/>
                      </a:lnTo>
                      <a:lnTo>
                        <a:pt x="129331" y="103709"/>
                      </a:lnTo>
                      <a:lnTo>
                        <a:pt x="129331" y="64666"/>
                      </a:lnTo>
                      <a:close/>
                    </a:path>
                  </a:pathLst>
                </a:custGeom>
                <a:solidFill>
                  <a:srgbClr val="5A99E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561" name="Google Shape;561;p56"/>
          <p:cNvGrpSpPr/>
          <p:nvPr/>
        </p:nvGrpSpPr>
        <p:grpSpPr>
          <a:xfrm>
            <a:off x="2798992" y="2710535"/>
            <a:ext cx="249262" cy="249262"/>
            <a:chOff x="3201867" y="2405735"/>
            <a:chExt cx="249262" cy="249262"/>
          </a:xfrm>
        </p:grpSpPr>
        <p:sp>
          <p:nvSpPr>
            <p:cNvPr id="562" name="Google Shape;562;p56"/>
            <p:cNvSpPr/>
            <p:nvPr/>
          </p:nvSpPr>
          <p:spPr>
            <a:xfrm>
              <a:off x="3209200" y="2413063"/>
              <a:ext cx="234600" cy="234600"/>
            </a:xfrm>
            <a:prstGeom prst="ellipse">
              <a:avLst/>
            </a:prstGeom>
            <a:solidFill>
              <a:srgbClr val="3526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63" name="Google Shape;563;p56"/>
            <p:cNvGrpSpPr/>
            <p:nvPr/>
          </p:nvGrpSpPr>
          <p:grpSpPr>
            <a:xfrm>
              <a:off x="3201867" y="2405735"/>
              <a:ext cx="249262" cy="249262"/>
              <a:chOff x="5356966" y="3829800"/>
              <a:chExt cx="240740" cy="240740"/>
            </a:xfrm>
          </p:grpSpPr>
          <p:sp>
            <p:nvSpPr>
              <p:cNvPr id="564" name="Google Shape;564;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6"/>
              <p:cNvSpPr/>
              <p:nvPr/>
            </p:nvSpPr>
            <p:spPr>
              <a:xfrm>
                <a:off x="5477316" y="3998939"/>
                <a:ext cx="36" cy="17719"/>
              </a:xfrm>
              <a:custGeom>
                <a:rect b="b" l="l" r="r" t="t"/>
                <a:pathLst>
                  <a:path extrusionOk="0" fill="none" h="491" w="1">
                    <a:moveTo>
                      <a:pt x="0" y="1"/>
                    </a:moveTo>
                    <a:lnTo>
                      <a:pt x="0" y="491"/>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6"/>
              <p:cNvSpPr/>
              <p:nvPr/>
            </p:nvSpPr>
            <p:spPr>
              <a:xfrm>
                <a:off x="5477316" y="3886168"/>
                <a:ext cx="36" cy="17719"/>
              </a:xfrm>
              <a:custGeom>
                <a:rect b="b" l="l" r="r" t="t"/>
                <a:pathLst>
                  <a:path extrusionOk="0" fill="none" h="491" w="1">
                    <a:moveTo>
                      <a:pt x="0" y="1"/>
                    </a:moveTo>
                    <a:lnTo>
                      <a:pt x="0" y="49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3526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8" name="Google Shape;568;p56"/>
          <p:cNvGrpSpPr/>
          <p:nvPr/>
        </p:nvGrpSpPr>
        <p:grpSpPr>
          <a:xfrm>
            <a:off x="3096992" y="2710535"/>
            <a:ext cx="249262" cy="249262"/>
            <a:chOff x="3201867" y="2405735"/>
            <a:chExt cx="249262" cy="249262"/>
          </a:xfrm>
        </p:grpSpPr>
        <p:sp>
          <p:nvSpPr>
            <p:cNvPr id="569" name="Google Shape;569;p56"/>
            <p:cNvSpPr/>
            <p:nvPr/>
          </p:nvSpPr>
          <p:spPr>
            <a:xfrm>
              <a:off x="3209200" y="2413063"/>
              <a:ext cx="234600" cy="234600"/>
            </a:xfrm>
            <a:prstGeom prst="ellipse">
              <a:avLst/>
            </a:prstGeom>
            <a:solidFill>
              <a:srgbClr val="3526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70" name="Google Shape;570;p56"/>
            <p:cNvGrpSpPr/>
            <p:nvPr/>
          </p:nvGrpSpPr>
          <p:grpSpPr>
            <a:xfrm>
              <a:off x="3201867" y="2405735"/>
              <a:ext cx="249262" cy="249262"/>
              <a:chOff x="5356966" y="3829800"/>
              <a:chExt cx="240740" cy="240740"/>
            </a:xfrm>
          </p:grpSpPr>
          <p:sp>
            <p:nvSpPr>
              <p:cNvPr id="571" name="Google Shape;571;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6"/>
              <p:cNvSpPr/>
              <p:nvPr/>
            </p:nvSpPr>
            <p:spPr>
              <a:xfrm>
                <a:off x="5477316" y="3998939"/>
                <a:ext cx="36" cy="17719"/>
              </a:xfrm>
              <a:custGeom>
                <a:rect b="b" l="l" r="r" t="t"/>
                <a:pathLst>
                  <a:path extrusionOk="0" fill="none" h="491" w="1">
                    <a:moveTo>
                      <a:pt x="0" y="1"/>
                    </a:moveTo>
                    <a:lnTo>
                      <a:pt x="0" y="491"/>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6"/>
              <p:cNvSpPr/>
              <p:nvPr/>
            </p:nvSpPr>
            <p:spPr>
              <a:xfrm>
                <a:off x="5477316" y="3886168"/>
                <a:ext cx="36" cy="17719"/>
              </a:xfrm>
              <a:custGeom>
                <a:rect b="b" l="l" r="r" t="t"/>
                <a:pathLst>
                  <a:path extrusionOk="0" fill="none" h="491" w="1">
                    <a:moveTo>
                      <a:pt x="0" y="1"/>
                    </a:moveTo>
                    <a:lnTo>
                      <a:pt x="0" y="49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3526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5" name="Google Shape;575;p56"/>
          <p:cNvGrpSpPr/>
          <p:nvPr/>
        </p:nvGrpSpPr>
        <p:grpSpPr>
          <a:xfrm>
            <a:off x="3394992" y="2710535"/>
            <a:ext cx="249262" cy="249262"/>
            <a:chOff x="3201867" y="2405735"/>
            <a:chExt cx="249262" cy="249262"/>
          </a:xfrm>
        </p:grpSpPr>
        <p:sp>
          <p:nvSpPr>
            <p:cNvPr id="576" name="Google Shape;576;p56"/>
            <p:cNvSpPr/>
            <p:nvPr/>
          </p:nvSpPr>
          <p:spPr>
            <a:xfrm>
              <a:off x="3209200" y="2413063"/>
              <a:ext cx="234600" cy="234600"/>
            </a:xfrm>
            <a:prstGeom prst="ellipse">
              <a:avLst/>
            </a:prstGeom>
            <a:solidFill>
              <a:srgbClr val="3526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77" name="Google Shape;577;p56"/>
            <p:cNvGrpSpPr/>
            <p:nvPr/>
          </p:nvGrpSpPr>
          <p:grpSpPr>
            <a:xfrm>
              <a:off x="3201867" y="2405735"/>
              <a:ext cx="249262" cy="249262"/>
              <a:chOff x="5356966" y="3829800"/>
              <a:chExt cx="240740" cy="240740"/>
            </a:xfrm>
          </p:grpSpPr>
          <p:sp>
            <p:nvSpPr>
              <p:cNvPr id="578" name="Google Shape;578;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6"/>
              <p:cNvSpPr/>
              <p:nvPr/>
            </p:nvSpPr>
            <p:spPr>
              <a:xfrm>
                <a:off x="5477316" y="3998939"/>
                <a:ext cx="36" cy="17719"/>
              </a:xfrm>
              <a:custGeom>
                <a:rect b="b" l="l" r="r" t="t"/>
                <a:pathLst>
                  <a:path extrusionOk="0" fill="none" h="491" w="1">
                    <a:moveTo>
                      <a:pt x="0" y="1"/>
                    </a:moveTo>
                    <a:lnTo>
                      <a:pt x="0" y="491"/>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56"/>
              <p:cNvSpPr/>
              <p:nvPr/>
            </p:nvSpPr>
            <p:spPr>
              <a:xfrm>
                <a:off x="5477316" y="3886168"/>
                <a:ext cx="36" cy="17719"/>
              </a:xfrm>
              <a:custGeom>
                <a:rect b="b" l="l" r="r" t="t"/>
                <a:pathLst>
                  <a:path extrusionOk="0" fill="none" h="491" w="1">
                    <a:moveTo>
                      <a:pt x="0" y="1"/>
                    </a:moveTo>
                    <a:lnTo>
                      <a:pt x="0" y="49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3526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2" name="Google Shape;582;p56"/>
          <p:cNvGrpSpPr/>
          <p:nvPr/>
        </p:nvGrpSpPr>
        <p:grpSpPr>
          <a:xfrm>
            <a:off x="3692992" y="2710535"/>
            <a:ext cx="249262" cy="249262"/>
            <a:chOff x="3201867" y="2405735"/>
            <a:chExt cx="249262" cy="249262"/>
          </a:xfrm>
        </p:grpSpPr>
        <p:sp>
          <p:nvSpPr>
            <p:cNvPr id="583" name="Google Shape;583;p56"/>
            <p:cNvSpPr/>
            <p:nvPr/>
          </p:nvSpPr>
          <p:spPr>
            <a:xfrm>
              <a:off x="3209200" y="2413063"/>
              <a:ext cx="234600" cy="234600"/>
            </a:xfrm>
            <a:prstGeom prst="ellipse">
              <a:avLst/>
            </a:prstGeom>
            <a:solidFill>
              <a:srgbClr val="3526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84" name="Google Shape;584;p56"/>
            <p:cNvGrpSpPr/>
            <p:nvPr/>
          </p:nvGrpSpPr>
          <p:grpSpPr>
            <a:xfrm>
              <a:off x="3201867" y="2405735"/>
              <a:ext cx="249262" cy="249262"/>
              <a:chOff x="5356966" y="3829800"/>
              <a:chExt cx="240740" cy="240740"/>
            </a:xfrm>
          </p:grpSpPr>
          <p:sp>
            <p:nvSpPr>
              <p:cNvPr id="585" name="Google Shape;585;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6"/>
              <p:cNvSpPr/>
              <p:nvPr/>
            </p:nvSpPr>
            <p:spPr>
              <a:xfrm>
                <a:off x="5477316" y="3998939"/>
                <a:ext cx="36" cy="17719"/>
              </a:xfrm>
              <a:custGeom>
                <a:rect b="b" l="l" r="r" t="t"/>
                <a:pathLst>
                  <a:path extrusionOk="0" fill="none" h="491" w="1">
                    <a:moveTo>
                      <a:pt x="0" y="1"/>
                    </a:moveTo>
                    <a:lnTo>
                      <a:pt x="0" y="491"/>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6"/>
              <p:cNvSpPr/>
              <p:nvPr/>
            </p:nvSpPr>
            <p:spPr>
              <a:xfrm>
                <a:off x="5477316" y="3886168"/>
                <a:ext cx="36" cy="17719"/>
              </a:xfrm>
              <a:custGeom>
                <a:rect b="b" l="l" r="r" t="t"/>
                <a:pathLst>
                  <a:path extrusionOk="0" fill="none" h="491" w="1">
                    <a:moveTo>
                      <a:pt x="0" y="1"/>
                    </a:moveTo>
                    <a:lnTo>
                      <a:pt x="0" y="49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3526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9" name="Google Shape;589;p56"/>
          <p:cNvGrpSpPr/>
          <p:nvPr/>
        </p:nvGrpSpPr>
        <p:grpSpPr>
          <a:xfrm>
            <a:off x="3990992" y="2710535"/>
            <a:ext cx="249262" cy="249262"/>
            <a:chOff x="3201867" y="2405735"/>
            <a:chExt cx="249262" cy="249262"/>
          </a:xfrm>
        </p:grpSpPr>
        <p:sp>
          <p:nvSpPr>
            <p:cNvPr id="590" name="Google Shape;590;p56"/>
            <p:cNvSpPr/>
            <p:nvPr/>
          </p:nvSpPr>
          <p:spPr>
            <a:xfrm>
              <a:off x="3209200" y="2413063"/>
              <a:ext cx="234600" cy="234600"/>
            </a:xfrm>
            <a:prstGeom prst="ellipse">
              <a:avLst/>
            </a:prstGeom>
            <a:solidFill>
              <a:srgbClr val="3526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91" name="Google Shape;591;p56"/>
            <p:cNvGrpSpPr/>
            <p:nvPr/>
          </p:nvGrpSpPr>
          <p:grpSpPr>
            <a:xfrm>
              <a:off x="3201867" y="2405735"/>
              <a:ext cx="249262" cy="249262"/>
              <a:chOff x="5356966" y="3829800"/>
              <a:chExt cx="240740" cy="240740"/>
            </a:xfrm>
          </p:grpSpPr>
          <p:sp>
            <p:nvSpPr>
              <p:cNvPr id="592" name="Google Shape;592;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6"/>
              <p:cNvSpPr/>
              <p:nvPr/>
            </p:nvSpPr>
            <p:spPr>
              <a:xfrm>
                <a:off x="5477316" y="3998939"/>
                <a:ext cx="36" cy="17719"/>
              </a:xfrm>
              <a:custGeom>
                <a:rect b="b" l="l" r="r" t="t"/>
                <a:pathLst>
                  <a:path extrusionOk="0" fill="none" h="491" w="1">
                    <a:moveTo>
                      <a:pt x="0" y="1"/>
                    </a:moveTo>
                    <a:lnTo>
                      <a:pt x="0" y="491"/>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6"/>
              <p:cNvSpPr/>
              <p:nvPr/>
            </p:nvSpPr>
            <p:spPr>
              <a:xfrm>
                <a:off x="5477316" y="3886168"/>
                <a:ext cx="36" cy="17719"/>
              </a:xfrm>
              <a:custGeom>
                <a:rect b="b" l="l" r="r" t="t"/>
                <a:pathLst>
                  <a:path extrusionOk="0" fill="none" h="491" w="1">
                    <a:moveTo>
                      <a:pt x="0" y="1"/>
                    </a:moveTo>
                    <a:lnTo>
                      <a:pt x="0" y="490"/>
                    </a:lnTo>
                  </a:path>
                </a:pathLst>
              </a:custGeom>
              <a:solidFill>
                <a:srgbClr val="352694"/>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3526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96" name="Google Shape;596;p56"/>
          <p:cNvGrpSpPr/>
          <p:nvPr/>
        </p:nvGrpSpPr>
        <p:grpSpPr>
          <a:xfrm>
            <a:off x="4288992" y="2710535"/>
            <a:ext cx="249262" cy="249262"/>
            <a:chOff x="3201867" y="2405735"/>
            <a:chExt cx="249262" cy="249262"/>
          </a:xfrm>
        </p:grpSpPr>
        <p:sp>
          <p:nvSpPr>
            <p:cNvPr id="597" name="Google Shape;597;p56"/>
            <p:cNvSpPr/>
            <p:nvPr/>
          </p:nvSpPr>
          <p:spPr>
            <a:xfrm>
              <a:off x="3209200" y="2413063"/>
              <a:ext cx="234600" cy="2346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98" name="Google Shape;598;p56"/>
            <p:cNvGrpSpPr/>
            <p:nvPr/>
          </p:nvGrpSpPr>
          <p:grpSpPr>
            <a:xfrm>
              <a:off x="3201867" y="2405735"/>
              <a:ext cx="249262" cy="249262"/>
              <a:chOff x="5356966" y="3829800"/>
              <a:chExt cx="240740" cy="240740"/>
            </a:xfrm>
          </p:grpSpPr>
          <p:sp>
            <p:nvSpPr>
              <p:cNvPr id="599" name="Google Shape;599;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6"/>
              <p:cNvSpPr/>
              <p:nvPr/>
            </p:nvSpPr>
            <p:spPr>
              <a:xfrm>
                <a:off x="5477316" y="3998939"/>
                <a:ext cx="36" cy="17719"/>
              </a:xfrm>
              <a:custGeom>
                <a:rect b="b" l="l" r="r" t="t"/>
                <a:pathLst>
                  <a:path extrusionOk="0" fill="none" h="491" w="1">
                    <a:moveTo>
                      <a:pt x="0" y="1"/>
                    </a:moveTo>
                    <a:lnTo>
                      <a:pt x="0" y="491"/>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6"/>
              <p:cNvSpPr/>
              <p:nvPr/>
            </p:nvSpPr>
            <p:spPr>
              <a:xfrm>
                <a:off x="5477316" y="3886168"/>
                <a:ext cx="36" cy="17719"/>
              </a:xfrm>
              <a:custGeom>
                <a:rect b="b" l="l" r="r" t="t"/>
                <a:pathLst>
                  <a:path extrusionOk="0" fill="none" h="491" w="1">
                    <a:moveTo>
                      <a:pt x="0" y="1"/>
                    </a:moveTo>
                    <a:lnTo>
                      <a:pt x="0" y="49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3" name="Google Shape;603;p56"/>
          <p:cNvGrpSpPr/>
          <p:nvPr/>
        </p:nvGrpSpPr>
        <p:grpSpPr>
          <a:xfrm>
            <a:off x="4586992" y="2710535"/>
            <a:ext cx="249262" cy="249262"/>
            <a:chOff x="3201867" y="2405735"/>
            <a:chExt cx="249262" cy="249262"/>
          </a:xfrm>
        </p:grpSpPr>
        <p:sp>
          <p:nvSpPr>
            <p:cNvPr id="604" name="Google Shape;604;p56"/>
            <p:cNvSpPr/>
            <p:nvPr/>
          </p:nvSpPr>
          <p:spPr>
            <a:xfrm>
              <a:off x="3209200" y="2413063"/>
              <a:ext cx="234600" cy="2346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05" name="Google Shape;605;p56"/>
            <p:cNvGrpSpPr/>
            <p:nvPr/>
          </p:nvGrpSpPr>
          <p:grpSpPr>
            <a:xfrm>
              <a:off x="3201867" y="2405735"/>
              <a:ext cx="249262" cy="249262"/>
              <a:chOff x="5356966" y="3829800"/>
              <a:chExt cx="240740" cy="240740"/>
            </a:xfrm>
          </p:grpSpPr>
          <p:sp>
            <p:nvSpPr>
              <p:cNvPr id="606" name="Google Shape;606;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6"/>
              <p:cNvSpPr/>
              <p:nvPr/>
            </p:nvSpPr>
            <p:spPr>
              <a:xfrm>
                <a:off x="5477316" y="3998939"/>
                <a:ext cx="36" cy="17719"/>
              </a:xfrm>
              <a:custGeom>
                <a:rect b="b" l="l" r="r" t="t"/>
                <a:pathLst>
                  <a:path extrusionOk="0" fill="none" h="491" w="1">
                    <a:moveTo>
                      <a:pt x="0" y="1"/>
                    </a:moveTo>
                    <a:lnTo>
                      <a:pt x="0" y="491"/>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6"/>
              <p:cNvSpPr/>
              <p:nvPr/>
            </p:nvSpPr>
            <p:spPr>
              <a:xfrm>
                <a:off x="5477316" y="3886168"/>
                <a:ext cx="36" cy="17719"/>
              </a:xfrm>
              <a:custGeom>
                <a:rect b="b" l="l" r="r" t="t"/>
                <a:pathLst>
                  <a:path extrusionOk="0" fill="none" h="491" w="1">
                    <a:moveTo>
                      <a:pt x="0" y="1"/>
                    </a:moveTo>
                    <a:lnTo>
                      <a:pt x="0" y="49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0" name="Google Shape;610;p56"/>
          <p:cNvGrpSpPr/>
          <p:nvPr/>
        </p:nvGrpSpPr>
        <p:grpSpPr>
          <a:xfrm>
            <a:off x="4884992" y="2710535"/>
            <a:ext cx="249262" cy="249262"/>
            <a:chOff x="3201867" y="2405735"/>
            <a:chExt cx="249262" cy="249262"/>
          </a:xfrm>
        </p:grpSpPr>
        <p:sp>
          <p:nvSpPr>
            <p:cNvPr id="611" name="Google Shape;611;p56"/>
            <p:cNvSpPr/>
            <p:nvPr/>
          </p:nvSpPr>
          <p:spPr>
            <a:xfrm>
              <a:off x="3209200" y="2413063"/>
              <a:ext cx="234600" cy="2346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12" name="Google Shape;612;p56"/>
            <p:cNvGrpSpPr/>
            <p:nvPr/>
          </p:nvGrpSpPr>
          <p:grpSpPr>
            <a:xfrm>
              <a:off x="3201867" y="2405735"/>
              <a:ext cx="249262" cy="249262"/>
              <a:chOff x="5356966" y="3829800"/>
              <a:chExt cx="240740" cy="240740"/>
            </a:xfrm>
          </p:grpSpPr>
          <p:sp>
            <p:nvSpPr>
              <p:cNvPr id="613" name="Google Shape;613;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6"/>
              <p:cNvSpPr/>
              <p:nvPr/>
            </p:nvSpPr>
            <p:spPr>
              <a:xfrm>
                <a:off x="5477316" y="3998939"/>
                <a:ext cx="36" cy="17719"/>
              </a:xfrm>
              <a:custGeom>
                <a:rect b="b" l="l" r="r" t="t"/>
                <a:pathLst>
                  <a:path extrusionOk="0" fill="none" h="491" w="1">
                    <a:moveTo>
                      <a:pt x="0" y="1"/>
                    </a:moveTo>
                    <a:lnTo>
                      <a:pt x="0" y="491"/>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56"/>
              <p:cNvSpPr/>
              <p:nvPr/>
            </p:nvSpPr>
            <p:spPr>
              <a:xfrm>
                <a:off x="5477316" y="3886168"/>
                <a:ext cx="36" cy="17719"/>
              </a:xfrm>
              <a:custGeom>
                <a:rect b="b" l="l" r="r" t="t"/>
                <a:pathLst>
                  <a:path extrusionOk="0" fill="none" h="491" w="1">
                    <a:moveTo>
                      <a:pt x="0" y="1"/>
                    </a:moveTo>
                    <a:lnTo>
                      <a:pt x="0" y="49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7" name="Google Shape;617;p56"/>
          <p:cNvGrpSpPr/>
          <p:nvPr/>
        </p:nvGrpSpPr>
        <p:grpSpPr>
          <a:xfrm>
            <a:off x="5182992" y="2710535"/>
            <a:ext cx="249262" cy="249262"/>
            <a:chOff x="3201867" y="2405735"/>
            <a:chExt cx="249262" cy="249262"/>
          </a:xfrm>
        </p:grpSpPr>
        <p:sp>
          <p:nvSpPr>
            <p:cNvPr id="618" name="Google Shape;618;p56"/>
            <p:cNvSpPr/>
            <p:nvPr/>
          </p:nvSpPr>
          <p:spPr>
            <a:xfrm>
              <a:off x="3209200" y="2413063"/>
              <a:ext cx="234600" cy="2346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19" name="Google Shape;619;p56"/>
            <p:cNvGrpSpPr/>
            <p:nvPr/>
          </p:nvGrpSpPr>
          <p:grpSpPr>
            <a:xfrm>
              <a:off x="3201867" y="2405735"/>
              <a:ext cx="249262" cy="249262"/>
              <a:chOff x="5356966" y="3829800"/>
              <a:chExt cx="240740" cy="240740"/>
            </a:xfrm>
          </p:grpSpPr>
          <p:sp>
            <p:nvSpPr>
              <p:cNvPr id="620" name="Google Shape;620;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6"/>
              <p:cNvSpPr/>
              <p:nvPr/>
            </p:nvSpPr>
            <p:spPr>
              <a:xfrm>
                <a:off x="5477316" y="3998939"/>
                <a:ext cx="36" cy="17719"/>
              </a:xfrm>
              <a:custGeom>
                <a:rect b="b" l="l" r="r" t="t"/>
                <a:pathLst>
                  <a:path extrusionOk="0" fill="none" h="491" w="1">
                    <a:moveTo>
                      <a:pt x="0" y="1"/>
                    </a:moveTo>
                    <a:lnTo>
                      <a:pt x="0" y="491"/>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6"/>
              <p:cNvSpPr/>
              <p:nvPr/>
            </p:nvSpPr>
            <p:spPr>
              <a:xfrm>
                <a:off x="5477316" y="3886168"/>
                <a:ext cx="36" cy="17719"/>
              </a:xfrm>
              <a:custGeom>
                <a:rect b="b" l="l" r="r" t="t"/>
                <a:pathLst>
                  <a:path extrusionOk="0" fill="none" h="491" w="1">
                    <a:moveTo>
                      <a:pt x="0" y="1"/>
                    </a:moveTo>
                    <a:lnTo>
                      <a:pt x="0" y="49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4" name="Google Shape;624;p56"/>
          <p:cNvGrpSpPr/>
          <p:nvPr/>
        </p:nvGrpSpPr>
        <p:grpSpPr>
          <a:xfrm>
            <a:off x="5480992" y="2710535"/>
            <a:ext cx="249262" cy="249262"/>
            <a:chOff x="3201867" y="2405735"/>
            <a:chExt cx="249262" cy="249262"/>
          </a:xfrm>
        </p:grpSpPr>
        <p:sp>
          <p:nvSpPr>
            <p:cNvPr id="625" name="Google Shape;625;p56"/>
            <p:cNvSpPr/>
            <p:nvPr/>
          </p:nvSpPr>
          <p:spPr>
            <a:xfrm>
              <a:off x="3209200" y="2413063"/>
              <a:ext cx="234600" cy="2346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26" name="Google Shape;626;p56"/>
            <p:cNvGrpSpPr/>
            <p:nvPr/>
          </p:nvGrpSpPr>
          <p:grpSpPr>
            <a:xfrm>
              <a:off x="3201867" y="2405735"/>
              <a:ext cx="249262" cy="249262"/>
              <a:chOff x="5356966" y="3829800"/>
              <a:chExt cx="240740" cy="240740"/>
            </a:xfrm>
          </p:grpSpPr>
          <p:sp>
            <p:nvSpPr>
              <p:cNvPr id="627" name="Google Shape;627;p56"/>
              <p:cNvSpPr/>
              <p:nvPr/>
            </p:nvSpPr>
            <p:spPr>
              <a:xfrm>
                <a:off x="5447003" y="3903850"/>
                <a:ext cx="62323" cy="95127"/>
              </a:xfrm>
              <a:custGeom>
                <a:rect b="b" l="l" r="r" t="t"/>
                <a:pathLst>
                  <a:path extrusionOk="0" fill="none" h="2636" w="1727">
                    <a:moveTo>
                      <a:pt x="1" y="2216"/>
                    </a:moveTo>
                    <a:lnTo>
                      <a:pt x="1" y="2216"/>
                    </a:lnTo>
                    <a:lnTo>
                      <a:pt x="94" y="2356"/>
                    </a:lnTo>
                    <a:lnTo>
                      <a:pt x="164" y="2426"/>
                    </a:lnTo>
                    <a:lnTo>
                      <a:pt x="257" y="2496"/>
                    </a:lnTo>
                    <a:lnTo>
                      <a:pt x="374" y="2566"/>
                    </a:lnTo>
                    <a:lnTo>
                      <a:pt x="490" y="2613"/>
                    </a:lnTo>
                    <a:lnTo>
                      <a:pt x="654" y="2636"/>
                    </a:lnTo>
                    <a:lnTo>
                      <a:pt x="840" y="2636"/>
                    </a:lnTo>
                    <a:lnTo>
                      <a:pt x="840" y="2636"/>
                    </a:lnTo>
                    <a:lnTo>
                      <a:pt x="1120" y="2636"/>
                    </a:lnTo>
                    <a:lnTo>
                      <a:pt x="1353" y="2566"/>
                    </a:lnTo>
                    <a:lnTo>
                      <a:pt x="1517" y="2473"/>
                    </a:lnTo>
                    <a:lnTo>
                      <a:pt x="1610" y="2379"/>
                    </a:lnTo>
                    <a:lnTo>
                      <a:pt x="1680" y="2286"/>
                    </a:lnTo>
                    <a:lnTo>
                      <a:pt x="1726" y="2169"/>
                    </a:lnTo>
                    <a:lnTo>
                      <a:pt x="1726" y="2030"/>
                    </a:lnTo>
                    <a:lnTo>
                      <a:pt x="1726" y="2030"/>
                    </a:lnTo>
                    <a:lnTo>
                      <a:pt x="1726" y="1890"/>
                    </a:lnTo>
                    <a:lnTo>
                      <a:pt x="1680" y="1773"/>
                    </a:lnTo>
                    <a:lnTo>
                      <a:pt x="1633" y="1656"/>
                    </a:lnTo>
                    <a:lnTo>
                      <a:pt x="1517" y="1540"/>
                    </a:lnTo>
                    <a:lnTo>
                      <a:pt x="1353" y="1423"/>
                    </a:lnTo>
                    <a:lnTo>
                      <a:pt x="1143" y="1353"/>
                    </a:lnTo>
                    <a:lnTo>
                      <a:pt x="840" y="1283"/>
                    </a:lnTo>
                    <a:lnTo>
                      <a:pt x="840" y="1283"/>
                    </a:lnTo>
                    <a:lnTo>
                      <a:pt x="537" y="1237"/>
                    </a:lnTo>
                    <a:lnTo>
                      <a:pt x="327" y="1143"/>
                    </a:lnTo>
                    <a:lnTo>
                      <a:pt x="164" y="1050"/>
                    </a:lnTo>
                    <a:lnTo>
                      <a:pt x="71" y="933"/>
                    </a:lnTo>
                    <a:lnTo>
                      <a:pt x="24" y="840"/>
                    </a:lnTo>
                    <a:lnTo>
                      <a:pt x="1" y="747"/>
                    </a:lnTo>
                    <a:lnTo>
                      <a:pt x="1" y="607"/>
                    </a:lnTo>
                    <a:lnTo>
                      <a:pt x="1" y="607"/>
                    </a:lnTo>
                    <a:lnTo>
                      <a:pt x="24" y="467"/>
                    </a:lnTo>
                    <a:lnTo>
                      <a:pt x="47" y="374"/>
                    </a:lnTo>
                    <a:lnTo>
                      <a:pt x="117" y="257"/>
                    </a:lnTo>
                    <a:lnTo>
                      <a:pt x="211" y="164"/>
                    </a:lnTo>
                    <a:lnTo>
                      <a:pt x="374" y="70"/>
                    </a:lnTo>
                    <a:lnTo>
                      <a:pt x="560" y="24"/>
                    </a:lnTo>
                    <a:lnTo>
                      <a:pt x="840" y="0"/>
                    </a:lnTo>
                    <a:lnTo>
                      <a:pt x="840" y="0"/>
                    </a:lnTo>
                    <a:lnTo>
                      <a:pt x="1003" y="0"/>
                    </a:lnTo>
                    <a:lnTo>
                      <a:pt x="1143" y="24"/>
                    </a:lnTo>
                    <a:lnTo>
                      <a:pt x="1260" y="70"/>
                    </a:lnTo>
                    <a:lnTo>
                      <a:pt x="1353" y="117"/>
                    </a:lnTo>
                    <a:lnTo>
                      <a:pt x="1447" y="164"/>
                    </a:lnTo>
                    <a:lnTo>
                      <a:pt x="1517" y="210"/>
                    </a:lnTo>
                    <a:lnTo>
                      <a:pt x="1610" y="35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6"/>
              <p:cNvSpPr/>
              <p:nvPr/>
            </p:nvSpPr>
            <p:spPr>
              <a:xfrm>
                <a:off x="5477316" y="3998939"/>
                <a:ext cx="36" cy="17719"/>
              </a:xfrm>
              <a:custGeom>
                <a:rect b="b" l="l" r="r" t="t"/>
                <a:pathLst>
                  <a:path extrusionOk="0" fill="none" h="491" w="1">
                    <a:moveTo>
                      <a:pt x="0" y="1"/>
                    </a:moveTo>
                    <a:lnTo>
                      <a:pt x="0" y="491"/>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6"/>
              <p:cNvSpPr/>
              <p:nvPr/>
            </p:nvSpPr>
            <p:spPr>
              <a:xfrm>
                <a:off x="5477316" y="3886168"/>
                <a:ext cx="36" cy="17719"/>
              </a:xfrm>
              <a:custGeom>
                <a:rect b="b" l="l" r="r" t="t"/>
                <a:pathLst>
                  <a:path extrusionOk="0" fill="none" h="491" w="1">
                    <a:moveTo>
                      <a:pt x="0" y="1"/>
                    </a:moveTo>
                    <a:lnTo>
                      <a:pt x="0" y="490"/>
                    </a:lnTo>
                  </a:path>
                </a:pathLst>
              </a:custGeom>
              <a:solidFill>
                <a:srgbClr val="D9D9D9"/>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6"/>
              <p:cNvSpPr/>
              <p:nvPr/>
            </p:nvSpPr>
            <p:spPr>
              <a:xfrm>
                <a:off x="5356966" y="3829800"/>
                <a:ext cx="240740" cy="240740"/>
              </a:xfrm>
              <a:custGeom>
                <a:rect b="b" l="l" r="r" t="t"/>
                <a:pathLst>
                  <a:path extrusionOk="0" fill="none" h="6671" w="6671">
                    <a:moveTo>
                      <a:pt x="6670" y="3335"/>
                    </a:moveTo>
                    <a:lnTo>
                      <a:pt x="6670" y="3335"/>
                    </a:lnTo>
                    <a:lnTo>
                      <a:pt x="6647" y="3685"/>
                    </a:lnTo>
                    <a:lnTo>
                      <a:pt x="6600" y="4012"/>
                    </a:lnTo>
                    <a:lnTo>
                      <a:pt x="6507" y="4315"/>
                    </a:lnTo>
                    <a:lnTo>
                      <a:pt x="6390" y="4641"/>
                    </a:lnTo>
                    <a:lnTo>
                      <a:pt x="6251" y="4921"/>
                    </a:lnTo>
                    <a:lnTo>
                      <a:pt x="6087" y="5201"/>
                    </a:lnTo>
                    <a:lnTo>
                      <a:pt x="5901" y="5458"/>
                    </a:lnTo>
                    <a:lnTo>
                      <a:pt x="5691" y="5691"/>
                    </a:lnTo>
                    <a:lnTo>
                      <a:pt x="5458" y="5901"/>
                    </a:lnTo>
                    <a:lnTo>
                      <a:pt x="5201" y="6087"/>
                    </a:lnTo>
                    <a:lnTo>
                      <a:pt x="4921" y="6251"/>
                    </a:lnTo>
                    <a:lnTo>
                      <a:pt x="4618" y="6390"/>
                    </a:lnTo>
                    <a:lnTo>
                      <a:pt x="4315" y="6507"/>
                    </a:lnTo>
                    <a:lnTo>
                      <a:pt x="4012" y="6600"/>
                    </a:lnTo>
                    <a:lnTo>
                      <a:pt x="3662" y="6647"/>
                    </a:lnTo>
                    <a:lnTo>
                      <a:pt x="3335" y="6670"/>
                    </a:lnTo>
                    <a:lnTo>
                      <a:pt x="3335" y="6670"/>
                    </a:lnTo>
                    <a:lnTo>
                      <a:pt x="2985" y="6647"/>
                    </a:lnTo>
                    <a:lnTo>
                      <a:pt x="2659" y="6600"/>
                    </a:lnTo>
                    <a:lnTo>
                      <a:pt x="2332" y="6507"/>
                    </a:lnTo>
                    <a:lnTo>
                      <a:pt x="2029" y="6390"/>
                    </a:lnTo>
                    <a:lnTo>
                      <a:pt x="1749" y="6251"/>
                    </a:lnTo>
                    <a:lnTo>
                      <a:pt x="1469" y="6087"/>
                    </a:lnTo>
                    <a:lnTo>
                      <a:pt x="1213" y="5901"/>
                    </a:lnTo>
                    <a:lnTo>
                      <a:pt x="980" y="5691"/>
                    </a:lnTo>
                    <a:lnTo>
                      <a:pt x="770" y="5458"/>
                    </a:lnTo>
                    <a:lnTo>
                      <a:pt x="560" y="5201"/>
                    </a:lnTo>
                    <a:lnTo>
                      <a:pt x="397" y="4921"/>
                    </a:lnTo>
                    <a:lnTo>
                      <a:pt x="257" y="4641"/>
                    </a:lnTo>
                    <a:lnTo>
                      <a:pt x="140" y="4315"/>
                    </a:lnTo>
                    <a:lnTo>
                      <a:pt x="70" y="4012"/>
                    </a:lnTo>
                    <a:lnTo>
                      <a:pt x="23" y="3685"/>
                    </a:lnTo>
                    <a:lnTo>
                      <a:pt x="0" y="3335"/>
                    </a:lnTo>
                    <a:lnTo>
                      <a:pt x="0" y="3335"/>
                    </a:lnTo>
                    <a:lnTo>
                      <a:pt x="23" y="2985"/>
                    </a:lnTo>
                    <a:lnTo>
                      <a:pt x="70" y="2659"/>
                    </a:lnTo>
                    <a:lnTo>
                      <a:pt x="140" y="2356"/>
                    </a:lnTo>
                    <a:lnTo>
                      <a:pt x="257" y="2029"/>
                    </a:lnTo>
                    <a:lnTo>
                      <a:pt x="397" y="1749"/>
                    </a:lnTo>
                    <a:lnTo>
                      <a:pt x="560" y="1469"/>
                    </a:lnTo>
                    <a:lnTo>
                      <a:pt x="770" y="1213"/>
                    </a:lnTo>
                    <a:lnTo>
                      <a:pt x="980" y="980"/>
                    </a:lnTo>
                    <a:lnTo>
                      <a:pt x="1213" y="770"/>
                    </a:lnTo>
                    <a:lnTo>
                      <a:pt x="1469" y="583"/>
                    </a:lnTo>
                    <a:lnTo>
                      <a:pt x="1749" y="420"/>
                    </a:lnTo>
                    <a:lnTo>
                      <a:pt x="2029" y="280"/>
                    </a:lnTo>
                    <a:lnTo>
                      <a:pt x="2332" y="163"/>
                    </a:lnTo>
                    <a:lnTo>
                      <a:pt x="2659" y="70"/>
                    </a:lnTo>
                    <a:lnTo>
                      <a:pt x="2985" y="23"/>
                    </a:lnTo>
                    <a:lnTo>
                      <a:pt x="3335" y="0"/>
                    </a:lnTo>
                    <a:lnTo>
                      <a:pt x="3335" y="0"/>
                    </a:lnTo>
                    <a:lnTo>
                      <a:pt x="3662" y="23"/>
                    </a:lnTo>
                    <a:lnTo>
                      <a:pt x="4012" y="70"/>
                    </a:lnTo>
                    <a:lnTo>
                      <a:pt x="4315" y="163"/>
                    </a:lnTo>
                    <a:lnTo>
                      <a:pt x="4618" y="280"/>
                    </a:lnTo>
                    <a:lnTo>
                      <a:pt x="4921" y="420"/>
                    </a:lnTo>
                    <a:lnTo>
                      <a:pt x="5201" y="583"/>
                    </a:lnTo>
                    <a:lnTo>
                      <a:pt x="5458" y="770"/>
                    </a:lnTo>
                    <a:lnTo>
                      <a:pt x="5691" y="980"/>
                    </a:lnTo>
                    <a:lnTo>
                      <a:pt x="5901" y="1213"/>
                    </a:lnTo>
                    <a:lnTo>
                      <a:pt x="6087" y="1469"/>
                    </a:lnTo>
                    <a:lnTo>
                      <a:pt x="6251" y="1749"/>
                    </a:lnTo>
                    <a:lnTo>
                      <a:pt x="6390" y="2029"/>
                    </a:lnTo>
                    <a:lnTo>
                      <a:pt x="6507" y="2356"/>
                    </a:lnTo>
                    <a:lnTo>
                      <a:pt x="6600" y="2659"/>
                    </a:lnTo>
                    <a:lnTo>
                      <a:pt x="6647" y="2985"/>
                    </a:lnTo>
                    <a:lnTo>
                      <a:pt x="6670" y="3335"/>
                    </a:lnTo>
                    <a:lnTo>
                      <a:pt x="6670" y="3335"/>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1" name="Google Shape;631;p56"/>
          <p:cNvGrpSpPr/>
          <p:nvPr/>
        </p:nvGrpSpPr>
        <p:grpSpPr>
          <a:xfrm>
            <a:off x="2812286" y="4030159"/>
            <a:ext cx="162656" cy="315745"/>
            <a:chOff x="2988775" y="1222846"/>
            <a:chExt cx="207417" cy="402633"/>
          </a:xfrm>
        </p:grpSpPr>
        <p:sp>
          <p:nvSpPr>
            <p:cNvPr id="632" name="Google Shape;632;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6" name="Google Shape;636;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37" name="Google Shape;637;p56"/>
          <p:cNvSpPr/>
          <p:nvPr/>
        </p:nvSpPr>
        <p:spPr>
          <a:xfrm>
            <a:off x="2813075" y="4140050"/>
            <a:ext cx="31296" cy="60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38" name="Google Shape;638;p56"/>
          <p:cNvGrpSpPr/>
          <p:nvPr/>
        </p:nvGrpSpPr>
        <p:grpSpPr>
          <a:xfrm>
            <a:off x="3059505" y="4030159"/>
            <a:ext cx="162656" cy="315745"/>
            <a:chOff x="2988775" y="1222846"/>
            <a:chExt cx="207417" cy="402633"/>
          </a:xfrm>
        </p:grpSpPr>
        <p:sp>
          <p:nvSpPr>
            <p:cNvPr id="639" name="Google Shape;639;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2" name="Google Shape;642;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44" name="Google Shape;644;p56"/>
          <p:cNvSpPr/>
          <p:nvPr/>
        </p:nvSpPr>
        <p:spPr>
          <a:xfrm>
            <a:off x="3060434"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45" name="Google Shape;645;p56"/>
          <p:cNvGrpSpPr/>
          <p:nvPr/>
        </p:nvGrpSpPr>
        <p:grpSpPr>
          <a:xfrm>
            <a:off x="3306724" y="4030159"/>
            <a:ext cx="162656" cy="315745"/>
            <a:chOff x="2988775" y="1222846"/>
            <a:chExt cx="207417" cy="402633"/>
          </a:xfrm>
        </p:grpSpPr>
        <p:sp>
          <p:nvSpPr>
            <p:cNvPr id="646" name="Google Shape;646;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7" name="Google Shape;647;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8" name="Google Shape;648;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9" name="Google Shape;649;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51" name="Google Shape;651;p56"/>
          <p:cNvSpPr/>
          <p:nvPr/>
        </p:nvSpPr>
        <p:spPr>
          <a:xfrm>
            <a:off x="3307653"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52" name="Google Shape;652;p56"/>
          <p:cNvGrpSpPr/>
          <p:nvPr/>
        </p:nvGrpSpPr>
        <p:grpSpPr>
          <a:xfrm>
            <a:off x="3553943" y="4030159"/>
            <a:ext cx="162656" cy="315745"/>
            <a:chOff x="2988775" y="1222846"/>
            <a:chExt cx="207417" cy="402633"/>
          </a:xfrm>
        </p:grpSpPr>
        <p:sp>
          <p:nvSpPr>
            <p:cNvPr id="653" name="Google Shape;653;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4" name="Google Shape;654;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5" name="Google Shape;655;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6" name="Google Shape;656;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7" name="Google Shape;657;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58" name="Google Shape;658;p56"/>
          <p:cNvSpPr/>
          <p:nvPr/>
        </p:nvSpPr>
        <p:spPr>
          <a:xfrm>
            <a:off x="3554872"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59" name="Google Shape;659;p56"/>
          <p:cNvGrpSpPr/>
          <p:nvPr/>
        </p:nvGrpSpPr>
        <p:grpSpPr>
          <a:xfrm>
            <a:off x="3801162" y="4030159"/>
            <a:ext cx="162656" cy="315745"/>
            <a:chOff x="2988775" y="1222846"/>
            <a:chExt cx="207417" cy="402633"/>
          </a:xfrm>
        </p:grpSpPr>
        <p:sp>
          <p:nvSpPr>
            <p:cNvPr id="660" name="Google Shape;660;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65" name="Google Shape;665;p56"/>
          <p:cNvSpPr/>
          <p:nvPr/>
        </p:nvSpPr>
        <p:spPr>
          <a:xfrm>
            <a:off x="3802091"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66" name="Google Shape;666;p56"/>
          <p:cNvGrpSpPr/>
          <p:nvPr/>
        </p:nvGrpSpPr>
        <p:grpSpPr>
          <a:xfrm>
            <a:off x="4048381" y="4030159"/>
            <a:ext cx="162656" cy="315745"/>
            <a:chOff x="2988775" y="1222846"/>
            <a:chExt cx="207417" cy="402633"/>
          </a:xfrm>
        </p:grpSpPr>
        <p:sp>
          <p:nvSpPr>
            <p:cNvPr id="667" name="Google Shape;667;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8" name="Google Shape;668;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9" name="Google Shape;669;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0" name="Google Shape;670;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1" name="Google Shape;671;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72" name="Google Shape;672;p56"/>
          <p:cNvSpPr/>
          <p:nvPr/>
        </p:nvSpPr>
        <p:spPr>
          <a:xfrm>
            <a:off x="4049310"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73" name="Google Shape;673;p56"/>
          <p:cNvGrpSpPr/>
          <p:nvPr/>
        </p:nvGrpSpPr>
        <p:grpSpPr>
          <a:xfrm>
            <a:off x="4295600" y="4030159"/>
            <a:ext cx="162656" cy="315745"/>
            <a:chOff x="2988775" y="1222846"/>
            <a:chExt cx="207417" cy="402633"/>
          </a:xfrm>
        </p:grpSpPr>
        <p:sp>
          <p:nvSpPr>
            <p:cNvPr id="674" name="Google Shape;674;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5" name="Google Shape;675;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6" name="Google Shape;676;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79" name="Google Shape;679;p56"/>
          <p:cNvSpPr/>
          <p:nvPr/>
        </p:nvSpPr>
        <p:spPr>
          <a:xfrm>
            <a:off x="4296529"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80" name="Google Shape;680;p56"/>
          <p:cNvGrpSpPr/>
          <p:nvPr/>
        </p:nvGrpSpPr>
        <p:grpSpPr>
          <a:xfrm>
            <a:off x="4542819" y="4030159"/>
            <a:ext cx="162656" cy="315745"/>
            <a:chOff x="2988775" y="1222846"/>
            <a:chExt cx="207417" cy="402633"/>
          </a:xfrm>
        </p:grpSpPr>
        <p:sp>
          <p:nvSpPr>
            <p:cNvPr id="681" name="Google Shape;681;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2" name="Google Shape;682;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E01F6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3" name="Google Shape;683;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E01F6F"/>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4" name="Google Shape;684;p56"/>
            <p:cNvSpPr/>
            <p:nvPr/>
          </p:nvSpPr>
          <p:spPr>
            <a:xfrm>
              <a:off x="2989995" y="1369258"/>
              <a:ext cx="73206" cy="123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5" name="Google Shape;685;p56"/>
            <p:cNvSpPr/>
            <p:nvPr/>
          </p:nvSpPr>
          <p:spPr>
            <a:xfrm>
              <a:off x="2989995" y="1420502"/>
              <a:ext cx="122010" cy="12300"/>
            </a:xfrm>
            <a:custGeom>
              <a:rect b="b" l="l" r="r" t="t"/>
              <a:pathLst>
                <a:path extrusionOk="0" h="120000" w="122010">
                  <a:moveTo>
                    <a:pt x="0" y="0"/>
                  </a:moveTo>
                  <a:lnTo>
                    <a:pt x="129331"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86" name="Google Shape;686;p56"/>
          <p:cNvSpPr/>
          <p:nvPr/>
        </p:nvSpPr>
        <p:spPr>
          <a:xfrm>
            <a:off x="4543748"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87" name="Google Shape;687;p56"/>
          <p:cNvGrpSpPr/>
          <p:nvPr/>
        </p:nvGrpSpPr>
        <p:grpSpPr>
          <a:xfrm>
            <a:off x="4790038" y="4030159"/>
            <a:ext cx="162656" cy="315745"/>
            <a:chOff x="2988775" y="1222846"/>
            <a:chExt cx="207417" cy="402633"/>
          </a:xfrm>
        </p:grpSpPr>
        <p:sp>
          <p:nvSpPr>
            <p:cNvPr id="688" name="Google Shape;688;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D9D9D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9" name="Google Shape;689;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D9D9D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0" name="Google Shape;690;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D9D9D9"/>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56"/>
            <p:cNvSpPr/>
            <p:nvPr/>
          </p:nvSpPr>
          <p:spPr>
            <a:xfrm>
              <a:off x="2989995" y="1369258"/>
              <a:ext cx="73206" cy="12300"/>
            </a:xfrm>
            <a:custGeom>
              <a:rect b="b" l="l" r="r" t="t"/>
              <a:pathLst>
                <a:path extrusionOk="0" h="120000" w="73206">
                  <a:moveTo>
                    <a:pt x="0" y="0"/>
                  </a:moveTo>
                  <a:lnTo>
                    <a:pt x="78087" y="0"/>
                  </a:lnTo>
                </a:path>
              </a:pathLst>
            </a:custGeom>
            <a:solidFill>
              <a:srgbClr val="D9D9D9"/>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56"/>
            <p:cNvSpPr/>
            <p:nvPr/>
          </p:nvSpPr>
          <p:spPr>
            <a:xfrm>
              <a:off x="2989995" y="1420502"/>
              <a:ext cx="122010" cy="12300"/>
            </a:xfrm>
            <a:custGeom>
              <a:rect b="b" l="l" r="r" t="t"/>
              <a:pathLst>
                <a:path extrusionOk="0" h="120000" w="122010">
                  <a:moveTo>
                    <a:pt x="0" y="0"/>
                  </a:moveTo>
                  <a:lnTo>
                    <a:pt x="129331" y="0"/>
                  </a:lnTo>
                </a:path>
              </a:pathLst>
            </a:custGeom>
            <a:solidFill>
              <a:srgbClr val="D9D9D9"/>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93" name="Google Shape;693;p56"/>
          <p:cNvSpPr/>
          <p:nvPr/>
        </p:nvSpPr>
        <p:spPr>
          <a:xfrm>
            <a:off x="4790967" y="4104729"/>
            <a:ext cx="36603" cy="6900"/>
          </a:xfrm>
          <a:custGeom>
            <a:rect b="b" l="l" r="r" t="t"/>
            <a:pathLst>
              <a:path extrusionOk="0" h="120000" w="73206">
                <a:moveTo>
                  <a:pt x="0" y="0"/>
                </a:moveTo>
                <a:lnTo>
                  <a:pt x="78087" y="0"/>
                </a:lnTo>
              </a:path>
            </a:pathLst>
          </a:custGeom>
          <a:solidFill>
            <a:srgbClr val="E01F6F"/>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94" name="Google Shape;694;p56"/>
          <p:cNvGrpSpPr/>
          <p:nvPr/>
        </p:nvGrpSpPr>
        <p:grpSpPr>
          <a:xfrm>
            <a:off x="5037257" y="4030159"/>
            <a:ext cx="162656" cy="315745"/>
            <a:chOff x="2988775" y="1222846"/>
            <a:chExt cx="207417" cy="402633"/>
          </a:xfrm>
        </p:grpSpPr>
        <p:sp>
          <p:nvSpPr>
            <p:cNvPr id="695" name="Google Shape;695;p56"/>
            <p:cNvSpPr/>
            <p:nvPr/>
          </p:nvSpPr>
          <p:spPr>
            <a:xfrm>
              <a:off x="2988775" y="1222846"/>
              <a:ext cx="207417" cy="402633"/>
            </a:xfrm>
            <a:custGeom>
              <a:rect b="b" l="l" r="r" t="t"/>
              <a:pathLst>
                <a:path extrusionOk="0" h="402633" w="207417">
                  <a:moveTo>
                    <a:pt x="208638" y="392873"/>
                  </a:moveTo>
                  <a:cubicBezTo>
                    <a:pt x="208638" y="400194"/>
                    <a:pt x="202537" y="406294"/>
                    <a:pt x="195217" y="406294"/>
                  </a:cubicBezTo>
                  <a:lnTo>
                    <a:pt x="13421" y="406294"/>
                  </a:lnTo>
                  <a:cubicBezTo>
                    <a:pt x="6101" y="406294"/>
                    <a:pt x="0" y="400194"/>
                    <a:pt x="0" y="392873"/>
                  </a:cubicBezTo>
                  <a:lnTo>
                    <a:pt x="0" y="13421"/>
                  </a:lnTo>
                  <a:cubicBezTo>
                    <a:pt x="0" y="6101"/>
                    <a:pt x="6101" y="0"/>
                    <a:pt x="13421" y="0"/>
                  </a:cubicBezTo>
                  <a:cubicBezTo>
                    <a:pt x="15861" y="0"/>
                    <a:pt x="18302" y="1220"/>
                    <a:pt x="20742" y="2440"/>
                  </a:cubicBezTo>
                  <a:lnTo>
                    <a:pt x="208638" y="119570"/>
                  </a:lnTo>
                  <a:lnTo>
                    <a:pt x="208638" y="392873"/>
                  </a:lnTo>
                  <a:close/>
                </a:path>
              </a:pathLst>
            </a:custGeom>
            <a:solidFill>
              <a:srgbClr val="D9D9D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6" name="Google Shape;696;p56"/>
            <p:cNvSpPr/>
            <p:nvPr/>
          </p:nvSpPr>
          <p:spPr>
            <a:xfrm>
              <a:off x="3054777" y="1236046"/>
              <a:ext cx="122132" cy="77720"/>
            </a:xfrm>
            <a:custGeom>
              <a:rect b="b" l="l" r="r" t="t"/>
              <a:pathLst>
                <a:path extrusionOk="0" h="85407" w="134211">
                  <a:moveTo>
                    <a:pt x="140312" y="87847"/>
                  </a:moveTo>
                  <a:lnTo>
                    <a:pt x="140312" y="13421"/>
                  </a:lnTo>
                  <a:cubicBezTo>
                    <a:pt x="140312" y="6101"/>
                    <a:pt x="134211" y="0"/>
                    <a:pt x="126891" y="0"/>
                  </a:cubicBezTo>
                  <a:lnTo>
                    <a:pt x="0" y="0"/>
                  </a:lnTo>
                </a:path>
              </a:pathLst>
            </a:custGeom>
            <a:solidFill>
              <a:srgbClr val="D9D9D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56"/>
            <p:cNvSpPr/>
            <p:nvPr/>
          </p:nvSpPr>
          <p:spPr>
            <a:xfrm>
              <a:off x="3068082" y="1551053"/>
              <a:ext cx="48804" cy="73206"/>
            </a:xfrm>
            <a:custGeom>
              <a:rect b="b" l="l" r="r" t="t"/>
              <a:pathLst>
                <a:path extrusionOk="0" h="73206" w="48804">
                  <a:moveTo>
                    <a:pt x="51244" y="78087"/>
                  </a:moveTo>
                  <a:lnTo>
                    <a:pt x="51244" y="0"/>
                  </a:lnTo>
                  <a:lnTo>
                    <a:pt x="0" y="0"/>
                  </a:lnTo>
                  <a:lnTo>
                    <a:pt x="0" y="78087"/>
                  </a:lnTo>
                </a:path>
              </a:pathLst>
            </a:custGeom>
            <a:solidFill>
              <a:srgbClr val="D9D9D9"/>
            </a:solidFill>
            <a:ln cap="rnd"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56"/>
            <p:cNvSpPr/>
            <p:nvPr/>
          </p:nvSpPr>
          <p:spPr>
            <a:xfrm>
              <a:off x="2989995" y="1369258"/>
              <a:ext cx="73206" cy="12300"/>
            </a:xfrm>
            <a:custGeom>
              <a:rect b="b" l="l" r="r" t="t"/>
              <a:pathLst>
                <a:path extrusionOk="0" h="120000" w="73206">
                  <a:moveTo>
                    <a:pt x="0" y="0"/>
                  </a:moveTo>
                  <a:lnTo>
                    <a:pt x="78087" y="0"/>
                  </a:lnTo>
                </a:path>
              </a:pathLst>
            </a:custGeom>
            <a:solidFill>
              <a:srgbClr val="D9D9D9"/>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9" name="Google Shape;699;p56"/>
            <p:cNvSpPr/>
            <p:nvPr/>
          </p:nvSpPr>
          <p:spPr>
            <a:xfrm>
              <a:off x="2989995" y="1420502"/>
              <a:ext cx="122010" cy="12300"/>
            </a:xfrm>
            <a:custGeom>
              <a:rect b="b" l="l" r="r" t="t"/>
              <a:pathLst>
                <a:path extrusionOk="0" h="120000" w="122010">
                  <a:moveTo>
                    <a:pt x="0" y="0"/>
                  </a:moveTo>
                  <a:lnTo>
                    <a:pt x="129331" y="0"/>
                  </a:lnTo>
                </a:path>
              </a:pathLst>
            </a:custGeom>
            <a:solidFill>
              <a:srgbClr val="D9D9D9"/>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00" name="Google Shape;700;p56"/>
          <p:cNvSpPr/>
          <p:nvPr/>
        </p:nvSpPr>
        <p:spPr>
          <a:xfrm>
            <a:off x="5038186" y="4104729"/>
            <a:ext cx="36603" cy="6900"/>
          </a:xfrm>
          <a:custGeom>
            <a:rect b="b" l="l" r="r" t="t"/>
            <a:pathLst>
              <a:path extrusionOk="0" h="120000" w="73206">
                <a:moveTo>
                  <a:pt x="0" y="0"/>
                </a:moveTo>
                <a:lnTo>
                  <a:pt x="78087" y="0"/>
                </a:lnTo>
              </a:path>
            </a:pathLst>
          </a:custGeom>
          <a:solidFill>
            <a:srgbClr val="D9D9D9"/>
          </a:solidFill>
          <a:ln cap="rnd"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7"/>
          <p:cNvSpPr txBox="1"/>
          <p:nvPr/>
        </p:nvSpPr>
        <p:spPr>
          <a:xfrm>
            <a:off x="914600" y="1420775"/>
            <a:ext cx="5588700" cy="1662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accent1"/>
                </a:solidFill>
                <a:latin typeface="Lexend Medium"/>
                <a:ea typeface="Lexend Medium"/>
                <a:cs typeface="Lexend Medium"/>
                <a:sym typeface="Lexend Medium"/>
              </a:rPr>
              <a:t>Success is not final, failure is not fatal: it is the courage to continue that counts</a:t>
            </a:r>
            <a:endParaRPr i="1" sz="2400">
              <a:solidFill>
                <a:schemeClr val="accent1"/>
              </a:solidFill>
              <a:latin typeface="Lexend Medium"/>
              <a:ea typeface="Lexend Medium"/>
              <a:cs typeface="Lexend Medium"/>
              <a:sym typeface="Lexend Medium"/>
            </a:endParaRPr>
          </a:p>
        </p:txBody>
      </p:sp>
      <p:sp>
        <p:nvSpPr>
          <p:cNvPr id="707" name="Google Shape;707;p57"/>
          <p:cNvSpPr txBox="1"/>
          <p:nvPr/>
        </p:nvSpPr>
        <p:spPr>
          <a:xfrm>
            <a:off x="1586725" y="3542575"/>
            <a:ext cx="2445900" cy="4659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 sz="1200">
                <a:solidFill>
                  <a:schemeClr val="dk1"/>
                </a:solidFill>
                <a:latin typeface="Lexend Medium"/>
                <a:ea typeface="Lexend Medium"/>
                <a:cs typeface="Lexend Medium"/>
                <a:sym typeface="Lexend Medium"/>
              </a:rPr>
              <a:t>WINSTON CHURCHILL</a:t>
            </a:r>
            <a:endParaRPr sz="1200">
              <a:solidFill>
                <a:schemeClr val="dk1"/>
              </a:solidFill>
              <a:latin typeface="Lexend Medium"/>
              <a:ea typeface="Lexend Medium"/>
              <a:cs typeface="Lexend Medium"/>
              <a:sym typeface="Lexend Medium"/>
            </a:endParaRPr>
          </a:p>
          <a:p>
            <a:pPr indent="0" lvl="0" marL="0" rtl="0" algn="l">
              <a:lnSpc>
                <a:spcPct val="125000"/>
              </a:lnSpc>
              <a:spcBef>
                <a:spcPts val="0"/>
              </a:spcBef>
              <a:spcAft>
                <a:spcPts val="0"/>
              </a:spcAft>
              <a:buNone/>
            </a:pPr>
            <a:r>
              <a:rPr lang="en" sz="1100">
                <a:solidFill>
                  <a:schemeClr val="dk1"/>
                </a:solidFill>
                <a:latin typeface="Open Sans"/>
                <a:ea typeface="Open Sans"/>
                <a:cs typeface="Open Sans"/>
                <a:sym typeface="Open Sans"/>
              </a:rPr>
              <a:t>Title</a:t>
            </a:r>
            <a:endParaRPr sz="1100" u="sng">
              <a:solidFill>
                <a:srgbClr val="5A99E6"/>
              </a:solidFill>
              <a:latin typeface="Open Sans"/>
              <a:ea typeface="Open Sans"/>
              <a:cs typeface="Open Sans"/>
              <a:sym typeface="Open Sans"/>
            </a:endParaRPr>
          </a:p>
        </p:txBody>
      </p:sp>
      <p:pic>
        <p:nvPicPr>
          <p:cNvPr id="708" name="Google Shape;708;p57"/>
          <p:cNvPicPr preferRelativeResize="0"/>
          <p:nvPr/>
        </p:nvPicPr>
        <p:blipFill rotWithShape="1">
          <a:blip r:embed="rId3">
            <a:alphaModFix/>
          </a:blip>
          <a:srcRect b="12519" l="6264" r="6255" t="0"/>
          <a:stretch/>
        </p:blipFill>
        <p:spPr>
          <a:xfrm>
            <a:off x="1022125" y="3485825"/>
            <a:ext cx="522600" cy="522600"/>
          </a:xfrm>
          <a:prstGeom prst="ellipse">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8"/>
          <p:cNvSpPr txBox="1"/>
          <p:nvPr>
            <p:ph type="title"/>
          </p:nvPr>
        </p:nvSpPr>
        <p:spPr>
          <a:xfrm>
            <a:off x="603000" y="153050"/>
            <a:ext cx="6957300" cy="47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Title 2</a:t>
            </a:r>
            <a:endParaRPr/>
          </a:p>
        </p:txBody>
      </p:sp>
      <p:cxnSp>
        <p:nvCxnSpPr>
          <p:cNvPr id="715" name="Google Shape;715;p58"/>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716" name="Google Shape;716;p58"/>
          <p:cNvSpPr txBox="1"/>
          <p:nvPr/>
        </p:nvSpPr>
        <p:spPr>
          <a:xfrm>
            <a:off x="5290250" y="1304850"/>
            <a:ext cx="30162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
                <a:solidFill>
                  <a:schemeClr val="lt1"/>
                </a:solidFill>
                <a:latin typeface="Open Sans Medium"/>
                <a:ea typeface="Open Sans Medium"/>
                <a:cs typeface="Open Sans Medium"/>
                <a:sym typeface="Open Sans Medium"/>
              </a:rPr>
              <a:t>Tex for 5-7 lines</a:t>
            </a:r>
            <a:endParaRPr>
              <a:solidFill>
                <a:schemeClr val="lt1"/>
              </a:solidFill>
              <a:latin typeface="Open Sans Medium"/>
              <a:ea typeface="Open Sans Medium"/>
              <a:cs typeface="Open Sans Medium"/>
              <a:sym typeface="Open Sans Medium"/>
            </a:endParaRPr>
          </a:p>
        </p:txBody>
      </p:sp>
      <p:sp>
        <p:nvSpPr>
          <p:cNvPr id="717" name="Google Shape;717;p58"/>
          <p:cNvSpPr txBox="1"/>
          <p:nvPr/>
        </p:nvSpPr>
        <p:spPr>
          <a:xfrm>
            <a:off x="692450" y="1252275"/>
            <a:ext cx="3334200" cy="126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800">
                <a:solidFill>
                  <a:srgbClr val="5A99E6"/>
                </a:solidFill>
                <a:latin typeface="Lexend Medium"/>
                <a:ea typeface="Lexend Medium"/>
                <a:cs typeface="Lexend Medium"/>
                <a:sym typeface="Lexend Medium"/>
              </a:rPr>
              <a:t>Quote or short sentence </a:t>
            </a:r>
            <a:endParaRPr sz="2800">
              <a:solidFill>
                <a:srgbClr val="5A99E6"/>
              </a:solidFill>
              <a:latin typeface="Lexend Medium"/>
              <a:ea typeface="Lexend Medium"/>
              <a:cs typeface="Lexend Medium"/>
              <a:sym typeface="Lexend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cxnSp>
        <p:nvCxnSpPr>
          <p:cNvPr id="722" name="Google Shape;722;p59"/>
          <p:cNvCxnSpPr/>
          <p:nvPr/>
        </p:nvCxnSpPr>
        <p:spPr>
          <a:xfrm rot="10800000">
            <a:off x="455650" y="1552700"/>
            <a:ext cx="0" cy="813300"/>
          </a:xfrm>
          <a:prstGeom prst="straightConnector1">
            <a:avLst/>
          </a:prstGeom>
          <a:noFill/>
          <a:ln cap="flat" cmpd="sng" w="19050">
            <a:solidFill>
              <a:schemeClr val="accent1"/>
            </a:solidFill>
            <a:prstDash val="solid"/>
            <a:round/>
            <a:headEnd len="sm" w="sm" type="none"/>
            <a:tailEnd len="med" w="med" type="oval"/>
          </a:ln>
        </p:spPr>
      </p:cxnSp>
      <p:cxnSp>
        <p:nvCxnSpPr>
          <p:cNvPr id="723" name="Google Shape;723;p59"/>
          <p:cNvCxnSpPr/>
          <p:nvPr/>
        </p:nvCxnSpPr>
        <p:spPr>
          <a:xfrm rot="10800000">
            <a:off x="1423425" y="2621100"/>
            <a:ext cx="0" cy="1188900"/>
          </a:xfrm>
          <a:prstGeom prst="straightConnector1">
            <a:avLst/>
          </a:prstGeom>
          <a:noFill/>
          <a:ln cap="flat" cmpd="sng" w="19050">
            <a:solidFill>
              <a:schemeClr val="accent1"/>
            </a:solidFill>
            <a:prstDash val="solid"/>
            <a:round/>
            <a:headEnd len="med" w="med" type="oval"/>
            <a:tailEnd len="sm" w="sm" type="none"/>
          </a:ln>
        </p:spPr>
      </p:cxnSp>
      <p:cxnSp>
        <p:nvCxnSpPr>
          <p:cNvPr id="724" name="Google Shape;724;p59"/>
          <p:cNvCxnSpPr/>
          <p:nvPr/>
        </p:nvCxnSpPr>
        <p:spPr>
          <a:xfrm rot="10800000">
            <a:off x="4380100" y="1381125"/>
            <a:ext cx="0" cy="991800"/>
          </a:xfrm>
          <a:prstGeom prst="straightConnector1">
            <a:avLst/>
          </a:prstGeom>
          <a:noFill/>
          <a:ln cap="flat" cmpd="sng" w="19050">
            <a:solidFill>
              <a:schemeClr val="accent1"/>
            </a:solidFill>
            <a:prstDash val="solid"/>
            <a:round/>
            <a:headEnd len="sm" w="sm" type="none"/>
            <a:tailEnd len="med" w="med" type="oval"/>
          </a:ln>
        </p:spPr>
      </p:cxnSp>
      <p:cxnSp>
        <p:nvCxnSpPr>
          <p:cNvPr id="725" name="Google Shape;725;p59"/>
          <p:cNvCxnSpPr/>
          <p:nvPr/>
        </p:nvCxnSpPr>
        <p:spPr>
          <a:xfrm flipH="1" rot="10800000">
            <a:off x="5410200" y="2546100"/>
            <a:ext cx="4500" cy="508500"/>
          </a:xfrm>
          <a:prstGeom prst="straightConnector1">
            <a:avLst/>
          </a:prstGeom>
          <a:noFill/>
          <a:ln cap="flat" cmpd="sng" w="19050">
            <a:solidFill>
              <a:schemeClr val="accent1"/>
            </a:solidFill>
            <a:prstDash val="solid"/>
            <a:round/>
            <a:headEnd len="med" w="med" type="oval"/>
            <a:tailEnd len="sm" w="sm" type="none"/>
          </a:ln>
        </p:spPr>
      </p:cxnSp>
      <p:cxnSp>
        <p:nvCxnSpPr>
          <p:cNvPr id="726" name="Google Shape;726;p59"/>
          <p:cNvCxnSpPr/>
          <p:nvPr/>
        </p:nvCxnSpPr>
        <p:spPr>
          <a:xfrm rot="10800000">
            <a:off x="7751275" y="2546050"/>
            <a:ext cx="0" cy="748200"/>
          </a:xfrm>
          <a:prstGeom prst="straightConnector1">
            <a:avLst/>
          </a:prstGeom>
          <a:noFill/>
          <a:ln cap="flat" cmpd="sng" w="19050">
            <a:solidFill>
              <a:schemeClr val="accent1"/>
            </a:solidFill>
            <a:prstDash val="solid"/>
            <a:round/>
            <a:headEnd len="med" w="med" type="oval"/>
            <a:tailEnd len="sm" w="sm" type="none"/>
          </a:ln>
        </p:spPr>
      </p:cxnSp>
      <p:sp>
        <p:nvSpPr>
          <p:cNvPr id="727" name="Google Shape;727;p59"/>
          <p:cNvSpPr txBox="1"/>
          <p:nvPr/>
        </p:nvSpPr>
        <p:spPr>
          <a:xfrm>
            <a:off x="535325" y="1440913"/>
            <a:ext cx="1980300" cy="49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Sales Handoff</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Project Set-up</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Client Onboarding</a:t>
            </a:r>
            <a:endParaRPr i="0" sz="900" u="none" cap="none" strike="noStrike">
              <a:solidFill>
                <a:schemeClr val="dk1"/>
              </a:solidFill>
              <a:latin typeface="Open Sans"/>
              <a:ea typeface="Open Sans"/>
              <a:cs typeface="Open Sans"/>
              <a:sym typeface="Open Sans"/>
            </a:endParaRPr>
          </a:p>
        </p:txBody>
      </p:sp>
      <p:sp>
        <p:nvSpPr>
          <p:cNvPr id="728" name="Google Shape;728;p59"/>
          <p:cNvSpPr txBox="1"/>
          <p:nvPr/>
        </p:nvSpPr>
        <p:spPr>
          <a:xfrm>
            <a:off x="4498750" y="1229324"/>
            <a:ext cx="1662000" cy="60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User Acceptance Testing</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System Integration Testing</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Final Solution Sign Off</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Deployment Planning</a:t>
            </a:r>
            <a:endParaRPr i="0" sz="900" u="none" cap="none" strike="noStrike">
              <a:solidFill>
                <a:schemeClr val="dk1"/>
              </a:solidFill>
              <a:latin typeface="Open Sans"/>
              <a:ea typeface="Open Sans"/>
              <a:cs typeface="Open Sans"/>
              <a:sym typeface="Open Sans"/>
            </a:endParaRPr>
          </a:p>
        </p:txBody>
      </p:sp>
      <p:sp>
        <p:nvSpPr>
          <p:cNvPr id="729" name="Google Shape;729;p59"/>
          <p:cNvSpPr txBox="1"/>
          <p:nvPr/>
        </p:nvSpPr>
        <p:spPr>
          <a:xfrm>
            <a:off x="5549400" y="2888650"/>
            <a:ext cx="1256700" cy="39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Functional Training</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Technical Training</a:t>
            </a:r>
            <a:endParaRPr i="0" sz="900" u="none" cap="none" strike="noStrike">
              <a:solidFill>
                <a:schemeClr val="dk1"/>
              </a:solidFill>
              <a:latin typeface="Open Sans"/>
              <a:ea typeface="Open Sans"/>
              <a:cs typeface="Open Sans"/>
              <a:sym typeface="Open Sans"/>
            </a:endParaRPr>
          </a:p>
        </p:txBody>
      </p:sp>
      <p:sp>
        <p:nvSpPr>
          <p:cNvPr id="730" name="Google Shape;730;p59"/>
          <p:cNvSpPr/>
          <p:nvPr/>
        </p:nvSpPr>
        <p:spPr>
          <a:xfrm>
            <a:off x="1150077" y="2344800"/>
            <a:ext cx="1861200" cy="3870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Discovery &amp; Analysis</a:t>
            </a:r>
            <a:endParaRPr i="0" sz="1000" u="none" cap="none" strike="noStrike">
              <a:solidFill>
                <a:schemeClr val="lt1"/>
              </a:solidFill>
              <a:latin typeface="Lexend"/>
              <a:ea typeface="Lexend"/>
              <a:cs typeface="Lexend"/>
              <a:sym typeface="Lexend"/>
            </a:endParaRPr>
          </a:p>
        </p:txBody>
      </p:sp>
      <p:sp>
        <p:nvSpPr>
          <p:cNvPr id="731" name="Google Shape;731;p59"/>
          <p:cNvSpPr/>
          <p:nvPr/>
        </p:nvSpPr>
        <p:spPr>
          <a:xfrm>
            <a:off x="4178705" y="2351420"/>
            <a:ext cx="1154100" cy="3870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UAT &amp; SIT  </a:t>
            </a:r>
            <a:endParaRPr i="0" sz="1000" u="none" cap="none" strike="noStrike">
              <a:solidFill>
                <a:schemeClr val="lt1"/>
              </a:solidFill>
              <a:latin typeface="Lexend"/>
              <a:ea typeface="Lexend"/>
              <a:cs typeface="Lexend"/>
              <a:sym typeface="Lexend"/>
            </a:endParaRPr>
          </a:p>
        </p:txBody>
      </p:sp>
      <p:sp>
        <p:nvSpPr>
          <p:cNvPr id="732" name="Google Shape;732;p59"/>
          <p:cNvSpPr/>
          <p:nvPr/>
        </p:nvSpPr>
        <p:spPr>
          <a:xfrm>
            <a:off x="5243795" y="2351405"/>
            <a:ext cx="1020000" cy="3663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Training</a:t>
            </a:r>
            <a:endParaRPr i="0" sz="1000" u="none" cap="none" strike="noStrike">
              <a:solidFill>
                <a:schemeClr val="lt1"/>
              </a:solidFill>
              <a:latin typeface="Lexend"/>
              <a:ea typeface="Lexend"/>
              <a:cs typeface="Lexend"/>
              <a:sym typeface="Lexend"/>
            </a:endParaRPr>
          </a:p>
        </p:txBody>
      </p:sp>
      <p:sp>
        <p:nvSpPr>
          <p:cNvPr id="733" name="Google Shape;733;p59"/>
          <p:cNvSpPr/>
          <p:nvPr/>
        </p:nvSpPr>
        <p:spPr>
          <a:xfrm>
            <a:off x="6187783" y="2350806"/>
            <a:ext cx="1459500" cy="3663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Deploy-Go-Live</a:t>
            </a:r>
            <a:endParaRPr i="0" sz="1000" u="none" cap="none" strike="noStrike">
              <a:solidFill>
                <a:schemeClr val="lt1"/>
              </a:solidFill>
              <a:latin typeface="Lexend"/>
              <a:ea typeface="Lexend"/>
              <a:cs typeface="Lexend"/>
              <a:sym typeface="Lexend"/>
            </a:endParaRPr>
          </a:p>
        </p:txBody>
      </p:sp>
      <p:sp>
        <p:nvSpPr>
          <p:cNvPr id="734" name="Google Shape;734;p59"/>
          <p:cNvSpPr/>
          <p:nvPr/>
        </p:nvSpPr>
        <p:spPr>
          <a:xfrm>
            <a:off x="312575" y="2355200"/>
            <a:ext cx="929100" cy="3663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Initiate</a:t>
            </a:r>
            <a:endParaRPr i="0" sz="1000" u="none" cap="none" strike="noStrike">
              <a:solidFill>
                <a:schemeClr val="lt1"/>
              </a:solidFill>
              <a:latin typeface="Lexend"/>
              <a:ea typeface="Lexend"/>
              <a:cs typeface="Lexend"/>
              <a:sym typeface="Lexend"/>
            </a:endParaRPr>
          </a:p>
        </p:txBody>
      </p:sp>
      <p:sp>
        <p:nvSpPr>
          <p:cNvPr id="735" name="Google Shape;735;p59"/>
          <p:cNvSpPr/>
          <p:nvPr/>
        </p:nvSpPr>
        <p:spPr>
          <a:xfrm>
            <a:off x="7562448" y="2350821"/>
            <a:ext cx="1459500" cy="366300"/>
          </a:xfrm>
          <a:prstGeom prst="notchedRightArrow">
            <a:avLst>
              <a:gd fmla="val 10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       </a:t>
            </a:r>
            <a:endParaRPr i="0" sz="1000" u="none" cap="none" strike="noStrike">
              <a:solidFill>
                <a:schemeClr val="lt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  Project Close</a:t>
            </a:r>
            <a:endParaRPr i="0" sz="1000" u="none" cap="none" strike="noStrike">
              <a:solidFill>
                <a:schemeClr val="lt1"/>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000"/>
              <a:buFont typeface="Arial"/>
              <a:buNone/>
            </a:pPr>
            <a:r>
              <a:t/>
            </a:r>
            <a:endParaRPr i="0" sz="1000" u="none" cap="none" strike="noStrike">
              <a:solidFill>
                <a:schemeClr val="lt1"/>
              </a:solidFill>
              <a:latin typeface="Lexend"/>
              <a:ea typeface="Lexend"/>
              <a:cs typeface="Lexend"/>
              <a:sym typeface="Lexend"/>
            </a:endParaRPr>
          </a:p>
        </p:txBody>
      </p:sp>
      <p:sp>
        <p:nvSpPr>
          <p:cNvPr id="736" name="Google Shape;736;p59"/>
          <p:cNvSpPr txBox="1"/>
          <p:nvPr/>
        </p:nvSpPr>
        <p:spPr>
          <a:xfrm>
            <a:off x="535325" y="2122401"/>
            <a:ext cx="809100" cy="22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1000" u="none" cap="none" strike="noStrike">
                <a:solidFill>
                  <a:schemeClr val="accent3"/>
                </a:solidFill>
                <a:latin typeface="Lexend"/>
                <a:ea typeface="Lexend"/>
                <a:cs typeface="Lexend"/>
                <a:sym typeface="Lexend"/>
              </a:rPr>
              <a:t>2-3 Weeks </a:t>
            </a:r>
            <a:endParaRPr i="0" sz="1000" u="none" cap="none" strike="noStrike">
              <a:solidFill>
                <a:schemeClr val="accent3"/>
              </a:solidFill>
              <a:latin typeface="Lexend"/>
              <a:ea typeface="Lexend"/>
              <a:cs typeface="Lexend"/>
              <a:sym typeface="Lexend"/>
            </a:endParaRPr>
          </a:p>
        </p:txBody>
      </p:sp>
      <p:sp>
        <p:nvSpPr>
          <p:cNvPr id="737" name="Google Shape;737;p59"/>
          <p:cNvSpPr txBox="1"/>
          <p:nvPr/>
        </p:nvSpPr>
        <p:spPr>
          <a:xfrm>
            <a:off x="1503750" y="2134626"/>
            <a:ext cx="809100" cy="22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1000" u="none" cap="none" strike="noStrike">
                <a:solidFill>
                  <a:schemeClr val="accent3"/>
                </a:solidFill>
                <a:latin typeface="Lexend"/>
                <a:ea typeface="Lexend"/>
                <a:cs typeface="Lexend"/>
                <a:sym typeface="Lexend"/>
              </a:rPr>
              <a:t>3 Weeks </a:t>
            </a:r>
            <a:endParaRPr i="0" sz="1000" u="none" cap="none" strike="noStrike">
              <a:solidFill>
                <a:schemeClr val="accent3"/>
              </a:solidFill>
              <a:latin typeface="Lexend"/>
              <a:ea typeface="Lexend"/>
              <a:cs typeface="Lexend"/>
              <a:sym typeface="Lexend"/>
            </a:endParaRPr>
          </a:p>
        </p:txBody>
      </p:sp>
      <p:sp>
        <p:nvSpPr>
          <p:cNvPr id="738" name="Google Shape;738;p59"/>
          <p:cNvSpPr txBox="1"/>
          <p:nvPr/>
        </p:nvSpPr>
        <p:spPr>
          <a:xfrm>
            <a:off x="6447350" y="2135276"/>
            <a:ext cx="868500" cy="13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1000" u="none" cap="none" strike="noStrike">
                <a:solidFill>
                  <a:schemeClr val="accent3"/>
                </a:solidFill>
                <a:latin typeface="Lexend"/>
                <a:ea typeface="Lexend"/>
                <a:cs typeface="Lexend"/>
                <a:sym typeface="Lexend"/>
              </a:rPr>
              <a:t>   2 Weeks</a:t>
            </a:r>
            <a:endParaRPr i="0" sz="1000" u="none" cap="none" strike="noStrike">
              <a:solidFill>
                <a:schemeClr val="accent3"/>
              </a:solidFill>
              <a:latin typeface="Lexend"/>
              <a:ea typeface="Lexend"/>
              <a:cs typeface="Lexend"/>
              <a:sym typeface="Lexend"/>
            </a:endParaRPr>
          </a:p>
        </p:txBody>
      </p:sp>
      <p:sp>
        <p:nvSpPr>
          <p:cNvPr id="739" name="Google Shape;739;p59"/>
          <p:cNvSpPr txBox="1"/>
          <p:nvPr/>
        </p:nvSpPr>
        <p:spPr>
          <a:xfrm>
            <a:off x="4483125" y="2122388"/>
            <a:ext cx="728700" cy="16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1000" u="none" cap="none" strike="noStrike">
                <a:solidFill>
                  <a:schemeClr val="accent3"/>
                </a:solidFill>
                <a:latin typeface="Lexend"/>
                <a:ea typeface="Lexend"/>
                <a:cs typeface="Lexend"/>
                <a:sym typeface="Lexend"/>
              </a:rPr>
              <a:t>2 Weeks</a:t>
            </a:r>
            <a:endParaRPr i="0" sz="1000" u="none" cap="none" strike="noStrike">
              <a:solidFill>
                <a:schemeClr val="accent3"/>
              </a:solidFill>
              <a:latin typeface="Lexend"/>
              <a:ea typeface="Lexend"/>
              <a:cs typeface="Lexend"/>
              <a:sym typeface="Lexend"/>
            </a:endParaRPr>
          </a:p>
        </p:txBody>
      </p:sp>
      <p:sp>
        <p:nvSpPr>
          <p:cNvPr id="740" name="Google Shape;740;p59"/>
          <p:cNvSpPr txBox="1"/>
          <p:nvPr/>
        </p:nvSpPr>
        <p:spPr>
          <a:xfrm>
            <a:off x="6522625" y="1227188"/>
            <a:ext cx="1360200" cy="60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Deployment Execution</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Activate Integration(s)</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Final Data Migration</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Post Go-Live Support</a:t>
            </a:r>
            <a:endParaRPr i="0" sz="900" u="none" cap="none" strike="noStrike">
              <a:solidFill>
                <a:schemeClr val="dk1"/>
              </a:solidFill>
              <a:latin typeface="Open Sans"/>
              <a:ea typeface="Open Sans"/>
              <a:cs typeface="Open Sans"/>
              <a:sym typeface="Open Sans"/>
            </a:endParaRPr>
          </a:p>
        </p:txBody>
      </p:sp>
      <p:sp>
        <p:nvSpPr>
          <p:cNvPr id="741" name="Google Shape;741;p59"/>
          <p:cNvSpPr txBox="1"/>
          <p:nvPr/>
        </p:nvSpPr>
        <p:spPr>
          <a:xfrm>
            <a:off x="7886725" y="2865950"/>
            <a:ext cx="1154100" cy="60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Post Go-Live Support</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Project Post Review</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Final Project Sign Off</a:t>
            </a:r>
            <a:endParaRPr i="0" sz="900" u="none" cap="none" strike="noStrike">
              <a:solidFill>
                <a:schemeClr val="dk1"/>
              </a:solidFill>
              <a:latin typeface="Open Sans"/>
              <a:ea typeface="Open Sans"/>
              <a:cs typeface="Open Sans"/>
              <a:sym typeface="Open Sans"/>
            </a:endParaRPr>
          </a:p>
        </p:txBody>
      </p:sp>
      <p:sp>
        <p:nvSpPr>
          <p:cNvPr id="742" name="Google Shape;742;p59"/>
          <p:cNvSpPr txBox="1"/>
          <p:nvPr/>
        </p:nvSpPr>
        <p:spPr>
          <a:xfrm>
            <a:off x="1555700" y="2891975"/>
            <a:ext cx="1791900" cy="60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Review Business Processes</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Facilitate Collaborative Sessions</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Create User Stories/Functional Requirements</a:t>
            </a:r>
            <a:endParaRPr i="0" sz="900" u="none" cap="none" strike="noStrike">
              <a:solidFill>
                <a:schemeClr val="dk1"/>
              </a:solidFill>
              <a:latin typeface="Open Sans"/>
              <a:ea typeface="Open Sans"/>
              <a:cs typeface="Open Sans"/>
              <a:sym typeface="Open Sans"/>
            </a:endParaRPr>
          </a:p>
          <a:p>
            <a:pPr indent="0" lvl="0" marL="0" marR="0" rtl="0" algn="l">
              <a:lnSpc>
                <a:spcPct val="100000"/>
              </a:lnSpc>
              <a:spcBef>
                <a:spcPts val="500"/>
              </a:spcBef>
              <a:spcAft>
                <a:spcPts val="500"/>
              </a:spcAft>
              <a:buClr>
                <a:srgbClr val="000000"/>
              </a:buClr>
              <a:buSzPts val="800"/>
              <a:buFont typeface="Arial"/>
              <a:buNone/>
            </a:pPr>
            <a:r>
              <a:rPr i="0" lang="en" sz="900" u="none" cap="none" strike="noStrike">
                <a:solidFill>
                  <a:schemeClr val="dk1"/>
                </a:solidFill>
                <a:latin typeface="Open Sans"/>
                <a:ea typeface="Open Sans"/>
                <a:cs typeface="Open Sans"/>
                <a:sym typeface="Open Sans"/>
              </a:rPr>
              <a:t>Build out a POC</a:t>
            </a:r>
            <a:endParaRPr i="0" sz="900" u="none" cap="none" strike="noStrike">
              <a:solidFill>
                <a:schemeClr val="dk1"/>
              </a:solidFill>
              <a:latin typeface="Open Sans"/>
              <a:ea typeface="Open Sans"/>
              <a:cs typeface="Open Sans"/>
              <a:sym typeface="Open Sans"/>
            </a:endParaRPr>
          </a:p>
        </p:txBody>
      </p:sp>
      <p:sp>
        <p:nvSpPr>
          <p:cNvPr id="743" name="Google Shape;743;p59"/>
          <p:cNvSpPr/>
          <p:nvPr/>
        </p:nvSpPr>
        <p:spPr>
          <a:xfrm>
            <a:off x="2916879" y="2344800"/>
            <a:ext cx="1360200" cy="387000"/>
          </a:xfrm>
          <a:prstGeom prst="notchedRightArrow">
            <a:avLst>
              <a:gd fmla="val 100000" name="adj1"/>
              <a:gd fmla="val 50000" name="adj2"/>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Lexend"/>
                <a:ea typeface="Lexend"/>
                <a:cs typeface="Lexend"/>
                <a:sym typeface="Lexend"/>
              </a:rPr>
              <a:t>Sprint Cycles</a:t>
            </a:r>
            <a:endParaRPr i="0" sz="1000" u="none" cap="none" strike="noStrike">
              <a:solidFill>
                <a:schemeClr val="lt1"/>
              </a:solidFill>
              <a:latin typeface="Lexend"/>
              <a:ea typeface="Lexend"/>
              <a:cs typeface="Lexend"/>
              <a:sym typeface="Lexend"/>
            </a:endParaRPr>
          </a:p>
        </p:txBody>
      </p:sp>
      <p:cxnSp>
        <p:nvCxnSpPr>
          <p:cNvPr id="744" name="Google Shape;744;p59"/>
          <p:cNvCxnSpPr/>
          <p:nvPr/>
        </p:nvCxnSpPr>
        <p:spPr>
          <a:xfrm rot="10800000">
            <a:off x="6403713" y="1381125"/>
            <a:ext cx="0" cy="991800"/>
          </a:xfrm>
          <a:prstGeom prst="straightConnector1">
            <a:avLst/>
          </a:prstGeom>
          <a:noFill/>
          <a:ln cap="flat" cmpd="sng" w="19050">
            <a:solidFill>
              <a:schemeClr val="accent1"/>
            </a:solidFill>
            <a:prstDash val="solid"/>
            <a:round/>
            <a:headEnd len="sm" w="sm" type="none"/>
            <a:tailEnd len="med" w="med" type="oval"/>
          </a:ln>
        </p:spPr>
      </p:cxnSp>
      <p:sp>
        <p:nvSpPr>
          <p:cNvPr id="745" name="Google Shape;745;p59"/>
          <p:cNvSpPr txBox="1"/>
          <p:nvPr/>
        </p:nvSpPr>
        <p:spPr>
          <a:xfrm>
            <a:off x="692450" y="238320"/>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Timeline slide idea 1</a:t>
            </a:r>
            <a:endParaRPr sz="2000">
              <a:solidFill>
                <a:schemeClr val="accent5"/>
              </a:solidFill>
              <a:latin typeface="Lexend Medium"/>
              <a:ea typeface="Lexend Medium"/>
              <a:cs typeface="Lexend Medium"/>
              <a:sym typeface="Lexend Medium"/>
            </a:endParaRPr>
          </a:p>
        </p:txBody>
      </p:sp>
      <p:cxnSp>
        <p:nvCxnSpPr>
          <p:cNvPr id="746" name="Google Shape;746;p59"/>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0"/>
          <p:cNvSpPr/>
          <p:nvPr/>
        </p:nvSpPr>
        <p:spPr>
          <a:xfrm>
            <a:off x="2517276" y="1713350"/>
            <a:ext cx="927900" cy="552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Portfolio Director</a:t>
            </a:r>
            <a:endParaRPr sz="1000">
              <a:solidFill>
                <a:schemeClr val="lt1"/>
              </a:solidFill>
              <a:latin typeface="Open Sans SemiBold"/>
              <a:ea typeface="Open Sans SemiBold"/>
              <a:cs typeface="Open Sans SemiBold"/>
              <a:sym typeface="Open Sans SemiBold"/>
            </a:endParaRPr>
          </a:p>
        </p:txBody>
      </p:sp>
      <p:sp>
        <p:nvSpPr>
          <p:cNvPr id="752" name="Google Shape;752;p60"/>
          <p:cNvSpPr/>
          <p:nvPr/>
        </p:nvSpPr>
        <p:spPr>
          <a:xfrm>
            <a:off x="3644796" y="1713350"/>
            <a:ext cx="927900" cy="552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Technical Director</a:t>
            </a:r>
            <a:endParaRPr sz="1000">
              <a:solidFill>
                <a:schemeClr val="lt1"/>
              </a:solidFill>
              <a:latin typeface="Open Sans SemiBold"/>
              <a:ea typeface="Open Sans SemiBold"/>
              <a:cs typeface="Open Sans SemiBold"/>
              <a:sym typeface="Open Sans SemiBold"/>
            </a:endParaRPr>
          </a:p>
        </p:txBody>
      </p:sp>
      <p:sp>
        <p:nvSpPr>
          <p:cNvPr id="753" name="Google Shape;753;p60"/>
          <p:cNvSpPr/>
          <p:nvPr/>
        </p:nvSpPr>
        <p:spPr>
          <a:xfrm>
            <a:off x="4750580" y="1713350"/>
            <a:ext cx="927900" cy="552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SEM</a:t>
            </a:r>
            <a:endParaRPr sz="1000">
              <a:solidFill>
                <a:schemeClr val="lt1"/>
              </a:solidFill>
              <a:latin typeface="Open Sans SemiBold"/>
              <a:ea typeface="Open Sans SemiBold"/>
              <a:cs typeface="Open Sans SemiBold"/>
              <a:sym typeface="Open Sans SemiBold"/>
            </a:endParaRPr>
          </a:p>
        </p:txBody>
      </p:sp>
      <p:sp>
        <p:nvSpPr>
          <p:cNvPr id="754" name="Google Shape;754;p60"/>
          <p:cNvSpPr/>
          <p:nvPr/>
        </p:nvSpPr>
        <p:spPr>
          <a:xfrm>
            <a:off x="5888994" y="1713350"/>
            <a:ext cx="927900" cy="552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Project Manager</a:t>
            </a:r>
            <a:endParaRPr sz="1000">
              <a:solidFill>
                <a:schemeClr val="lt1"/>
              </a:solidFill>
              <a:latin typeface="Open Sans SemiBold"/>
              <a:ea typeface="Open Sans SemiBold"/>
              <a:cs typeface="Open Sans SemiBold"/>
              <a:sym typeface="Open Sans SemiBold"/>
            </a:endParaRPr>
          </a:p>
        </p:txBody>
      </p:sp>
      <p:sp>
        <p:nvSpPr>
          <p:cNvPr id="755" name="Google Shape;755;p60"/>
          <p:cNvSpPr/>
          <p:nvPr/>
        </p:nvSpPr>
        <p:spPr>
          <a:xfrm>
            <a:off x="2507125" y="3502750"/>
            <a:ext cx="950700" cy="552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Enterprise Architect</a:t>
            </a:r>
            <a:endParaRPr sz="1000">
              <a:solidFill>
                <a:schemeClr val="lt1"/>
              </a:solidFill>
              <a:latin typeface="Open Sans SemiBold"/>
              <a:ea typeface="Open Sans SemiBold"/>
              <a:cs typeface="Open Sans SemiBold"/>
              <a:sym typeface="Open Sans SemiBold"/>
            </a:endParaRPr>
          </a:p>
        </p:txBody>
      </p:sp>
      <p:sp>
        <p:nvSpPr>
          <p:cNvPr id="756" name="Google Shape;756;p60"/>
          <p:cNvSpPr/>
          <p:nvPr/>
        </p:nvSpPr>
        <p:spPr>
          <a:xfrm>
            <a:off x="3641400" y="3502750"/>
            <a:ext cx="929100" cy="552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Solution Architect</a:t>
            </a:r>
            <a:endParaRPr sz="1000">
              <a:solidFill>
                <a:schemeClr val="lt1"/>
              </a:solidFill>
              <a:latin typeface="Open Sans SemiBold"/>
              <a:ea typeface="Open Sans SemiBold"/>
              <a:cs typeface="Open Sans SemiBold"/>
              <a:sym typeface="Open Sans SemiBold"/>
            </a:endParaRPr>
          </a:p>
        </p:txBody>
      </p:sp>
      <p:sp>
        <p:nvSpPr>
          <p:cNvPr id="757" name="Google Shape;757;p60"/>
          <p:cNvSpPr/>
          <p:nvPr/>
        </p:nvSpPr>
        <p:spPr>
          <a:xfrm>
            <a:off x="4754075" y="3502750"/>
            <a:ext cx="929100" cy="552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Developer</a:t>
            </a:r>
            <a:endParaRPr sz="1000">
              <a:solidFill>
                <a:schemeClr val="lt1"/>
              </a:solidFill>
              <a:latin typeface="Open Sans SemiBold"/>
              <a:ea typeface="Open Sans SemiBold"/>
              <a:cs typeface="Open Sans SemiBold"/>
              <a:sym typeface="Open Sans SemiBold"/>
            </a:endParaRPr>
          </a:p>
        </p:txBody>
      </p:sp>
      <p:sp>
        <p:nvSpPr>
          <p:cNvPr id="758" name="Google Shape;758;p60"/>
          <p:cNvSpPr/>
          <p:nvPr/>
        </p:nvSpPr>
        <p:spPr>
          <a:xfrm>
            <a:off x="5892900" y="3502750"/>
            <a:ext cx="950700" cy="552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Data Architect</a:t>
            </a:r>
            <a:endParaRPr sz="1000">
              <a:solidFill>
                <a:schemeClr val="lt1"/>
              </a:solidFill>
              <a:latin typeface="Open Sans SemiBold"/>
              <a:ea typeface="Open Sans SemiBold"/>
              <a:cs typeface="Open Sans SemiBold"/>
              <a:sym typeface="Open Sans SemiBold"/>
            </a:endParaRPr>
          </a:p>
        </p:txBody>
      </p:sp>
      <p:sp>
        <p:nvSpPr>
          <p:cNvPr id="759" name="Google Shape;759;p60"/>
          <p:cNvSpPr/>
          <p:nvPr/>
        </p:nvSpPr>
        <p:spPr>
          <a:xfrm>
            <a:off x="7053336" y="3502750"/>
            <a:ext cx="920100" cy="5523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QA</a:t>
            </a:r>
            <a:endParaRPr sz="1000">
              <a:solidFill>
                <a:schemeClr val="lt1"/>
              </a:solidFill>
              <a:latin typeface="Open Sans SemiBold"/>
              <a:ea typeface="Open Sans SemiBold"/>
              <a:cs typeface="Open Sans SemiBold"/>
              <a:sym typeface="Open Sans SemiBold"/>
            </a:endParaRPr>
          </a:p>
        </p:txBody>
      </p:sp>
      <p:sp>
        <p:nvSpPr>
          <p:cNvPr id="760" name="Google Shape;760;p60"/>
          <p:cNvSpPr/>
          <p:nvPr/>
        </p:nvSpPr>
        <p:spPr>
          <a:xfrm>
            <a:off x="2517276" y="2608050"/>
            <a:ext cx="927900" cy="55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r>
              <a:rPr lang="en" sz="1000">
                <a:solidFill>
                  <a:schemeClr val="lt1"/>
                </a:solidFill>
                <a:latin typeface="Open Sans SemiBold"/>
                <a:ea typeface="Open Sans SemiBold"/>
                <a:cs typeface="Open Sans SemiBold"/>
                <a:sym typeface="Open Sans SemiBold"/>
              </a:rPr>
              <a:t>Functional Architect</a:t>
            </a:r>
            <a:endParaRPr sz="1000">
              <a:solidFill>
                <a:schemeClr val="lt1"/>
              </a:solidFill>
              <a:latin typeface="Open Sans SemiBold"/>
              <a:ea typeface="Open Sans SemiBold"/>
              <a:cs typeface="Open Sans SemiBold"/>
              <a:sym typeface="Open Sans SemiBold"/>
            </a:endParaRPr>
          </a:p>
        </p:txBody>
      </p:sp>
      <p:sp>
        <p:nvSpPr>
          <p:cNvPr id="761" name="Google Shape;761;p60"/>
          <p:cNvSpPr/>
          <p:nvPr/>
        </p:nvSpPr>
        <p:spPr>
          <a:xfrm>
            <a:off x="3644796" y="2608050"/>
            <a:ext cx="927900" cy="55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Functional Consultant</a:t>
            </a:r>
            <a:endParaRPr sz="1000">
              <a:solidFill>
                <a:schemeClr val="lt1"/>
              </a:solidFill>
              <a:latin typeface="Open Sans SemiBold"/>
              <a:ea typeface="Open Sans SemiBold"/>
              <a:cs typeface="Open Sans SemiBold"/>
              <a:sym typeface="Open Sans SemiBold"/>
            </a:endParaRPr>
          </a:p>
        </p:txBody>
      </p:sp>
      <p:sp>
        <p:nvSpPr>
          <p:cNvPr id="762" name="Google Shape;762;p60"/>
          <p:cNvSpPr/>
          <p:nvPr/>
        </p:nvSpPr>
        <p:spPr>
          <a:xfrm>
            <a:off x="4750580" y="2608050"/>
            <a:ext cx="927900" cy="55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BSA</a:t>
            </a:r>
            <a:endParaRPr sz="1000">
              <a:solidFill>
                <a:schemeClr val="lt1"/>
              </a:solidFill>
              <a:latin typeface="Open Sans SemiBold"/>
              <a:ea typeface="Open Sans SemiBold"/>
              <a:cs typeface="Open Sans SemiBold"/>
              <a:sym typeface="Open Sans SemiBold"/>
            </a:endParaRPr>
          </a:p>
        </p:txBody>
      </p:sp>
      <p:sp>
        <p:nvSpPr>
          <p:cNvPr id="763" name="Google Shape;763;p60"/>
          <p:cNvSpPr/>
          <p:nvPr/>
        </p:nvSpPr>
        <p:spPr>
          <a:xfrm>
            <a:off x="5888994" y="2608050"/>
            <a:ext cx="927900" cy="55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Open Sans SemiBold"/>
                <a:ea typeface="Open Sans SemiBold"/>
                <a:cs typeface="Open Sans SemiBold"/>
                <a:sym typeface="Open Sans SemiBold"/>
              </a:rPr>
              <a:t>QA</a:t>
            </a:r>
            <a:endParaRPr sz="1000">
              <a:solidFill>
                <a:schemeClr val="lt1"/>
              </a:solidFill>
              <a:latin typeface="Open Sans SemiBold"/>
              <a:ea typeface="Open Sans SemiBold"/>
              <a:cs typeface="Open Sans SemiBold"/>
              <a:sym typeface="Open Sans SemiBold"/>
            </a:endParaRPr>
          </a:p>
        </p:txBody>
      </p:sp>
      <p:sp>
        <p:nvSpPr>
          <p:cNvPr id="764" name="Google Shape;764;p60"/>
          <p:cNvSpPr/>
          <p:nvPr/>
        </p:nvSpPr>
        <p:spPr>
          <a:xfrm>
            <a:off x="2527375" y="730925"/>
            <a:ext cx="864626" cy="552300"/>
          </a:xfrm>
          <a:custGeom>
            <a:rect b="b" l="l" r="r" t="t"/>
            <a:pathLst>
              <a:path extrusionOk="0" h="401" w="1665">
                <a:moveTo>
                  <a:pt x="72" y="0"/>
                </a:moveTo>
                <a:cubicBezTo>
                  <a:pt x="1593" y="0"/>
                  <a:pt x="1593" y="0"/>
                  <a:pt x="1593" y="0"/>
                </a:cubicBezTo>
                <a:cubicBezTo>
                  <a:pt x="1633" y="0"/>
                  <a:pt x="1665" y="33"/>
                  <a:pt x="1665" y="73"/>
                </a:cubicBezTo>
                <a:cubicBezTo>
                  <a:pt x="1665" y="328"/>
                  <a:pt x="1665" y="328"/>
                  <a:pt x="1665" y="328"/>
                </a:cubicBezTo>
                <a:cubicBezTo>
                  <a:pt x="1665" y="368"/>
                  <a:pt x="1633" y="401"/>
                  <a:pt x="1593" y="401"/>
                </a:cubicBezTo>
                <a:cubicBezTo>
                  <a:pt x="72" y="401"/>
                  <a:pt x="72" y="401"/>
                  <a:pt x="72" y="401"/>
                </a:cubicBezTo>
                <a:cubicBezTo>
                  <a:pt x="33" y="401"/>
                  <a:pt x="0" y="368"/>
                  <a:pt x="0" y="328"/>
                </a:cubicBezTo>
                <a:cubicBezTo>
                  <a:pt x="0" y="73"/>
                  <a:pt x="0" y="73"/>
                  <a:pt x="0" y="73"/>
                </a:cubicBezTo>
                <a:cubicBezTo>
                  <a:pt x="0" y="33"/>
                  <a:pt x="33" y="0"/>
                  <a:pt x="72" y="0"/>
                </a:cubicBezTo>
                <a:close/>
              </a:path>
            </a:pathLst>
          </a:cu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lt1"/>
                </a:solidFill>
                <a:latin typeface="Open Sans"/>
                <a:ea typeface="Open Sans"/>
                <a:cs typeface="Open Sans"/>
                <a:sym typeface="Open Sans"/>
              </a:rPr>
              <a:t>Portfolio Director</a:t>
            </a:r>
            <a:endParaRPr b="1" i="0" sz="1000" u="none" cap="none" strike="noStrike">
              <a:solidFill>
                <a:schemeClr val="lt1"/>
              </a:solidFill>
              <a:latin typeface="Open Sans"/>
              <a:ea typeface="Open Sans"/>
              <a:cs typeface="Open Sans"/>
              <a:sym typeface="Open Sans"/>
            </a:endParaRPr>
          </a:p>
        </p:txBody>
      </p:sp>
      <p:sp>
        <p:nvSpPr>
          <p:cNvPr id="765" name="Google Shape;765;p60"/>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Role overview</a:t>
            </a:r>
            <a:endParaRPr sz="2000">
              <a:solidFill>
                <a:schemeClr val="accent5"/>
              </a:solidFill>
              <a:latin typeface="Lexend Medium"/>
              <a:ea typeface="Lexend Medium"/>
              <a:cs typeface="Lexend Medium"/>
              <a:sym typeface="Lexend Medium"/>
            </a:endParaRPr>
          </a:p>
        </p:txBody>
      </p:sp>
      <p:cxnSp>
        <p:nvCxnSpPr>
          <p:cNvPr id="766" name="Google Shape;766;p60"/>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767" name="Google Shape;767;p60"/>
          <p:cNvSpPr txBox="1"/>
          <p:nvPr/>
        </p:nvSpPr>
        <p:spPr>
          <a:xfrm>
            <a:off x="675325" y="1701925"/>
            <a:ext cx="1564800" cy="61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F7F7F"/>
              </a:buClr>
              <a:buSzPts val="1100"/>
              <a:buFont typeface="Noto Sans Symbols"/>
              <a:buNone/>
            </a:pPr>
            <a:r>
              <a:rPr lang="en" sz="1200" u="none" cap="none" strike="noStrike">
                <a:solidFill>
                  <a:srgbClr val="666666"/>
                </a:solidFill>
                <a:latin typeface="Lexend Medium"/>
                <a:ea typeface="Lexend Medium"/>
                <a:cs typeface="Lexend Medium"/>
                <a:sym typeface="Lexend Medium"/>
              </a:rPr>
              <a:t>Account Growth </a:t>
            </a:r>
            <a:r>
              <a:rPr lang="en" sz="1200">
                <a:solidFill>
                  <a:srgbClr val="666666"/>
                </a:solidFill>
                <a:latin typeface="Lexend Medium"/>
                <a:ea typeface="Lexend Medium"/>
                <a:cs typeface="Lexend Medium"/>
                <a:sym typeface="Lexend Medium"/>
              </a:rPr>
              <a:t>&amp;</a:t>
            </a:r>
            <a:r>
              <a:rPr lang="en" sz="1200" u="none" cap="none" strike="noStrike">
                <a:solidFill>
                  <a:srgbClr val="666666"/>
                </a:solidFill>
                <a:latin typeface="Lexend Medium"/>
                <a:ea typeface="Lexend Medium"/>
                <a:cs typeface="Lexend Medium"/>
                <a:sym typeface="Lexend Medium"/>
              </a:rPr>
              <a:t> Project Success Roles </a:t>
            </a:r>
            <a:endParaRPr sz="1200" u="none" cap="none" strike="noStrike">
              <a:solidFill>
                <a:srgbClr val="666666"/>
              </a:solidFill>
              <a:latin typeface="Lexend Medium"/>
              <a:ea typeface="Lexend Medium"/>
              <a:cs typeface="Lexend Medium"/>
              <a:sym typeface="Lexend Medium"/>
            </a:endParaRPr>
          </a:p>
        </p:txBody>
      </p:sp>
      <p:sp>
        <p:nvSpPr>
          <p:cNvPr id="768" name="Google Shape;768;p60"/>
          <p:cNvSpPr txBox="1"/>
          <p:nvPr/>
        </p:nvSpPr>
        <p:spPr>
          <a:xfrm>
            <a:off x="713250" y="4628600"/>
            <a:ext cx="6120900" cy="206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7F7F7F"/>
              </a:buClr>
              <a:buSzPts val="1100"/>
              <a:buFont typeface="Noto Sans Symbols"/>
              <a:buNone/>
            </a:pPr>
            <a:r>
              <a:rPr i="1" lang="en" sz="900" u="none" cap="none" strike="noStrike">
                <a:solidFill>
                  <a:srgbClr val="666666"/>
                </a:solidFill>
                <a:latin typeface="Open Sans"/>
                <a:ea typeface="Open Sans"/>
                <a:cs typeface="Open Sans"/>
                <a:sym typeface="Open Sans"/>
              </a:rPr>
              <a:t>*Roles inherently have senior/junior levels incorporated; Specialty roles are incorporated in the matrixed build-out </a:t>
            </a:r>
            <a:endParaRPr i="1" sz="900" u="none" cap="none" strike="noStrike">
              <a:solidFill>
                <a:srgbClr val="7F7F7F"/>
              </a:solidFill>
              <a:latin typeface="Open Sans"/>
              <a:ea typeface="Open Sans"/>
              <a:cs typeface="Open Sans"/>
              <a:sym typeface="Open Sans"/>
            </a:endParaRPr>
          </a:p>
        </p:txBody>
      </p:sp>
      <p:cxnSp>
        <p:nvCxnSpPr>
          <p:cNvPr id="769" name="Google Shape;769;p60"/>
          <p:cNvCxnSpPr/>
          <p:nvPr/>
        </p:nvCxnSpPr>
        <p:spPr>
          <a:xfrm>
            <a:off x="2314027" y="2461825"/>
            <a:ext cx="5596200" cy="18000"/>
          </a:xfrm>
          <a:prstGeom prst="straightConnector1">
            <a:avLst/>
          </a:prstGeom>
          <a:noFill/>
          <a:ln cap="flat" cmpd="sng" w="9525">
            <a:solidFill>
              <a:schemeClr val="lt2"/>
            </a:solidFill>
            <a:prstDash val="dash"/>
            <a:round/>
            <a:headEnd len="sm" w="sm" type="none"/>
            <a:tailEnd len="sm" w="sm" type="none"/>
          </a:ln>
        </p:spPr>
      </p:cxnSp>
      <p:cxnSp>
        <p:nvCxnSpPr>
          <p:cNvPr id="770" name="Google Shape;770;p60"/>
          <p:cNvCxnSpPr/>
          <p:nvPr/>
        </p:nvCxnSpPr>
        <p:spPr>
          <a:xfrm>
            <a:off x="2314027" y="3376225"/>
            <a:ext cx="5596200" cy="18000"/>
          </a:xfrm>
          <a:prstGeom prst="straightConnector1">
            <a:avLst/>
          </a:prstGeom>
          <a:noFill/>
          <a:ln cap="flat" cmpd="sng" w="9525">
            <a:solidFill>
              <a:schemeClr val="lt2"/>
            </a:solidFill>
            <a:prstDash val="dash"/>
            <a:round/>
            <a:headEnd len="sm" w="sm" type="none"/>
            <a:tailEnd len="sm" w="sm" type="none"/>
          </a:ln>
        </p:spPr>
      </p:cxnSp>
      <p:sp>
        <p:nvSpPr>
          <p:cNvPr id="771" name="Google Shape;771;p60"/>
          <p:cNvSpPr txBox="1"/>
          <p:nvPr/>
        </p:nvSpPr>
        <p:spPr>
          <a:xfrm>
            <a:off x="675325" y="2668055"/>
            <a:ext cx="1564800" cy="55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F7F7F"/>
              </a:buClr>
              <a:buSzPts val="1100"/>
              <a:buFont typeface="Noto Sans Symbols"/>
              <a:buNone/>
            </a:pPr>
            <a:r>
              <a:rPr lang="en" sz="1200" u="none" cap="none" strike="noStrike">
                <a:solidFill>
                  <a:schemeClr val="accent1"/>
                </a:solidFill>
                <a:latin typeface="Lexend Medium"/>
                <a:ea typeface="Lexend Medium"/>
                <a:cs typeface="Lexend Medium"/>
                <a:sym typeface="Lexend Medium"/>
              </a:rPr>
              <a:t>Functionally </a:t>
            </a:r>
            <a:endParaRPr sz="1200" u="none" cap="none" strike="noStrike">
              <a:solidFill>
                <a:schemeClr val="accent1"/>
              </a:solidFill>
              <a:latin typeface="Lexend Medium"/>
              <a:ea typeface="Lexend Medium"/>
              <a:cs typeface="Lexend Medium"/>
              <a:sym typeface="Lexend Medium"/>
            </a:endParaRPr>
          </a:p>
          <a:p>
            <a:pPr indent="0" lvl="0" marL="0" marR="0" rtl="0" algn="ctr">
              <a:lnSpc>
                <a:spcPct val="100000"/>
              </a:lnSpc>
              <a:spcBef>
                <a:spcPts val="0"/>
              </a:spcBef>
              <a:spcAft>
                <a:spcPts val="0"/>
              </a:spcAft>
              <a:buClr>
                <a:srgbClr val="7F7F7F"/>
              </a:buClr>
              <a:buSzPts val="1100"/>
              <a:buFont typeface="Noto Sans Symbols"/>
              <a:buNone/>
            </a:pPr>
            <a:r>
              <a:rPr lang="en" sz="1200" u="none" cap="none" strike="noStrike">
                <a:solidFill>
                  <a:schemeClr val="accent1"/>
                </a:solidFill>
                <a:latin typeface="Lexend Medium"/>
                <a:ea typeface="Lexend Medium"/>
                <a:cs typeface="Lexend Medium"/>
                <a:sym typeface="Lexend Medium"/>
              </a:rPr>
              <a:t>Aligned Roles </a:t>
            </a:r>
            <a:endParaRPr sz="1200" u="none" cap="none" strike="noStrike">
              <a:solidFill>
                <a:schemeClr val="accent1"/>
              </a:solidFill>
              <a:latin typeface="Lexend Medium"/>
              <a:ea typeface="Lexend Medium"/>
              <a:cs typeface="Lexend Medium"/>
              <a:sym typeface="Lexend Medium"/>
            </a:endParaRPr>
          </a:p>
          <a:p>
            <a:pPr indent="0" lvl="0" marL="0" marR="0" rtl="0" algn="ctr">
              <a:lnSpc>
                <a:spcPct val="100000"/>
              </a:lnSpc>
              <a:spcBef>
                <a:spcPts val="1000"/>
              </a:spcBef>
              <a:spcAft>
                <a:spcPts val="0"/>
              </a:spcAft>
              <a:buClr>
                <a:srgbClr val="000000"/>
              </a:buClr>
              <a:buSzPts val="1300"/>
              <a:buFont typeface="Arial"/>
              <a:buNone/>
            </a:pPr>
            <a:r>
              <a:t/>
            </a:r>
            <a:endParaRPr sz="1200" u="none" cap="none" strike="noStrike">
              <a:solidFill>
                <a:schemeClr val="accent1"/>
              </a:solidFill>
              <a:latin typeface="Lexend Medium"/>
              <a:ea typeface="Lexend Medium"/>
              <a:cs typeface="Lexend Medium"/>
              <a:sym typeface="Lexend Medium"/>
            </a:endParaRPr>
          </a:p>
        </p:txBody>
      </p:sp>
      <p:sp>
        <p:nvSpPr>
          <p:cNvPr id="772" name="Google Shape;772;p60"/>
          <p:cNvSpPr txBox="1"/>
          <p:nvPr/>
        </p:nvSpPr>
        <p:spPr>
          <a:xfrm>
            <a:off x="675325" y="3546424"/>
            <a:ext cx="1564800" cy="552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F7F7F"/>
              </a:buClr>
              <a:buSzPts val="1100"/>
              <a:buFont typeface="Noto Sans Symbols"/>
              <a:buNone/>
            </a:pPr>
            <a:r>
              <a:rPr lang="en" sz="1200" u="none" cap="none" strike="noStrike">
                <a:solidFill>
                  <a:schemeClr val="accent2"/>
                </a:solidFill>
                <a:latin typeface="Lexend Medium"/>
                <a:ea typeface="Lexend Medium"/>
                <a:cs typeface="Lexend Medium"/>
                <a:sym typeface="Lexend Medium"/>
              </a:rPr>
              <a:t>Technically </a:t>
            </a:r>
            <a:endParaRPr sz="1200" u="none" cap="none" strike="noStrike">
              <a:solidFill>
                <a:schemeClr val="accent2"/>
              </a:solidFill>
              <a:latin typeface="Lexend Medium"/>
              <a:ea typeface="Lexend Medium"/>
              <a:cs typeface="Lexend Medium"/>
              <a:sym typeface="Lexend Medium"/>
            </a:endParaRPr>
          </a:p>
          <a:p>
            <a:pPr indent="0" lvl="0" marL="0" marR="0" rtl="0" algn="ctr">
              <a:lnSpc>
                <a:spcPct val="100000"/>
              </a:lnSpc>
              <a:spcBef>
                <a:spcPts val="0"/>
              </a:spcBef>
              <a:spcAft>
                <a:spcPts val="0"/>
              </a:spcAft>
              <a:buClr>
                <a:srgbClr val="7F7F7F"/>
              </a:buClr>
              <a:buSzPts val="1100"/>
              <a:buFont typeface="Noto Sans Symbols"/>
              <a:buNone/>
            </a:pPr>
            <a:r>
              <a:rPr lang="en" sz="1200" u="none" cap="none" strike="noStrike">
                <a:solidFill>
                  <a:schemeClr val="accent2"/>
                </a:solidFill>
                <a:latin typeface="Lexend Medium"/>
                <a:ea typeface="Lexend Medium"/>
                <a:cs typeface="Lexend Medium"/>
                <a:sym typeface="Lexend Medium"/>
              </a:rPr>
              <a:t>Aligned Roles</a:t>
            </a:r>
            <a:endParaRPr sz="1200" u="none" cap="none" strike="noStrike">
              <a:solidFill>
                <a:schemeClr val="accent2"/>
              </a:solidFill>
              <a:latin typeface="Lexend Medium"/>
              <a:ea typeface="Lexend Medium"/>
              <a:cs typeface="Lexend Medium"/>
              <a:sym typeface="Lexend Medium"/>
            </a:endParaRPr>
          </a:p>
        </p:txBody>
      </p:sp>
      <p:sp>
        <p:nvSpPr>
          <p:cNvPr id="773" name="Google Shape;773;p60"/>
          <p:cNvSpPr txBox="1"/>
          <p:nvPr/>
        </p:nvSpPr>
        <p:spPr>
          <a:xfrm>
            <a:off x="685800" y="838525"/>
            <a:ext cx="8050200" cy="39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F7F7F"/>
              </a:buClr>
              <a:buSzPts val="1100"/>
              <a:buFont typeface="Noto Sans Symbols"/>
              <a:buNone/>
            </a:pPr>
            <a:r>
              <a:rPr i="0" lang="en" sz="1100" u="none" cap="none" strike="noStrike">
                <a:solidFill>
                  <a:schemeClr val="dk1"/>
                </a:solidFill>
                <a:latin typeface="Open Sans"/>
                <a:ea typeface="Open Sans"/>
                <a:cs typeface="Open Sans"/>
                <a:sym typeface="Open Sans"/>
              </a:rPr>
              <a:t>Roles are aligned to skills and capabilities; however career progression is not limited to role alignment.</a:t>
            </a:r>
            <a:endParaRPr i="0" sz="1100" u="none" cap="none" strike="noStrike">
              <a:solidFill>
                <a:schemeClr val="dk1"/>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1"/>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Role overview</a:t>
            </a:r>
            <a:endParaRPr sz="2000">
              <a:solidFill>
                <a:schemeClr val="accent5"/>
              </a:solidFill>
              <a:latin typeface="Lexend Medium"/>
              <a:ea typeface="Lexend Medium"/>
              <a:cs typeface="Lexend Medium"/>
              <a:sym typeface="Lexend Medium"/>
            </a:endParaRPr>
          </a:p>
        </p:txBody>
      </p:sp>
      <p:cxnSp>
        <p:nvCxnSpPr>
          <p:cNvPr id="779" name="Google Shape;779;p61"/>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780" name="Google Shape;780;p61"/>
          <p:cNvSpPr txBox="1"/>
          <p:nvPr/>
        </p:nvSpPr>
        <p:spPr>
          <a:xfrm>
            <a:off x="685800" y="907325"/>
            <a:ext cx="6164700" cy="554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7F7F7F"/>
              </a:buClr>
              <a:buSzPts val="1100"/>
              <a:buFont typeface="Noto Sans Symbols"/>
              <a:buNone/>
            </a:pPr>
            <a:r>
              <a:rPr i="0" lang="en" sz="1000" u="none" cap="none" strike="noStrike">
                <a:solidFill>
                  <a:schemeClr val="dk1"/>
                </a:solidFill>
                <a:latin typeface="Open Sans"/>
                <a:ea typeface="Open Sans"/>
                <a:cs typeface="Open Sans"/>
                <a:sym typeface="Open Sans"/>
              </a:rPr>
              <a:t>Account Growth and Project Success Roles focus on establishing client relationships, growing accounts, ensuring project success and overseeing, reviewing and executing project activities and best practices </a:t>
            </a:r>
            <a:endParaRPr i="0" sz="1000" u="none" cap="none" strike="noStrike">
              <a:solidFill>
                <a:schemeClr val="dk1"/>
              </a:solidFill>
              <a:latin typeface="Open Sans"/>
              <a:ea typeface="Open Sans"/>
              <a:cs typeface="Open Sans"/>
              <a:sym typeface="Open Sans"/>
            </a:endParaRPr>
          </a:p>
        </p:txBody>
      </p:sp>
      <p:sp>
        <p:nvSpPr>
          <p:cNvPr id="781" name="Google Shape;781;p61"/>
          <p:cNvSpPr/>
          <p:nvPr/>
        </p:nvSpPr>
        <p:spPr>
          <a:xfrm>
            <a:off x="719500" y="1801300"/>
            <a:ext cx="1675198" cy="260475"/>
          </a:xfrm>
          <a:custGeom>
            <a:rect b="b" l="l" r="r" t="t"/>
            <a:pathLst>
              <a:path extrusionOk="0" h="401" w="1665">
                <a:moveTo>
                  <a:pt x="72" y="0"/>
                </a:moveTo>
                <a:cubicBezTo>
                  <a:pt x="1593" y="0"/>
                  <a:pt x="1593" y="0"/>
                  <a:pt x="1593" y="0"/>
                </a:cubicBezTo>
                <a:cubicBezTo>
                  <a:pt x="1633" y="0"/>
                  <a:pt x="1665" y="33"/>
                  <a:pt x="1665" y="73"/>
                </a:cubicBezTo>
                <a:cubicBezTo>
                  <a:pt x="1665" y="328"/>
                  <a:pt x="1665" y="328"/>
                  <a:pt x="1665" y="328"/>
                </a:cubicBezTo>
                <a:cubicBezTo>
                  <a:pt x="1665" y="368"/>
                  <a:pt x="1633" y="401"/>
                  <a:pt x="1593" y="401"/>
                </a:cubicBezTo>
                <a:cubicBezTo>
                  <a:pt x="72" y="401"/>
                  <a:pt x="72" y="401"/>
                  <a:pt x="72" y="401"/>
                </a:cubicBezTo>
                <a:cubicBezTo>
                  <a:pt x="33" y="401"/>
                  <a:pt x="0" y="368"/>
                  <a:pt x="0" y="328"/>
                </a:cubicBezTo>
                <a:cubicBezTo>
                  <a:pt x="0" y="73"/>
                  <a:pt x="0" y="73"/>
                  <a:pt x="0" y="73"/>
                </a:cubicBezTo>
                <a:cubicBezTo>
                  <a:pt x="0" y="33"/>
                  <a:pt x="33" y="0"/>
                  <a:pt x="72"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100" u="none" cap="none" strike="noStrike">
                <a:solidFill>
                  <a:schemeClr val="lt1"/>
                </a:solidFill>
                <a:latin typeface="Open Sans"/>
                <a:ea typeface="Open Sans"/>
                <a:cs typeface="Open Sans"/>
                <a:sym typeface="Open Sans"/>
              </a:rPr>
              <a:t>Portfolio Director</a:t>
            </a:r>
            <a:endParaRPr b="1" i="0" sz="1100" u="none" cap="none" strike="noStrike">
              <a:solidFill>
                <a:schemeClr val="lt1"/>
              </a:solidFill>
              <a:latin typeface="Open Sans"/>
              <a:ea typeface="Open Sans"/>
              <a:cs typeface="Open Sans"/>
              <a:sym typeface="Open Sans"/>
            </a:endParaRPr>
          </a:p>
        </p:txBody>
      </p:sp>
      <p:sp>
        <p:nvSpPr>
          <p:cNvPr id="782" name="Google Shape;782;p61"/>
          <p:cNvSpPr/>
          <p:nvPr/>
        </p:nvSpPr>
        <p:spPr>
          <a:xfrm>
            <a:off x="2820600" y="1801300"/>
            <a:ext cx="1675198" cy="260475"/>
          </a:xfrm>
          <a:custGeom>
            <a:rect b="b" l="l" r="r" t="t"/>
            <a:pathLst>
              <a:path extrusionOk="0" h="401" w="1665">
                <a:moveTo>
                  <a:pt x="72" y="0"/>
                </a:moveTo>
                <a:cubicBezTo>
                  <a:pt x="1593" y="0"/>
                  <a:pt x="1593" y="0"/>
                  <a:pt x="1593" y="0"/>
                </a:cubicBezTo>
                <a:cubicBezTo>
                  <a:pt x="1633" y="0"/>
                  <a:pt x="1665" y="33"/>
                  <a:pt x="1665" y="73"/>
                </a:cubicBezTo>
                <a:cubicBezTo>
                  <a:pt x="1665" y="328"/>
                  <a:pt x="1665" y="328"/>
                  <a:pt x="1665" y="328"/>
                </a:cubicBezTo>
                <a:cubicBezTo>
                  <a:pt x="1665" y="368"/>
                  <a:pt x="1633" y="401"/>
                  <a:pt x="1593" y="401"/>
                </a:cubicBezTo>
                <a:cubicBezTo>
                  <a:pt x="72" y="401"/>
                  <a:pt x="72" y="401"/>
                  <a:pt x="72" y="401"/>
                </a:cubicBezTo>
                <a:cubicBezTo>
                  <a:pt x="33" y="401"/>
                  <a:pt x="0" y="368"/>
                  <a:pt x="0" y="328"/>
                </a:cubicBezTo>
                <a:cubicBezTo>
                  <a:pt x="0" y="73"/>
                  <a:pt x="0" y="73"/>
                  <a:pt x="0" y="73"/>
                </a:cubicBezTo>
                <a:cubicBezTo>
                  <a:pt x="0" y="33"/>
                  <a:pt x="33" y="0"/>
                  <a:pt x="7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100" u="none" cap="none" strike="noStrike">
                <a:solidFill>
                  <a:schemeClr val="lt1"/>
                </a:solidFill>
                <a:latin typeface="Open Sans"/>
                <a:ea typeface="Open Sans"/>
                <a:cs typeface="Open Sans"/>
                <a:sym typeface="Open Sans"/>
              </a:rPr>
              <a:t>Technical Director</a:t>
            </a:r>
            <a:endParaRPr b="1" i="0" sz="1100" u="none" cap="none" strike="noStrike">
              <a:solidFill>
                <a:schemeClr val="lt1"/>
              </a:solidFill>
              <a:latin typeface="Open Sans"/>
              <a:ea typeface="Open Sans"/>
              <a:cs typeface="Open Sans"/>
              <a:sym typeface="Open Sans"/>
            </a:endParaRPr>
          </a:p>
        </p:txBody>
      </p:sp>
      <p:sp>
        <p:nvSpPr>
          <p:cNvPr id="783" name="Google Shape;783;p61"/>
          <p:cNvSpPr/>
          <p:nvPr/>
        </p:nvSpPr>
        <p:spPr>
          <a:xfrm>
            <a:off x="4785171" y="1801300"/>
            <a:ext cx="1648125" cy="260475"/>
          </a:xfrm>
          <a:custGeom>
            <a:rect b="b" l="l" r="r" t="t"/>
            <a:pathLst>
              <a:path extrusionOk="0" h="401" w="1665">
                <a:moveTo>
                  <a:pt x="72" y="0"/>
                </a:moveTo>
                <a:cubicBezTo>
                  <a:pt x="1593" y="0"/>
                  <a:pt x="1593" y="0"/>
                  <a:pt x="1593" y="0"/>
                </a:cubicBezTo>
                <a:cubicBezTo>
                  <a:pt x="1633" y="0"/>
                  <a:pt x="1665" y="33"/>
                  <a:pt x="1665" y="73"/>
                </a:cubicBezTo>
                <a:cubicBezTo>
                  <a:pt x="1665" y="328"/>
                  <a:pt x="1665" y="328"/>
                  <a:pt x="1665" y="328"/>
                </a:cubicBezTo>
                <a:cubicBezTo>
                  <a:pt x="1665" y="368"/>
                  <a:pt x="1633" y="401"/>
                  <a:pt x="1593" y="401"/>
                </a:cubicBezTo>
                <a:cubicBezTo>
                  <a:pt x="72" y="401"/>
                  <a:pt x="72" y="401"/>
                  <a:pt x="72" y="401"/>
                </a:cubicBezTo>
                <a:cubicBezTo>
                  <a:pt x="33" y="401"/>
                  <a:pt x="0" y="368"/>
                  <a:pt x="0" y="328"/>
                </a:cubicBezTo>
                <a:cubicBezTo>
                  <a:pt x="0" y="73"/>
                  <a:pt x="0" y="73"/>
                  <a:pt x="0" y="73"/>
                </a:cubicBezTo>
                <a:cubicBezTo>
                  <a:pt x="0" y="33"/>
                  <a:pt x="33" y="0"/>
                  <a:pt x="72"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100" u="none" cap="none" strike="noStrike">
                <a:solidFill>
                  <a:schemeClr val="lt1"/>
                </a:solidFill>
                <a:latin typeface="Open Sans"/>
                <a:ea typeface="Open Sans"/>
                <a:cs typeface="Open Sans"/>
                <a:sym typeface="Open Sans"/>
              </a:rPr>
              <a:t>SEM</a:t>
            </a:r>
            <a:endParaRPr b="1" i="0" sz="1100" u="none" cap="none" strike="noStrike">
              <a:solidFill>
                <a:schemeClr val="lt1"/>
              </a:solidFill>
              <a:latin typeface="Open Sans"/>
              <a:ea typeface="Open Sans"/>
              <a:cs typeface="Open Sans"/>
              <a:sym typeface="Open Sans"/>
            </a:endParaRPr>
          </a:p>
        </p:txBody>
      </p:sp>
      <p:sp>
        <p:nvSpPr>
          <p:cNvPr id="784" name="Google Shape;784;p61"/>
          <p:cNvSpPr/>
          <p:nvPr/>
        </p:nvSpPr>
        <p:spPr>
          <a:xfrm>
            <a:off x="6698072" y="1801300"/>
            <a:ext cx="1822925" cy="260475"/>
          </a:xfrm>
          <a:custGeom>
            <a:rect b="b" l="l" r="r" t="t"/>
            <a:pathLst>
              <a:path extrusionOk="0" h="401" w="1665">
                <a:moveTo>
                  <a:pt x="72" y="0"/>
                </a:moveTo>
                <a:cubicBezTo>
                  <a:pt x="1593" y="0"/>
                  <a:pt x="1593" y="0"/>
                  <a:pt x="1593" y="0"/>
                </a:cubicBezTo>
                <a:cubicBezTo>
                  <a:pt x="1633" y="0"/>
                  <a:pt x="1665" y="33"/>
                  <a:pt x="1665" y="73"/>
                </a:cubicBezTo>
                <a:cubicBezTo>
                  <a:pt x="1665" y="328"/>
                  <a:pt x="1665" y="328"/>
                  <a:pt x="1665" y="328"/>
                </a:cubicBezTo>
                <a:cubicBezTo>
                  <a:pt x="1665" y="368"/>
                  <a:pt x="1633" y="401"/>
                  <a:pt x="1593" y="401"/>
                </a:cubicBezTo>
                <a:cubicBezTo>
                  <a:pt x="72" y="401"/>
                  <a:pt x="72" y="401"/>
                  <a:pt x="72" y="401"/>
                </a:cubicBezTo>
                <a:cubicBezTo>
                  <a:pt x="33" y="401"/>
                  <a:pt x="0" y="368"/>
                  <a:pt x="0" y="328"/>
                </a:cubicBezTo>
                <a:cubicBezTo>
                  <a:pt x="0" y="73"/>
                  <a:pt x="0" y="73"/>
                  <a:pt x="0" y="73"/>
                </a:cubicBezTo>
                <a:cubicBezTo>
                  <a:pt x="0" y="33"/>
                  <a:pt x="33" y="0"/>
                  <a:pt x="72" y="0"/>
                </a:cubicBezTo>
                <a:close/>
              </a:path>
            </a:pathLst>
          </a:cu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100" u="none" cap="none" strike="noStrike">
                <a:solidFill>
                  <a:schemeClr val="lt1"/>
                </a:solidFill>
                <a:latin typeface="Open Sans"/>
                <a:ea typeface="Open Sans"/>
                <a:cs typeface="Open Sans"/>
                <a:sym typeface="Open Sans"/>
              </a:rPr>
              <a:t>Project Manager </a:t>
            </a:r>
            <a:endParaRPr b="1" i="0" sz="1100" u="none" cap="none" strike="noStrike">
              <a:solidFill>
                <a:schemeClr val="lt1"/>
              </a:solidFill>
              <a:latin typeface="Open Sans"/>
              <a:ea typeface="Open Sans"/>
              <a:cs typeface="Open Sans"/>
              <a:sym typeface="Open Sans"/>
            </a:endParaRPr>
          </a:p>
        </p:txBody>
      </p:sp>
      <p:sp>
        <p:nvSpPr>
          <p:cNvPr id="785" name="Google Shape;785;p61"/>
          <p:cNvSpPr txBox="1"/>
          <p:nvPr/>
        </p:nvSpPr>
        <p:spPr>
          <a:xfrm>
            <a:off x="658600" y="2295100"/>
            <a:ext cx="1736100" cy="1578900"/>
          </a:xfrm>
          <a:prstGeom prst="rect">
            <a:avLst/>
          </a:prstGeom>
          <a:noFill/>
          <a:ln>
            <a:noFill/>
          </a:ln>
        </p:spPr>
        <p:txBody>
          <a:bodyPr anchorCtr="0" anchor="t" bIns="0" lIns="0" spcFirstLastPara="1" rIns="0" wrap="square" tIns="0">
            <a:noAutofit/>
          </a:bodyPr>
          <a:lstStyle/>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Responsible for managing key client leadership relationships within portfolio</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Accountable for managing profitability of portfolio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Accountable for growth of the portfolio</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Responsible for account strategy</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Accountable for portfolio KPIs and metrics</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1"/>
              </a:buClr>
              <a:buSzPts val="900"/>
              <a:buFont typeface="Open Sans"/>
              <a:buChar char="●"/>
            </a:pPr>
            <a:r>
              <a:rPr i="0" lang="en" sz="900" u="none" cap="none" strike="noStrike">
                <a:solidFill>
                  <a:schemeClr val="dk1"/>
                </a:solidFill>
                <a:latin typeface="Open Sans"/>
                <a:ea typeface="Open Sans"/>
                <a:cs typeface="Open Sans"/>
                <a:sym typeface="Open Sans"/>
              </a:rPr>
              <a:t>Acts as the second point of escalation outside of the project team</a:t>
            </a:r>
            <a:endParaRPr i="0" sz="1000" u="none" cap="none" strike="noStrike">
              <a:solidFill>
                <a:schemeClr val="dk1"/>
              </a:solidFill>
              <a:latin typeface="Open Sans"/>
              <a:ea typeface="Open Sans"/>
              <a:cs typeface="Open Sans"/>
              <a:sym typeface="Open Sans"/>
            </a:endParaRPr>
          </a:p>
        </p:txBody>
      </p:sp>
      <p:sp>
        <p:nvSpPr>
          <p:cNvPr id="786" name="Google Shape;786;p61"/>
          <p:cNvSpPr txBox="1"/>
          <p:nvPr/>
        </p:nvSpPr>
        <p:spPr>
          <a:xfrm>
            <a:off x="2639800" y="2295100"/>
            <a:ext cx="1736100" cy="1867200"/>
          </a:xfrm>
          <a:prstGeom prst="rect">
            <a:avLst/>
          </a:prstGeom>
          <a:noFill/>
          <a:ln>
            <a:noFill/>
          </a:ln>
        </p:spPr>
        <p:txBody>
          <a:bodyPr anchorCtr="0" anchor="t" bIns="0" lIns="0" spcFirstLastPara="1" rIns="0" wrap="square" tIns="0">
            <a:noAutofit/>
          </a:bodyPr>
          <a:lstStyle/>
          <a:p>
            <a:pPr indent="-171450" lvl="0" marL="285750" marR="0" rtl="0" algn="l">
              <a:lnSpc>
                <a:spcPct val="115000"/>
              </a:lnSpc>
              <a:spcBef>
                <a:spcPts val="0"/>
              </a:spcBef>
              <a:spcAft>
                <a:spcPts val="0"/>
              </a:spcAft>
              <a:buClr>
                <a:schemeClr val="accent2"/>
              </a:buClr>
              <a:buSzPts val="900"/>
              <a:buFont typeface="Open Sans"/>
              <a:buChar char="●"/>
            </a:pPr>
            <a:r>
              <a:rPr i="0" lang="en" sz="900" u="none" cap="none" strike="noStrike">
                <a:solidFill>
                  <a:schemeClr val="dk1"/>
                </a:solidFill>
                <a:latin typeface="Open Sans"/>
                <a:ea typeface="Open Sans"/>
                <a:cs typeface="Open Sans"/>
                <a:sym typeface="Open Sans"/>
              </a:rPr>
              <a:t>Responsible for managing technical leadership relationships within portfolio</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2"/>
              </a:buClr>
              <a:buSzPts val="900"/>
              <a:buFont typeface="Open Sans"/>
              <a:buChar char="●"/>
            </a:pPr>
            <a:r>
              <a:rPr i="0" lang="en" sz="900" u="none" cap="none" strike="noStrike">
                <a:solidFill>
                  <a:schemeClr val="dk1"/>
                </a:solidFill>
                <a:latin typeface="Open Sans"/>
                <a:ea typeface="Open Sans"/>
                <a:cs typeface="Open Sans"/>
                <a:sym typeface="Open Sans"/>
              </a:rPr>
              <a:t>Accountable for portfolio solution quality and adherence to established standards and best practices</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2"/>
              </a:buClr>
              <a:buSzPts val="900"/>
              <a:buFont typeface="Open Sans"/>
              <a:buChar char="●"/>
            </a:pPr>
            <a:r>
              <a:rPr i="0" lang="en" sz="900" u="none" cap="none" strike="noStrike">
                <a:solidFill>
                  <a:schemeClr val="dk1"/>
                </a:solidFill>
                <a:latin typeface="Open Sans"/>
                <a:ea typeface="Open Sans"/>
                <a:cs typeface="Open Sans"/>
                <a:sym typeface="Open Sans"/>
              </a:rPr>
              <a:t>Responsible for solution  roadmapping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2"/>
              </a:buClr>
              <a:buSzPts val="900"/>
              <a:buFont typeface="Open Sans"/>
              <a:buChar char="●"/>
            </a:pPr>
            <a:r>
              <a:rPr i="0" lang="en" sz="900" u="none" cap="none" strike="noStrike">
                <a:solidFill>
                  <a:schemeClr val="dk1"/>
                </a:solidFill>
                <a:latin typeface="Open Sans"/>
                <a:ea typeface="Open Sans"/>
                <a:cs typeface="Open Sans"/>
                <a:sym typeface="Open Sans"/>
              </a:rPr>
              <a:t>Acts as the second point of escalation for technical issues outside of the project team</a:t>
            </a:r>
            <a:endParaRPr i="0" sz="900" u="none" cap="none" strike="noStrike">
              <a:solidFill>
                <a:schemeClr val="dk1"/>
              </a:solidFill>
              <a:latin typeface="Open Sans"/>
              <a:ea typeface="Open Sans"/>
              <a:cs typeface="Open Sans"/>
              <a:sym typeface="Open Sans"/>
            </a:endParaRPr>
          </a:p>
        </p:txBody>
      </p:sp>
      <p:sp>
        <p:nvSpPr>
          <p:cNvPr id="787" name="Google Shape;787;p61"/>
          <p:cNvSpPr txBox="1"/>
          <p:nvPr/>
        </p:nvSpPr>
        <p:spPr>
          <a:xfrm>
            <a:off x="4697200" y="2295100"/>
            <a:ext cx="1736100" cy="1867200"/>
          </a:xfrm>
          <a:prstGeom prst="rect">
            <a:avLst/>
          </a:prstGeom>
          <a:noFill/>
          <a:ln>
            <a:noFill/>
          </a:ln>
        </p:spPr>
        <p:txBody>
          <a:bodyPr anchorCtr="0" anchor="t" bIns="0" lIns="0" spcFirstLastPara="1" rIns="0" wrap="square" tIns="0">
            <a:noAutofit/>
          </a:bodyPr>
          <a:lstStyle/>
          <a:p>
            <a:pPr indent="-171450" lvl="0" marL="285750" marR="0" rtl="0" algn="l">
              <a:lnSpc>
                <a:spcPct val="115000"/>
              </a:lnSpc>
              <a:spcBef>
                <a:spcPts val="0"/>
              </a:spcBef>
              <a:spcAft>
                <a:spcPts val="0"/>
              </a:spcAft>
              <a:buClr>
                <a:schemeClr val="accent3"/>
              </a:buClr>
              <a:buSzPts val="900"/>
              <a:buFont typeface="Open Sans"/>
              <a:buChar char="●"/>
            </a:pPr>
            <a:r>
              <a:rPr i="0" lang="en" sz="900" u="none" cap="none" strike="noStrike">
                <a:solidFill>
                  <a:schemeClr val="dk1"/>
                </a:solidFill>
                <a:latin typeface="Open Sans"/>
                <a:ea typeface="Open Sans"/>
                <a:cs typeface="Open Sans"/>
                <a:sym typeface="Open Sans"/>
              </a:rPr>
              <a:t>Responsible for managing key account and project-level relationships</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3"/>
              </a:buClr>
              <a:buSzPts val="900"/>
              <a:buFont typeface="Open Sans"/>
              <a:buChar char="●"/>
            </a:pPr>
            <a:r>
              <a:rPr i="0" lang="en" sz="900" u="none" cap="none" strike="noStrike">
                <a:solidFill>
                  <a:schemeClr val="dk1"/>
                </a:solidFill>
                <a:latin typeface="Open Sans"/>
                <a:ea typeface="Open Sans"/>
                <a:cs typeface="Open Sans"/>
                <a:sym typeface="Open Sans"/>
              </a:rPr>
              <a:t>Accountable for success of projects in portfolio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3"/>
              </a:buClr>
              <a:buSzPts val="900"/>
              <a:buFont typeface="Open Sans"/>
              <a:buChar char="●"/>
            </a:pPr>
            <a:r>
              <a:rPr i="0" lang="en" sz="900" u="none" cap="none" strike="noStrike">
                <a:solidFill>
                  <a:schemeClr val="dk1"/>
                </a:solidFill>
                <a:latin typeface="Open Sans"/>
                <a:ea typeface="Open Sans"/>
                <a:cs typeface="Open Sans"/>
                <a:sym typeface="Open Sans"/>
              </a:rPr>
              <a:t>Accountable for project metrics, KPIs and success factors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3"/>
              </a:buClr>
              <a:buSzPts val="900"/>
              <a:buFont typeface="Open Sans"/>
              <a:buChar char="●"/>
            </a:pPr>
            <a:r>
              <a:rPr i="0" lang="en" sz="900" u="none" cap="none" strike="noStrike">
                <a:solidFill>
                  <a:schemeClr val="dk1"/>
                </a:solidFill>
                <a:latin typeface="Open Sans"/>
                <a:ea typeface="Open Sans"/>
                <a:cs typeface="Open Sans"/>
                <a:sym typeface="Open Sans"/>
              </a:rPr>
              <a:t>Responsible for engaging with team to mitigate risk and resolve issues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chemeClr val="accent3"/>
              </a:buClr>
              <a:buSzPts val="900"/>
              <a:buFont typeface="Open Sans"/>
              <a:buChar char="●"/>
            </a:pPr>
            <a:r>
              <a:rPr i="0" lang="en" sz="900" u="none" cap="none" strike="noStrike">
                <a:solidFill>
                  <a:schemeClr val="dk1"/>
                </a:solidFill>
                <a:latin typeface="Open Sans"/>
                <a:ea typeface="Open Sans"/>
                <a:cs typeface="Open Sans"/>
                <a:sym typeface="Open Sans"/>
              </a:rPr>
              <a:t>Acts as the first point of escalation outside of the project team</a:t>
            </a:r>
            <a:endParaRPr i="0" sz="900" u="none" cap="none" strike="noStrike">
              <a:solidFill>
                <a:schemeClr val="dk1"/>
              </a:solidFill>
              <a:latin typeface="Open Sans"/>
              <a:ea typeface="Open Sans"/>
              <a:cs typeface="Open Sans"/>
              <a:sym typeface="Open Sans"/>
            </a:endParaRPr>
          </a:p>
        </p:txBody>
      </p:sp>
      <p:sp>
        <p:nvSpPr>
          <p:cNvPr id="788" name="Google Shape;788;p61"/>
          <p:cNvSpPr txBox="1"/>
          <p:nvPr/>
        </p:nvSpPr>
        <p:spPr>
          <a:xfrm>
            <a:off x="6602200" y="2295100"/>
            <a:ext cx="1918800" cy="2182200"/>
          </a:xfrm>
          <a:prstGeom prst="rect">
            <a:avLst/>
          </a:prstGeom>
          <a:noFill/>
          <a:ln>
            <a:noFill/>
          </a:ln>
        </p:spPr>
        <p:txBody>
          <a:bodyPr anchorCtr="0" anchor="t" bIns="0" lIns="0" spcFirstLastPara="1" rIns="0" wrap="square" tIns="0">
            <a:noAutofit/>
          </a:bodyPr>
          <a:lstStyle/>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Responsible for managing project budget, schedule and resources</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Manages client and team members </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Responsible for project RAID management</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Accountable for team deliverables</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Responsible for day to day team management</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Acts as Scrum Master</a:t>
            </a:r>
            <a:endParaRPr i="0" sz="900" u="none" cap="none" strike="noStrike">
              <a:solidFill>
                <a:schemeClr val="dk1"/>
              </a:solidFill>
              <a:latin typeface="Open Sans"/>
              <a:ea typeface="Open Sans"/>
              <a:cs typeface="Open Sans"/>
              <a:sym typeface="Open Sans"/>
            </a:endParaRPr>
          </a:p>
          <a:p>
            <a:pPr indent="-171450" lvl="0" marL="285750" marR="0" rtl="0" algn="l">
              <a:lnSpc>
                <a:spcPct val="115000"/>
              </a:lnSpc>
              <a:spcBef>
                <a:spcPts val="0"/>
              </a:spcBef>
              <a:spcAft>
                <a:spcPts val="0"/>
              </a:spcAft>
              <a:buClr>
                <a:srgbClr val="BFBFBF"/>
              </a:buClr>
              <a:buSzPts val="900"/>
              <a:buFont typeface="Open Sans"/>
              <a:buChar char="●"/>
            </a:pPr>
            <a:r>
              <a:rPr i="0" lang="en" sz="900" u="none" cap="none" strike="noStrike">
                <a:solidFill>
                  <a:schemeClr val="dk1"/>
                </a:solidFill>
                <a:latin typeface="Open Sans"/>
                <a:ea typeface="Open Sans"/>
                <a:cs typeface="Open Sans"/>
                <a:sym typeface="Open Sans"/>
              </a:rPr>
              <a:t>Responsible for project planning and methodology execution</a:t>
            </a:r>
            <a:endParaRPr i="0" sz="900" u="none" cap="none" strike="noStrike">
              <a:solidFill>
                <a:schemeClr val="dk1"/>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2"/>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lt1"/>
                </a:solidFill>
                <a:latin typeface="Lexend Medium"/>
                <a:ea typeface="Lexend Medium"/>
                <a:cs typeface="Lexend Medium"/>
                <a:sym typeface="Lexend Medium"/>
              </a:rPr>
              <a:t>What we heard</a:t>
            </a:r>
            <a:endParaRPr sz="2000">
              <a:solidFill>
                <a:schemeClr val="lt1"/>
              </a:solidFill>
              <a:latin typeface="Lexend Medium"/>
              <a:ea typeface="Lexend Medium"/>
              <a:cs typeface="Lexend Medium"/>
              <a:sym typeface="Lexend Medium"/>
            </a:endParaRPr>
          </a:p>
        </p:txBody>
      </p:sp>
      <p:cxnSp>
        <p:nvCxnSpPr>
          <p:cNvPr id="794" name="Google Shape;794;p62"/>
          <p:cNvCxnSpPr/>
          <p:nvPr/>
        </p:nvCxnSpPr>
        <p:spPr>
          <a:xfrm>
            <a:off x="713250" y="655875"/>
            <a:ext cx="376800" cy="0"/>
          </a:xfrm>
          <a:prstGeom prst="straightConnector1">
            <a:avLst/>
          </a:prstGeom>
          <a:noFill/>
          <a:ln cap="flat" cmpd="sng" w="38100">
            <a:solidFill>
              <a:schemeClr val="lt2"/>
            </a:solidFill>
            <a:prstDash val="solid"/>
            <a:round/>
            <a:headEnd len="med" w="med" type="none"/>
            <a:tailEnd len="med" w="med" type="none"/>
          </a:ln>
        </p:spPr>
      </p:cxnSp>
      <p:sp>
        <p:nvSpPr>
          <p:cNvPr id="795" name="Google Shape;795;p62"/>
          <p:cNvSpPr txBox="1"/>
          <p:nvPr/>
        </p:nvSpPr>
        <p:spPr>
          <a:xfrm>
            <a:off x="4340000" y="808275"/>
            <a:ext cx="3977700" cy="416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accent1"/>
                </a:solidFill>
                <a:latin typeface="Lexend Medium"/>
                <a:ea typeface="Lexend Medium"/>
                <a:cs typeface="Lexend Medium"/>
                <a:sym typeface="Lexend Medium"/>
              </a:rPr>
              <a:t>TECH STACK</a:t>
            </a:r>
            <a:endParaRPr i="0" sz="1100" u="none" cap="none" strike="noStrike">
              <a:solidFill>
                <a:schemeClr val="accent1"/>
              </a:solidFill>
              <a:latin typeface="Lexend Medium"/>
              <a:ea typeface="Lexend Medium"/>
              <a:cs typeface="Lexend Medium"/>
              <a:sym typeface="Lexend Medium"/>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Fiserv DNA</a:t>
            </a:r>
            <a:endParaRPr i="0" sz="1000" u="none" cap="none" strike="noStrike">
              <a:solidFill>
                <a:schemeClr val="dk1"/>
              </a:solidFill>
              <a:latin typeface="Open Sans"/>
              <a:ea typeface="Open Sans"/>
              <a:cs typeface="Open Sans"/>
              <a:sym typeface="Open Sans"/>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LaserPro Finastra</a:t>
            </a:r>
            <a:endParaRPr i="0" sz="1000" u="none" cap="none" strike="noStrike">
              <a:solidFill>
                <a:schemeClr val="dk1"/>
              </a:solidFill>
              <a:latin typeface="Open Sans"/>
              <a:ea typeface="Open Sans"/>
              <a:cs typeface="Open Sans"/>
              <a:sym typeface="Open Sans"/>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Xamine (IT Resources)</a:t>
            </a:r>
            <a:endParaRPr i="0" sz="10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accent1"/>
                </a:solidFill>
                <a:latin typeface="Lexend Medium"/>
                <a:ea typeface="Lexend Medium"/>
                <a:cs typeface="Lexend Medium"/>
                <a:sym typeface="Lexend Medium"/>
              </a:rPr>
              <a:t>DESIRED STATE</a:t>
            </a:r>
            <a:endParaRPr i="0" sz="1100" u="none" cap="none" strike="noStrike">
              <a:solidFill>
                <a:schemeClr val="accent1"/>
              </a:solidFill>
              <a:latin typeface="Lexend Medium"/>
              <a:ea typeface="Lexend Medium"/>
              <a:cs typeface="Lexend Medium"/>
              <a:sym typeface="Lexend Medium"/>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Track prospect engagement while building loan deposit business for Relationship Managers, Advisory Board, Customer Service</a:t>
            </a:r>
            <a:endParaRPr i="0" sz="1000" u="none" cap="none" strike="noStrike">
              <a:solidFill>
                <a:schemeClr val="dk1"/>
              </a:solidFill>
              <a:latin typeface="Open Sans"/>
              <a:ea typeface="Open Sans"/>
              <a:cs typeface="Open Sans"/>
              <a:sym typeface="Open Sans"/>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Track producer interaction activity</a:t>
            </a:r>
            <a:endParaRPr i="0" sz="1000" u="none" cap="none" strike="noStrike">
              <a:solidFill>
                <a:schemeClr val="dk1"/>
              </a:solidFill>
              <a:latin typeface="Open Sans"/>
              <a:ea typeface="Open Sans"/>
              <a:cs typeface="Open Sans"/>
              <a:sym typeface="Open Sans"/>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Track and assign tasks for easy follow up</a:t>
            </a:r>
            <a:endParaRPr i="0" sz="1000" u="none" cap="none" strike="noStrike">
              <a:solidFill>
                <a:schemeClr val="dk1"/>
              </a:solidFill>
              <a:latin typeface="Open Sans"/>
              <a:ea typeface="Open Sans"/>
              <a:cs typeface="Open Sans"/>
              <a:sym typeface="Open Sans"/>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Create reports &amp; dashboards for easy executive check-ins</a:t>
            </a:r>
            <a:endParaRPr i="0" sz="10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 </a:t>
            </a:r>
            <a:endParaRPr b="1" i="0" sz="11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accent1"/>
                </a:solidFill>
                <a:latin typeface="Lexend Medium"/>
                <a:ea typeface="Lexend Medium"/>
                <a:cs typeface="Lexend Medium"/>
                <a:sym typeface="Lexend Medium"/>
              </a:rPr>
              <a:t>BUSINESS UNITS</a:t>
            </a:r>
            <a:endParaRPr i="0" sz="1000" u="none" cap="none" strike="noStrike">
              <a:solidFill>
                <a:schemeClr val="accent1"/>
              </a:solidFill>
              <a:latin typeface="Lexend Medium"/>
              <a:ea typeface="Lexend Medium"/>
              <a:cs typeface="Lexend Medium"/>
              <a:sym typeface="Lexend Medium"/>
            </a:endParaRPr>
          </a:p>
          <a:p>
            <a:pPr indent="-292100" lvl="0" marL="342900" marR="0" rtl="0" algn="l">
              <a:lnSpc>
                <a:spcPct val="100000"/>
              </a:lnSpc>
              <a:spcBef>
                <a:spcPts val="1000"/>
              </a:spcBef>
              <a:spcAft>
                <a:spcPts val="0"/>
              </a:spcAft>
              <a:buClr>
                <a:schemeClr val="accent1"/>
              </a:buClr>
              <a:buSzPts val="1000"/>
              <a:buFont typeface="Open Sans"/>
              <a:buChar char="●"/>
            </a:pPr>
            <a:r>
              <a:rPr i="0" lang="en" sz="1000" u="none" cap="none" strike="noStrike">
                <a:solidFill>
                  <a:schemeClr val="dk1"/>
                </a:solidFill>
                <a:latin typeface="Open Sans"/>
                <a:ea typeface="Open Sans"/>
                <a:cs typeface="Open Sans"/>
                <a:sym typeface="Open Sans"/>
              </a:rPr>
              <a:t>Commercial</a:t>
            </a:r>
            <a:endParaRPr i="0" sz="1000" u="none" cap="none" strike="noStrike">
              <a:solidFill>
                <a:schemeClr val="dk1"/>
              </a:solidFill>
              <a:latin typeface="Open Sans"/>
              <a:ea typeface="Open Sans"/>
              <a:cs typeface="Open Sans"/>
              <a:sym typeface="Open Sans"/>
            </a:endParaRPr>
          </a:p>
        </p:txBody>
      </p:sp>
      <p:sp>
        <p:nvSpPr>
          <p:cNvPr id="796" name="Google Shape;796;p62"/>
          <p:cNvSpPr txBox="1"/>
          <p:nvPr/>
        </p:nvSpPr>
        <p:spPr>
          <a:xfrm>
            <a:off x="713250" y="1417875"/>
            <a:ext cx="2705100" cy="3073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i="0" lang="en" sz="1200" u="none" cap="none" strike="noStrike">
                <a:solidFill>
                  <a:schemeClr val="lt2"/>
                </a:solidFill>
                <a:latin typeface="Lexend Medium"/>
                <a:ea typeface="Lexend Medium"/>
                <a:cs typeface="Lexend Medium"/>
                <a:sym typeface="Lexend Medium"/>
              </a:rPr>
              <a:t>OBJECTIVE</a:t>
            </a:r>
            <a:endParaRPr i="0" sz="1200" u="none" cap="none" strike="noStrike">
              <a:solidFill>
                <a:schemeClr val="lt2"/>
              </a:solidFill>
              <a:latin typeface="Lexend Medium"/>
              <a:ea typeface="Lexend Medium"/>
              <a:cs typeface="Lexend Medium"/>
              <a:sym typeface="Lexend Medium"/>
            </a:endParaRPr>
          </a:p>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chemeClr val="lt1"/>
                </a:solidFill>
                <a:latin typeface="Open Sans"/>
                <a:ea typeface="Open Sans"/>
                <a:cs typeface="Open Sans"/>
                <a:sym typeface="Open Sans"/>
              </a:rPr>
              <a:t>Utilize the cloud-based Salesforce Platform to centralize data and track customer engagement at First Women’s Bank.  First Women’s Bank is looking to create a single source of customer truth to enable employees to create good habits and create  actionable insight on the customer - driving retention and increasing revenue.</a:t>
            </a:r>
            <a:endParaRPr i="0" sz="1300" u="none" cap="none" strike="noStrike">
              <a:solidFill>
                <a:schemeClr val="lt1"/>
              </a:solidFill>
              <a:latin typeface="Open Sans"/>
              <a:ea typeface="Open Sans"/>
              <a:cs typeface="Open Sans"/>
              <a:sym typeface="Open Sans"/>
            </a:endParaRPr>
          </a:p>
        </p:txBody>
      </p:sp>
      <p:cxnSp>
        <p:nvCxnSpPr>
          <p:cNvPr id="797" name="Google Shape;797;p62"/>
          <p:cNvCxnSpPr/>
          <p:nvPr/>
        </p:nvCxnSpPr>
        <p:spPr>
          <a:xfrm flipH="1" rot="10800000">
            <a:off x="4339850" y="1978525"/>
            <a:ext cx="3977700" cy="10500"/>
          </a:xfrm>
          <a:prstGeom prst="straightConnector1">
            <a:avLst/>
          </a:prstGeom>
          <a:noFill/>
          <a:ln cap="flat" cmpd="sng" w="9525">
            <a:solidFill>
              <a:schemeClr val="lt2"/>
            </a:solidFill>
            <a:prstDash val="solid"/>
            <a:round/>
            <a:headEnd len="sm" w="sm" type="none"/>
            <a:tailEnd len="sm" w="sm" type="none"/>
          </a:ln>
        </p:spPr>
      </p:cxnSp>
      <p:cxnSp>
        <p:nvCxnSpPr>
          <p:cNvPr id="798" name="Google Shape;798;p62"/>
          <p:cNvCxnSpPr/>
          <p:nvPr/>
        </p:nvCxnSpPr>
        <p:spPr>
          <a:xfrm flipH="1" rot="10800000">
            <a:off x="4340000" y="3909825"/>
            <a:ext cx="3977700" cy="10500"/>
          </a:xfrm>
          <a:prstGeom prst="straightConnector1">
            <a:avLst/>
          </a:prstGeom>
          <a:noFill/>
          <a:ln cap="flat" cmpd="sng" w="9525">
            <a:solidFill>
              <a:schemeClr val="lt2"/>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3"/>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Laptop &amp; features</a:t>
            </a:r>
            <a:endParaRPr sz="2000">
              <a:solidFill>
                <a:schemeClr val="accent5"/>
              </a:solidFill>
              <a:latin typeface="Lexend Medium"/>
              <a:ea typeface="Lexend Medium"/>
              <a:cs typeface="Lexend Medium"/>
              <a:sym typeface="Lexend Medium"/>
            </a:endParaRPr>
          </a:p>
        </p:txBody>
      </p:sp>
      <p:cxnSp>
        <p:nvCxnSpPr>
          <p:cNvPr id="804" name="Google Shape;804;p63"/>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grpSp>
        <p:nvGrpSpPr>
          <p:cNvPr id="805" name="Google Shape;805;p63"/>
          <p:cNvGrpSpPr/>
          <p:nvPr/>
        </p:nvGrpSpPr>
        <p:grpSpPr>
          <a:xfrm>
            <a:off x="-1747941" y="1074225"/>
            <a:ext cx="7216082" cy="3811199"/>
            <a:chOff x="3923035" y="1161899"/>
            <a:chExt cx="6891493" cy="3639766"/>
          </a:xfrm>
        </p:grpSpPr>
        <p:pic>
          <p:nvPicPr>
            <p:cNvPr id="806" name="Google Shape;806;p63"/>
            <p:cNvPicPr preferRelativeResize="0"/>
            <p:nvPr/>
          </p:nvPicPr>
          <p:blipFill rotWithShape="1">
            <a:blip r:embed="rId3">
              <a:alphaModFix/>
            </a:blip>
            <a:srcRect b="0" l="0" r="0" t="0"/>
            <a:stretch/>
          </p:blipFill>
          <p:spPr>
            <a:xfrm>
              <a:off x="3923035" y="1161899"/>
              <a:ext cx="6891493" cy="3639766"/>
            </a:xfrm>
            <a:prstGeom prst="rect">
              <a:avLst/>
            </a:prstGeom>
            <a:noFill/>
            <a:ln>
              <a:noFill/>
            </a:ln>
          </p:spPr>
        </p:pic>
        <p:sp>
          <p:nvSpPr>
            <p:cNvPr id="807" name="Google Shape;807;p63"/>
            <p:cNvSpPr/>
            <p:nvPr/>
          </p:nvSpPr>
          <p:spPr>
            <a:xfrm>
              <a:off x="5149655" y="1464566"/>
              <a:ext cx="4442967" cy="2752997"/>
            </a:xfrm>
            <a:custGeom>
              <a:rect b="b" l="l" r="r" t="t"/>
              <a:pathLst>
                <a:path extrusionOk="0" h="2823587" w="4476541">
                  <a:moveTo>
                    <a:pt x="0" y="0"/>
                  </a:moveTo>
                  <a:lnTo>
                    <a:pt x="4476541" y="0"/>
                  </a:lnTo>
                  <a:lnTo>
                    <a:pt x="4476541" y="2823587"/>
                  </a:lnTo>
                  <a:lnTo>
                    <a:pt x="0" y="2823587"/>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DBECE5"/>
                </a:solidFill>
                <a:latin typeface="Roboto"/>
                <a:ea typeface="Roboto"/>
                <a:cs typeface="Roboto"/>
                <a:sym typeface="Roboto"/>
              </a:endParaRPr>
            </a:p>
          </p:txBody>
        </p:sp>
      </p:grpSp>
      <p:pic>
        <p:nvPicPr>
          <p:cNvPr id="808" name="Google Shape;808;p63"/>
          <p:cNvPicPr preferRelativeResize="0"/>
          <p:nvPr/>
        </p:nvPicPr>
        <p:blipFill rotWithShape="1">
          <a:blip r:embed="rId4">
            <a:alphaModFix/>
          </a:blip>
          <a:srcRect b="0" l="4644" r="4644" t="0"/>
          <a:stretch/>
        </p:blipFill>
        <p:spPr>
          <a:xfrm>
            <a:off x="-463536" y="1382557"/>
            <a:ext cx="4647253" cy="2882313"/>
          </a:xfrm>
          <a:custGeom>
            <a:rect b="b" l="l" r="r" t="t"/>
            <a:pathLst>
              <a:path extrusionOk="0" h="2882313" w="4647253">
                <a:moveTo>
                  <a:pt x="0" y="0"/>
                </a:moveTo>
                <a:lnTo>
                  <a:pt x="4647253" y="0"/>
                </a:lnTo>
                <a:lnTo>
                  <a:pt x="4647253" y="2882313"/>
                </a:lnTo>
                <a:lnTo>
                  <a:pt x="0" y="2882313"/>
                </a:lnTo>
                <a:close/>
              </a:path>
            </a:pathLst>
          </a:custGeom>
          <a:noFill/>
          <a:ln>
            <a:noFill/>
          </a:ln>
        </p:spPr>
      </p:pic>
      <p:grpSp>
        <p:nvGrpSpPr>
          <p:cNvPr id="809" name="Google Shape;809;p63"/>
          <p:cNvGrpSpPr/>
          <p:nvPr/>
        </p:nvGrpSpPr>
        <p:grpSpPr>
          <a:xfrm>
            <a:off x="5324710" y="1379067"/>
            <a:ext cx="378234" cy="217771"/>
            <a:chOff x="6906370" y="5941683"/>
            <a:chExt cx="402634" cy="231819"/>
          </a:xfrm>
        </p:grpSpPr>
        <p:sp>
          <p:nvSpPr>
            <p:cNvPr id="810" name="Google Shape;810;p63"/>
            <p:cNvSpPr/>
            <p:nvPr/>
          </p:nvSpPr>
          <p:spPr>
            <a:xfrm>
              <a:off x="6906370" y="5941683"/>
              <a:ext cx="402634" cy="231819"/>
            </a:xfrm>
            <a:custGeom>
              <a:rect b="b" l="l" r="r" t="t"/>
              <a:pathLst>
                <a:path extrusionOk="0" h="231819" w="402634">
                  <a:moveTo>
                    <a:pt x="409955" y="117130"/>
                  </a:moveTo>
                  <a:cubicBezTo>
                    <a:pt x="409955" y="117130"/>
                    <a:pt x="336749" y="0"/>
                    <a:pt x="204977" y="0"/>
                  </a:cubicBezTo>
                  <a:cubicBezTo>
                    <a:pt x="73206" y="0"/>
                    <a:pt x="0" y="117130"/>
                    <a:pt x="0" y="117130"/>
                  </a:cubicBezTo>
                  <a:cubicBezTo>
                    <a:pt x="0" y="117130"/>
                    <a:pt x="73206" y="234260"/>
                    <a:pt x="204977" y="234260"/>
                  </a:cubicBezTo>
                  <a:cubicBezTo>
                    <a:pt x="336749" y="234260"/>
                    <a:pt x="409955" y="117130"/>
                    <a:pt x="409955" y="117130"/>
                  </a:cubicBezTo>
                  <a:close/>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1" name="Google Shape;811;p63"/>
            <p:cNvSpPr/>
            <p:nvPr/>
          </p:nvSpPr>
          <p:spPr>
            <a:xfrm>
              <a:off x="7047902" y="5994148"/>
              <a:ext cx="122010" cy="122010"/>
            </a:xfrm>
            <a:custGeom>
              <a:rect b="b" l="l" r="r" t="t"/>
              <a:pathLst>
                <a:path extrusionOk="0" h="122010" w="122010">
                  <a:moveTo>
                    <a:pt x="129331" y="64666"/>
                  </a:moveTo>
                  <a:cubicBezTo>
                    <a:pt x="129331" y="100379"/>
                    <a:pt x="100380" y="129331"/>
                    <a:pt x="64666" y="129331"/>
                  </a:cubicBezTo>
                  <a:cubicBezTo>
                    <a:pt x="28952" y="129331"/>
                    <a:pt x="0" y="100379"/>
                    <a:pt x="0" y="64666"/>
                  </a:cubicBezTo>
                  <a:cubicBezTo>
                    <a:pt x="0" y="28952"/>
                    <a:pt x="28952" y="0"/>
                    <a:pt x="64666" y="0"/>
                  </a:cubicBezTo>
                  <a:cubicBezTo>
                    <a:pt x="100380" y="0"/>
                    <a:pt x="129331" y="28952"/>
                    <a:pt x="129331" y="64666"/>
                  </a:cubicBezTo>
                  <a:close/>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 name="Google Shape;812;p63"/>
            <p:cNvSpPr/>
            <p:nvPr/>
          </p:nvSpPr>
          <p:spPr>
            <a:xfrm>
              <a:off x="7106467" y="6051493"/>
              <a:ext cx="12201" cy="12201"/>
            </a:xfrm>
            <a:custGeom>
              <a:rect b="b" l="l" r="r" t="t"/>
              <a:pathLst>
                <a:path extrusionOk="0" h="12201" w="12201">
                  <a:moveTo>
                    <a:pt x="6101" y="0"/>
                  </a:moveTo>
                  <a:cubicBezTo>
                    <a:pt x="2440" y="0"/>
                    <a:pt x="0" y="2440"/>
                    <a:pt x="0" y="6101"/>
                  </a:cubicBezTo>
                  <a:cubicBezTo>
                    <a:pt x="0" y="9761"/>
                    <a:pt x="2440" y="12201"/>
                    <a:pt x="6101" y="12201"/>
                  </a:cubicBezTo>
                  <a:cubicBezTo>
                    <a:pt x="9761" y="12201"/>
                    <a:pt x="12201" y="9761"/>
                    <a:pt x="12201" y="6101"/>
                  </a:cubicBezTo>
                  <a:cubicBezTo>
                    <a:pt x="12201" y="2440"/>
                    <a:pt x="8541" y="0"/>
                    <a:pt x="6101" y="0"/>
                  </a:cubicBezTo>
                  <a:lnTo>
                    <a:pt x="6101" y="0"/>
                  </a:lnTo>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13" name="Google Shape;813;p63"/>
          <p:cNvGrpSpPr/>
          <p:nvPr/>
        </p:nvGrpSpPr>
        <p:grpSpPr>
          <a:xfrm>
            <a:off x="5294633" y="2485500"/>
            <a:ext cx="400924" cy="424507"/>
            <a:chOff x="10986551" y="1032510"/>
            <a:chExt cx="560027" cy="592970"/>
          </a:xfrm>
        </p:grpSpPr>
        <p:sp>
          <p:nvSpPr>
            <p:cNvPr id="814" name="Google Shape;814;p63"/>
            <p:cNvSpPr/>
            <p:nvPr/>
          </p:nvSpPr>
          <p:spPr>
            <a:xfrm>
              <a:off x="11193969" y="1465646"/>
              <a:ext cx="146412" cy="122010"/>
            </a:xfrm>
            <a:custGeom>
              <a:rect b="b" l="l" r="r" t="t"/>
              <a:pathLst>
                <a:path extrusionOk="0" h="122010" w="146412">
                  <a:moveTo>
                    <a:pt x="156173" y="0"/>
                  </a:moveTo>
                  <a:lnTo>
                    <a:pt x="156173" y="70766"/>
                  </a:lnTo>
                  <a:cubicBezTo>
                    <a:pt x="156173" y="107369"/>
                    <a:pt x="124451" y="123230"/>
                    <a:pt x="78086" y="123230"/>
                  </a:cubicBezTo>
                  <a:cubicBezTo>
                    <a:pt x="31722" y="123230"/>
                    <a:pt x="0" y="108589"/>
                    <a:pt x="0" y="70766"/>
                  </a:cubicBezTo>
                  <a:lnTo>
                    <a:pt x="0" y="0"/>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5" name="Google Shape;815;p63"/>
            <p:cNvSpPr/>
            <p:nvPr/>
          </p:nvSpPr>
          <p:spPr>
            <a:xfrm>
              <a:off x="11193969" y="1289859"/>
              <a:ext cx="146412" cy="170814"/>
            </a:xfrm>
            <a:custGeom>
              <a:rect b="b" l="l" r="r" t="t"/>
              <a:pathLst>
                <a:path extrusionOk="0" h="170814" w="146412">
                  <a:moveTo>
                    <a:pt x="103709" y="181888"/>
                  </a:moveTo>
                  <a:lnTo>
                    <a:pt x="103709" y="25715"/>
                  </a:lnTo>
                  <a:cubicBezTo>
                    <a:pt x="103709" y="11074"/>
                    <a:pt x="115910" y="93"/>
                    <a:pt x="129331" y="93"/>
                  </a:cubicBezTo>
                  <a:cubicBezTo>
                    <a:pt x="142752" y="93"/>
                    <a:pt x="154953" y="12294"/>
                    <a:pt x="154953" y="25715"/>
                  </a:cubicBezTo>
                  <a:cubicBezTo>
                    <a:pt x="154953" y="40356"/>
                    <a:pt x="142752" y="51337"/>
                    <a:pt x="129331" y="51337"/>
                  </a:cubicBezTo>
                  <a:lnTo>
                    <a:pt x="25622" y="51337"/>
                  </a:lnTo>
                  <a:cubicBezTo>
                    <a:pt x="10980" y="51337"/>
                    <a:pt x="0" y="39136"/>
                    <a:pt x="0" y="25715"/>
                  </a:cubicBezTo>
                  <a:cubicBezTo>
                    <a:pt x="0" y="11074"/>
                    <a:pt x="12201" y="93"/>
                    <a:pt x="25622" y="93"/>
                  </a:cubicBezTo>
                  <a:cubicBezTo>
                    <a:pt x="39043" y="-1127"/>
                    <a:pt x="51244" y="9854"/>
                    <a:pt x="51244" y="23275"/>
                  </a:cubicBezTo>
                  <a:cubicBezTo>
                    <a:pt x="51244" y="24495"/>
                    <a:pt x="51244" y="24495"/>
                    <a:pt x="51244" y="25715"/>
                  </a:cubicBezTo>
                  <a:lnTo>
                    <a:pt x="51244" y="181888"/>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6" name="Google Shape;816;p63"/>
            <p:cNvSpPr/>
            <p:nvPr/>
          </p:nvSpPr>
          <p:spPr>
            <a:xfrm>
              <a:off x="11103655" y="1147199"/>
              <a:ext cx="329427" cy="317226"/>
            </a:xfrm>
            <a:custGeom>
              <a:rect b="b" l="l" r="r" t="t"/>
              <a:pathLst>
                <a:path extrusionOk="0" h="317226" w="329427">
                  <a:moveTo>
                    <a:pt x="233066" y="324547"/>
                  </a:moveTo>
                  <a:cubicBezTo>
                    <a:pt x="296511" y="298925"/>
                    <a:pt x="337995" y="236700"/>
                    <a:pt x="336775" y="168374"/>
                  </a:cubicBezTo>
                  <a:cubicBezTo>
                    <a:pt x="335555" y="75646"/>
                    <a:pt x="259908" y="1220"/>
                    <a:pt x="168400" y="0"/>
                  </a:cubicBezTo>
                  <a:cubicBezTo>
                    <a:pt x="75673" y="1220"/>
                    <a:pt x="1247" y="76866"/>
                    <a:pt x="26" y="168374"/>
                  </a:cubicBezTo>
                  <a:cubicBezTo>
                    <a:pt x="-1194" y="236700"/>
                    <a:pt x="40289" y="298925"/>
                    <a:pt x="103735" y="324547"/>
                  </a:cubicBezTo>
                  <a:lnTo>
                    <a:pt x="233066" y="324547"/>
                  </a:lnTo>
                  <a:close/>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7" name="Google Shape;817;p63"/>
            <p:cNvSpPr/>
            <p:nvPr/>
          </p:nvSpPr>
          <p:spPr>
            <a:xfrm>
              <a:off x="11193969" y="1524211"/>
              <a:ext cx="146412" cy="12300"/>
            </a:xfrm>
            <a:custGeom>
              <a:rect b="b" l="l" r="r" t="t"/>
              <a:pathLst>
                <a:path extrusionOk="0" h="120000" w="146412">
                  <a:moveTo>
                    <a:pt x="0" y="0"/>
                  </a:moveTo>
                  <a:lnTo>
                    <a:pt x="156173" y="0"/>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8" name="Google Shape;818;p63"/>
            <p:cNvSpPr/>
            <p:nvPr/>
          </p:nvSpPr>
          <p:spPr>
            <a:xfrm>
              <a:off x="11272055" y="1032510"/>
              <a:ext cx="12300" cy="48804"/>
            </a:xfrm>
            <a:custGeom>
              <a:rect b="b" l="l" r="r" t="t"/>
              <a:pathLst>
                <a:path extrusionOk="0" h="48804" w="120000">
                  <a:moveTo>
                    <a:pt x="0" y="0"/>
                  </a:moveTo>
                  <a:lnTo>
                    <a:pt x="0" y="50024"/>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9" name="Google Shape;819;p63"/>
            <p:cNvSpPr/>
            <p:nvPr/>
          </p:nvSpPr>
          <p:spPr>
            <a:xfrm>
              <a:off x="11272055" y="1588877"/>
              <a:ext cx="12300" cy="36603"/>
            </a:xfrm>
            <a:custGeom>
              <a:rect b="b" l="l" r="r" t="t"/>
              <a:pathLst>
                <a:path extrusionOk="0" h="36603" w="120000">
                  <a:moveTo>
                    <a:pt x="0" y="0"/>
                  </a:moveTo>
                  <a:lnTo>
                    <a:pt x="0" y="39043"/>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0" name="Google Shape;820;p63"/>
            <p:cNvSpPr/>
            <p:nvPr/>
          </p:nvSpPr>
          <p:spPr>
            <a:xfrm>
              <a:off x="10986551" y="1289951"/>
              <a:ext cx="48804" cy="12300"/>
            </a:xfrm>
            <a:custGeom>
              <a:rect b="b" l="l" r="r" t="t"/>
              <a:pathLst>
                <a:path extrusionOk="0" h="120000" w="48804">
                  <a:moveTo>
                    <a:pt x="0" y="0"/>
                  </a:moveTo>
                  <a:lnTo>
                    <a:pt x="58565" y="0"/>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1" name="Google Shape;821;p63"/>
            <p:cNvSpPr/>
            <p:nvPr/>
          </p:nvSpPr>
          <p:spPr>
            <a:xfrm>
              <a:off x="11053657" y="1097175"/>
              <a:ext cx="48804" cy="48804"/>
            </a:xfrm>
            <a:custGeom>
              <a:rect b="b" l="l" r="r" t="t"/>
              <a:pathLst>
                <a:path extrusionOk="0" h="48804" w="48804">
                  <a:moveTo>
                    <a:pt x="0" y="0"/>
                  </a:moveTo>
                  <a:lnTo>
                    <a:pt x="50024" y="50024"/>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 name="Google Shape;822;p63"/>
            <p:cNvSpPr/>
            <p:nvPr/>
          </p:nvSpPr>
          <p:spPr>
            <a:xfrm>
              <a:off x="11497774" y="1289951"/>
              <a:ext cx="48804" cy="12300"/>
            </a:xfrm>
            <a:custGeom>
              <a:rect b="b" l="l" r="r" t="t"/>
              <a:pathLst>
                <a:path extrusionOk="0" h="120000" w="48804">
                  <a:moveTo>
                    <a:pt x="59785" y="0"/>
                  </a:moveTo>
                  <a:lnTo>
                    <a:pt x="0" y="0"/>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3" name="Google Shape;823;p63"/>
            <p:cNvSpPr/>
            <p:nvPr/>
          </p:nvSpPr>
          <p:spPr>
            <a:xfrm>
              <a:off x="11440430" y="1097175"/>
              <a:ext cx="48804" cy="48804"/>
            </a:xfrm>
            <a:custGeom>
              <a:rect b="b" l="l" r="r" t="t"/>
              <a:pathLst>
                <a:path extrusionOk="0" h="48804" w="48804">
                  <a:moveTo>
                    <a:pt x="50024" y="0"/>
                  </a:moveTo>
                  <a:lnTo>
                    <a:pt x="0" y="50024"/>
                  </a:lnTo>
                </a:path>
              </a:pathLst>
            </a:custGeom>
            <a:noFill/>
            <a:ln cap="rnd" cmpd="sng" w="190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24" name="Google Shape;824;p63"/>
          <p:cNvSpPr txBox="1"/>
          <p:nvPr/>
        </p:nvSpPr>
        <p:spPr>
          <a:xfrm>
            <a:off x="5857875" y="1728900"/>
            <a:ext cx="2019000" cy="400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accent1"/>
              </a:buClr>
              <a:buSzPts val="1200"/>
              <a:buFont typeface="Noto Sans Symbols"/>
              <a:buNone/>
            </a:pPr>
            <a:r>
              <a:rPr lang="en" sz="1000">
                <a:solidFill>
                  <a:schemeClr val="dk1"/>
                </a:solidFill>
                <a:latin typeface="Open Sans"/>
                <a:ea typeface="Open Sans"/>
                <a:cs typeface="Open Sans"/>
                <a:sym typeface="Open Sans"/>
              </a:rPr>
              <a:t>T</a:t>
            </a:r>
            <a:r>
              <a:rPr i="0" lang="en" sz="1000" u="none" cap="none" strike="noStrike">
                <a:solidFill>
                  <a:schemeClr val="dk1"/>
                </a:solidFill>
                <a:latin typeface="Open Sans"/>
                <a:ea typeface="Open Sans"/>
                <a:cs typeface="Open Sans"/>
                <a:sym typeface="Open Sans"/>
              </a:rPr>
              <a:t>his is a sample text. You simply add your own text</a:t>
            </a:r>
            <a:endParaRPr b="1" i="0" sz="1200" u="none" cap="none" strike="noStrike">
              <a:solidFill>
                <a:schemeClr val="dk1"/>
              </a:solidFill>
              <a:latin typeface="Open Sans"/>
              <a:ea typeface="Open Sans"/>
              <a:cs typeface="Open Sans"/>
              <a:sym typeface="Open Sans"/>
            </a:endParaRPr>
          </a:p>
        </p:txBody>
      </p:sp>
      <p:sp>
        <p:nvSpPr>
          <p:cNvPr id="825" name="Google Shape;825;p63"/>
          <p:cNvSpPr txBox="1"/>
          <p:nvPr/>
        </p:nvSpPr>
        <p:spPr>
          <a:xfrm>
            <a:off x="5875400" y="1311931"/>
            <a:ext cx="1633800" cy="3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Noto Sans Symbols"/>
              <a:buNone/>
            </a:pPr>
            <a:r>
              <a:rPr i="0" lang="en" u="none" cap="none" strike="noStrike">
                <a:solidFill>
                  <a:schemeClr val="accent1"/>
                </a:solidFill>
                <a:latin typeface="Lexend Medium"/>
                <a:ea typeface="Lexend Medium"/>
                <a:cs typeface="Lexend Medium"/>
                <a:sym typeface="Lexend Medium"/>
              </a:rPr>
              <a:t>Key Feature</a:t>
            </a:r>
            <a:endParaRPr i="0" u="none" cap="none" strike="noStrike">
              <a:solidFill>
                <a:schemeClr val="dk2"/>
              </a:solidFill>
              <a:latin typeface="Lexend Medium"/>
              <a:ea typeface="Lexend Medium"/>
              <a:cs typeface="Lexend Medium"/>
              <a:sym typeface="Lexend Medium"/>
            </a:endParaRPr>
          </a:p>
        </p:txBody>
      </p:sp>
      <p:sp>
        <p:nvSpPr>
          <p:cNvPr id="826" name="Google Shape;826;p63"/>
          <p:cNvSpPr txBox="1"/>
          <p:nvPr/>
        </p:nvSpPr>
        <p:spPr>
          <a:xfrm>
            <a:off x="5876083" y="2789150"/>
            <a:ext cx="2019000" cy="400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accent1"/>
              </a:buClr>
              <a:buSzPts val="1200"/>
              <a:buFont typeface="Noto Sans Symbols"/>
              <a:buNone/>
            </a:pPr>
            <a:r>
              <a:rPr lang="en" sz="1000">
                <a:solidFill>
                  <a:schemeClr val="dk1"/>
                </a:solidFill>
                <a:latin typeface="Open Sans"/>
                <a:ea typeface="Open Sans"/>
                <a:cs typeface="Open Sans"/>
                <a:sym typeface="Open Sans"/>
              </a:rPr>
              <a:t>T</a:t>
            </a:r>
            <a:r>
              <a:rPr i="0" lang="en" sz="1000" u="none" cap="none" strike="noStrike">
                <a:solidFill>
                  <a:schemeClr val="dk1"/>
                </a:solidFill>
                <a:latin typeface="Open Sans"/>
                <a:ea typeface="Open Sans"/>
                <a:cs typeface="Open Sans"/>
                <a:sym typeface="Open Sans"/>
              </a:rPr>
              <a:t>his is a sample text. You simply add your own text</a:t>
            </a:r>
            <a:endParaRPr b="1" i="0" sz="1200" u="none" cap="none" strike="noStrike">
              <a:solidFill>
                <a:schemeClr val="dk1"/>
              </a:solidFill>
              <a:latin typeface="Open Sans"/>
              <a:ea typeface="Open Sans"/>
              <a:cs typeface="Open Sans"/>
              <a:sym typeface="Open Sans"/>
            </a:endParaRPr>
          </a:p>
        </p:txBody>
      </p:sp>
      <p:sp>
        <p:nvSpPr>
          <p:cNvPr id="827" name="Google Shape;827;p63"/>
          <p:cNvSpPr txBox="1"/>
          <p:nvPr/>
        </p:nvSpPr>
        <p:spPr>
          <a:xfrm>
            <a:off x="5892925" y="2448381"/>
            <a:ext cx="1633800" cy="3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Noto Sans Symbols"/>
              <a:buNone/>
            </a:pPr>
            <a:r>
              <a:rPr i="0" lang="en" u="none" cap="none" strike="noStrike">
                <a:solidFill>
                  <a:schemeClr val="accent2"/>
                </a:solidFill>
                <a:latin typeface="Lexend Medium"/>
                <a:ea typeface="Lexend Medium"/>
                <a:cs typeface="Lexend Medium"/>
                <a:sym typeface="Lexend Medium"/>
              </a:rPr>
              <a:t>Key Feature</a:t>
            </a:r>
            <a:endParaRPr i="0" u="none" cap="none" strike="noStrike">
              <a:solidFill>
                <a:schemeClr val="accent2"/>
              </a:solidFill>
              <a:latin typeface="Lexend Medium"/>
              <a:ea typeface="Lexend Medium"/>
              <a:cs typeface="Lexend Medium"/>
              <a:sym typeface="Lexend Medium"/>
            </a:endParaRPr>
          </a:p>
        </p:txBody>
      </p:sp>
      <p:grpSp>
        <p:nvGrpSpPr>
          <p:cNvPr id="828" name="Google Shape;828;p63"/>
          <p:cNvGrpSpPr/>
          <p:nvPr/>
        </p:nvGrpSpPr>
        <p:grpSpPr>
          <a:xfrm>
            <a:off x="5324710" y="3581717"/>
            <a:ext cx="378234" cy="217771"/>
            <a:chOff x="6906370" y="5941683"/>
            <a:chExt cx="402634" cy="231819"/>
          </a:xfrm>
        </p:grpSpPr>
        <p:sp>
          <p:nvSpPr>
            <p:cNvPr id="829" name="Google Shape;829;p63"/>
            <p:cNvSpPr/>
            <p:nvPr/>
          </p:nvSpPr>
          <p:spPr>
            <a:xfrm>
              <a:off x="6906370" y="5941683"/>
              <a:ext cx="402634" cy="231819"/>
            </a:xfrm>
            <a:custGeom>
              <a:rect b="b" l="l" r="r" t="t"/>
              <a:pathLst>
                <a:path extrusionOk="0" h="231819" w="402634">
                  <a:moveTo>
                    <a:pt x="409955" y="117130"/>
                  </a:moveTo>
                  <a:cubicBezTo>
                    <a:pt x="409955" y="117130"/>
                    <a:pt x="336749" y="0"/>
                    <a:pt x="204977" y="0"/>
                  </a:cubicBezTo>
                  <a:cubicBezTo>
                    <a:pt x="73206" y="0"/>
                    <a:pt x="0" y="117130"/>
                    <a:pt x="0" y="117130"/>
                  </a:cubicBezTo>
                  <a:cubicBezTo>
                    <a:pt x="0" y="117130"/>
                    <a:pt x="73206" y="234260"/>
                    <a:pt x="204977" y="234260"/>
                  </a:cubicBezTo>
                  <a:cubicBezTo>
                    <a:pt x="336749" y="234260"/>
                    <a:pt x="409955" y="117130"/>
                    <a:pt x="409955" y="117130"/>
                  </a:cubicBezTo>
                  <a:close/>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63"/>
            <p:cNvSpPr/>
            <p:nvPr/>
          </p:nvSpPr>
          <p:spPr>
            <a:xfrm>
              <a:off x="7047902" y="5994148"/>
              <a:ext cx="122010" cy="122010"/>
            </a:xfrm>
            <a:custGeom>
              <a:rect b="b" l="l" r="r" t="t"/>
              <a:pathLst>
                <a:path extrusionOk="0" h="122010" w="122010">
                  <a:moveTo>
                    <a:pt x="129331" y="64666"/>
                  </a:moveTo>
                  <a:cubicBezTo>
                    <a:pt x="129331" y="100379"/>
                    <a:pt x="100380" y="129331"/>
                    <a:pt x="64666" y="129331"/>
                  </a:cubicBezTo>
                  <a:cubicBezTo>
                    <a:pt x="28952" y="129331"/>
                    <a:pt x="0" y="100379"/>
                    <a:pt x="0" y="64666"/>
                  </a:cubicBezTo>
                  <a:cubicBezTo>
                    <a:pt x="0" y="28952"/>
                    <a:pt x="28952" y="0"/>
                    <a:pt x="64666" y="0"/>
                  </a:cubicBezTo>
                  <a:cubicBezTo>
                    <a:pt x="100380" y="0"/>
                    <a:pt x="129331" y="28952"/>
                    <a:pt x="129331" y="64666"/>
                  </a:cubicBezTo>
                  <a:close/>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1" name="Google Shape;831;p63"/>
            <p:cNvSpPr/>
            <p:nvPr/>
          </p:nvSpPr>
          <p:spPr>
            <a:xfrm>
              <a:off x="7106467" y="6051493"/>
              <a:ext cx="12201" cy="12201"/>
            </a:xfrm>
            <a:custGeom>
              <a:rect b="b" l="l" r="r" t="t"/>
              <a:pathLst>
                <a:path extrusionOk="0" h="12201" w="12201">
                  <a:moveTo>
                    <a:pt x="6101" y="0"/>
                  </a:moveTo>
                  <a:cubicBezTo>
                    <a:pt x="2440" y="0"/>
                    <a:pt x="0" y="2440"/>
                    <a:pt x="0" y="6101"/>
                  </a:cubicBezTo>
                  <a:cubicBezTo>
                    <a:pt x="0" y="9761"/>
                    <a:pt x="2440" y="12201"/>
                    <a:pt x="6101" y="12201"/>
                  </a:cubicBezTo>
                  <a:cubicBezTo>
                    <a:pt x="9761" y="12201"/>
                    <a:pt x="12201" y="9761"/>
                    <a:pt x="12201" y="6101"/>
                  </a:cubicBezTo>
                  <a:cubicBezTo>
                    <a:pt x="12201" y="2440"/>
                    <a:pt x="8541" y="0"/>
                    <a:pt x="6101" y="0"/>
                  </a:cubicBezTo>
                  <a:lnTo>
                    <a:pt x="6101" y="0"/>
                  </a:lnTo>
                </a:path>
              </a:pathLst>
            </a:custGeom>
            <a:no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32" name="Google Shape;832;p63"/>
          <p:cNvSpPr txBox="1"/>
          <p:nvPr/>
        </p:nvSpPr>
        <p:spPr>
          <a:xfrm>
            <a:off x="5857875" y="3931550"/>
            <a:ext cx="2019000" cy="400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chemeClr val="accent1"/>
              </a:buClr>
              <a:buSzPts val="1200"/>
              <a:buFont typeface="Noto Sans Symbols"/>
              <a:buNone/>
            </a:pPr>
            <a:r>
              <a:rPr lang="en" sz="1000">
                <a:solidFill>
                  <a:schemeClr val="dk1"/>
                </a:solidFill>
                <a:latin typeface="Open Sans"/>
                <a:ea typeface="Open Sans"/>
                <a:cs typeface="Open Sans"/>
                <a:sym typeface="Open Sans"/>
              </a:rPr>
              <a:t>T</a:t>
            </a:r>
            <a:r>
              <a:rPr i="0" lang="en" sz="1000" u="none" cap="none" strike="noStrike">
                <a:solidFill>
                  <a:schemeClr val="dk1"/>
                </a:solidFill>
                <a:latin typeface="Open Sans"/>
                <a:ea typeface="Open Sans"/>
                <a:cs typeface="Open Sans"/>
                <a:sym typeface="Open Sans"/>
              </a:rPr>
              <a:t>his is a sample text. You simply add your own text</a:t>
            </a:r>
            <a:endParaRPr b="1" i="0" sz="1200" u="none" cap="none" strike="noStrike">
              <a:solidFill>
                <a:schemeClr val="dk1"/>
              </a:solidFill>
              <a:latin typeface="Open Sans"/>
              <a:ea typeface="Open Sans"/>
              <a:cs typeface="Open Sans"/>
              <a:sym typeface="Open Sans"/>
            </a:endParaRPr>
          </a:p>
        </p:txBody>
      </p:sp>
      <p:sp>
        <p:nvSpPr>
          <p:cNvPr id="833" name="Google Shape;833;p63"/>
          <p:cNvSpPr txBox="1"/>
          <p:nvPr/>
        </p:nvSpPr>
        <p:spPr>
          <a:xfrm>
            <a:off x="5875400" y="3514581"/>
            <a:ext cx="1633800" cy="3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Noto Sans Symbols"/>
              <a:buNone/>
            </a:pPr>
            <a:r>
              <a:rPr i="0" lang="en" u="none" cap="none" strike="noStrike">
                <a:solidFill>
                  <a:schemeClr val="accent1"/>
                </a:solidFill>
                <a:latin typeface="Lexend Medium"/>
                <a:ea typeface="Lexend Medium"/>
                <a:cs typeface="Lexend Medium"/>
                <a:sym typeface="Lexend Medium"/>
              </a:rPr>
              <a:t>Key Feature</a:t>
            </a:r>
            <a:endParaRPr i="0" u="none" cap="none" strike="noStrike">
              <a:solidFill>
                <a:schemeClr val="dk2"/>
              </a:solidFill>
              <a:latin typeface="Lexend Medium"/>
              <a:ea typeface="Lexend Medium"/>
              <a:cs typeface="Lexend Medium"/>
              <a:sym typeface="Lexend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grpSp>
        <p:nvGrpSpPr>
          <p:cNvPr id="838" name="Google Shape;838;p64"/>
          <p:cNvGrpSpPr/>
          <p:nvPr/>
        </p:nvGrpSpPr>
        <p:grpSpPr>
          <a:xfrm>
            <a:off x="3291577" y="1539174"/>
            <a:ext cx="2546641" cy="2546582"/>
            <a:chOff x="5297460" y="1419922"/>
            <a:chExt cx="2955368" cy="2955300"/>
          </a:xfrm>
        </p:grpSpPr>
        <p:grpSp>
          <p:nvGrpSpPr>
            <p:cNvPr id="839" name="Google Shape;839;p64"/>
            <p:cNvGrpSpPr/>
            <p:nvPr/>
          </p:nvGrpSpPr>
          <p:grpSpPr>
            <a:xfrm>
              <a:off x="5297460" y="1419922"/>
              <a:ext cx="2955368" cy="2955300"/>
              <a:chOff x="5272060" y="1445322"/>
              <a:chExt cx="2955368" cy="2955300"/>
            </a:xfrm>
          </p:grpSpPr>
          <p:sp>
            <p:nvSpPr>
              <p:cNvPr id="840" name="Google Shape;840;p64"/>
              <p:cNvSpPr/>
              <p:nvPr/>
            </p:nvSpPr>
            <p:spPr>
              <a:xfrm flipH="1">
                <a:off x="5272128" y="1445322"/>
                <a:ext cx="2955300" cy="2955300"/>
              </a:xfrm>
              <a:prstGeom prst="pie">
                <a:avLst>
                  <a:gd fmla="val 6276881" name="adj1"/>
                  <a:gd fmla="val 20601220" name="adj2"/>
                </a:avLst>
              </a:prstGeom>
              <a:solidFill>
                <a:schemeClr val="accent1"/>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841" name="Google Shape;841;p64"/>
              <p:cNvSpPr/>
              <p:nvPr/>
            </p:nvSpPr>
            <p:spPr>
              <a:xfrm flipH="1">
                <a:off x="5272128" y="1445322"/>
                <a:ext cx="2955300" cy="2955300"/>
              </a:xfrm>
              <a:prstGeom prst="pie">
                <a:avLst>
                  <a:gd fmla="val 2662661" name="adj1"/>
                  <a:gd fmla="val 6752790" name="adj2"/>
                </a:avLst>
              </a:prstGeom>
              <a:solidFill>
                <a:schemeClr val="accent3"/>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842" name="Google Shape;842;p64"/>
              <p:cNvSpPr/>
              <p:nvPr/>
            </p:nvSpPr>
            <p:spPr>
              <a:xfrm>
                <a:off x="5272060" y="1445322"/>
                <a:ext cx="2955300" cy="2955300"/>
              </a:xfrm>
              <a:prstGeom prst="pie">
                <a:avLst>
                  <a:gd fmla="val 8109591" name="adj1"/>
                  <a:gd fmla="val 11857998" name="adj2"/>
                </a:avLst>
              </a:prstGeom>
              <a:solidFill>
                <a:srgbClr val="BFBFBF"/>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843" name="Google Shape;843;p64"/>
              <p:cNvSpPr/>
              <p:nvPr/>
            </p:nvSpPr>
            <p:spPr>
              <a:xfrm>
                <a:off x="5272060" y="1445322"/>
                <a:ext cx="2955300" cy="2955300"/>
              </a:xfrm>
              <a:prstGeom prst="pie">
                <a:avLst>
                  <a:gd fmla="val 11847612" name="adj1"/>
                  <a:gd fmla="val 16126503" name="adj2"/>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grpSp>
        <p:sp>
          <p:nvSpPr>
            <p:cNvPr id="844" name="Google Shape;844;p64"/>
            <p:cNvSpPr/>
            <p:nvPr/>
          </p:nvSpPr>
          <p:spPr>
            <a:xfrm>
              <a:off x="7210997" y="2656300"/>
              <a:ext cx="676200" cy="2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chemeClr val="lt1"/>
                  </a:solidFill>
                  <a:latin typeface="Lexend Medium"/>
                  <a:ea typeface="Lexend Medium"/>
                  <a:cs typeface="Lexend Medium"/>
                  <a:sym typeface="Lexend Medium"/>
                </a:rPr>
                <a:t>35%</a:t>
              </a:r>
              <a:endParaRPr i="0" sz="1400" u="none" cap="none" strike="noStrike">
                <a:solidFill>
                  <a:schemeClr val="lt1"/>
                </a:solidFill>
                <a:latin typeface="Lexend Medium"/>
                <a:ea typeface="Lexend Medium"/>
                <a:cs typeface="Lexend Medium"/>
                <a:sym typeface="Lexend Medium"/>
              </a:endParaRPr>
            </a:p>
          </p:txBody>
        </p:sp>
        <p:sp>
          <p:nvSpPr>
            <p:cNvPr id="845" name="Google Shape;845;p64"/>
            <p:cNvSpPr/>
            <p:nvPr/>
          </p:nvSpPr>
          <p:spPr>
            <a:xfrm>
              <a:off x="5893142" y="2082687"/>
              <a:ext cx="676200" cy="2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chemeClr val="lt1"/>
                  </a:solidFill>
                  <a:latin typeface="Lexend Medium"/>
                  <a:ea typeface="Lexend Medium"/>
                  <a:cs typeface="Lexend Medium"/>
                  <a:sym typeface="Lexend Medium"/>
                </a:rPr>
                <a:t>15%</a:t>
              </a:r>
              <a:endParaRPr i="0" sz="1400" u="none" cap="none" strike="noStrike">
                <a:solidFill>
                  <a:schemeClr val="lt1"/>
                </a:solidFill>
                <a:latin typeface="Lexend Medium"/>
                <a:ea typeface="Lexend Medium"/>
                <a:cs typeface="Lexend Medium"/>
                <a:sym typeface="Lexend Medium"/>
              </a:endParaRPr>
            </a:p>
          </p:txBody>
        </p:sp>
        <p:sp>
          <p:nvSpPr>
            <p:cNvPr id="846" name="Google Shape;846;p64"/>
            <p:cNvSpPr/>
            <p:nvPr/>
          </p:nvSpPr>
          <p:spPr>
            <a:xfrm>
              <a:off x="5520368" y="2963298"/>
              <a:ext cx="676200" cy="2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chemeClr val="lt1"/>
                  </a:solidFill>
                  <a:latin typeface="Lexend Medium"/>
                  <a:ea typeface="Lexend Medium"/>
                  <a:cs typeface="Lexend Medium"/>
                  <a:sym typeface="Lexend Medium"/>
                </a:rPr>
                <a:t>15%</a:t>
              </a:r>
              <a:endParaRPr i="0" sz="1400" u="none" cap="none" strike="noStrike">
                <a:solidFill>
                  <a:schemeClr val="lt1"/>
                </a:solidFill>
                <a:latin typeface="Lexend Medium"/>
                <a:ea typeface="Lexend Medium"/>
                <a:cs typeface="Lexend Medium"/>
                <a:sym typeface="Lexend Medium"/>
              </a:endParaRPr>
            </a:p>
          </p:txBody>
        </p:sp>
        <p:sp>
          <p:nvSpPr>
            <p:cNvPr id="847" name="Google Shape;847;p64"/>
            <p:cNvSpPr/>
            <p:nvPr/>
          </p:nvSpPr>
          <p:spPr>
            <a:xfrm>
              <a:off x="6260997" y="3642043"/>
              <a:ext cx="676200" cy="2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chemeClr val="lt1"/>
                  </a:solidFill>
                  <a:latin typeface="Lexend Medium"/>
                  <a:ea typeface="Lexend Medium"/>
                  <a:cs typeface="Lexend Medium"/>
                  <a:sym typeface="Lexend Medium"/>
                </a:rPr>
                <a:t>15%</a:t>
              </a:r>
              <a:endParaRPr i="0" sz="1400" u="none" cap="none" strike="noStrike">
                <a:solidFill>
                  <a:schemeClr val="lt1"/>
                </a:solidFill>
                <a:latin typeface="Lexend Medium"/>
                <a:ea typeface="Lexend Medium"/>
                <a:cs typeface="Lexend Medium"/>
                <a:sym typeface="Lexend Medium"/>
              </a:endParaRPr>
            </a:p>
          </p:txBody>
        </p:sp>
      </p:grpSp>
      <p:grpSp>
        <p:nvGrpSpPr>
          <p:cNvPr id="848" name="Google Shape;848;p64"/>
          <p:cNvGrpSpPr/>
          <p:nvPr/>
        </p:nvGrpSpPr>
        <p:grpSpPr>
          <a:xfrm>
            <a:off x="5593721" y="1392583"/>
            <a:ext cx="868342" cy="398925"/>
            <a:chOff x="7345306" y="2328757"/>
            <a:chExt cx="1265989" cy="531900"/>
          </a:xfrm>
        </p:grpSpPr>
        <p:cxnSp>
          <p:nvCxnSpPr>
            <p:cNvPr id="849" name="Google Shape;849;p64"/>
            <p:cNvCxnSpPr/>
            <p:nvPr/>
          </p:nvCxnSpPr>
          <p:spPr>
            <a:xfrm flipH="1" rot="10800000">
              <a:off x="7345306" y="2328757"/>
              <a:ext cx="541500" cy="531900"/>
            </a:xfrm>
            <a:prstGeom prst="straightConnector1">
              <a:avLst/>
            </a:prstGeom>
            <a:noFill/>
            <a:ln cap="flat" cmpd="sng" w="19050">
              <a:solidFill>
                <a:schemeClr val="accent1"/>
              </a:solidFill>
              <a:prstDash val="solid"/>
              <a:miter lim="800000"/>
              <a:headEnd len="sm" w="sm" type="none"/>
              <a:tailEnd len="sm" w="sm" type="none"/>
            </a:ln>
          </p:spPr>
        </p:cxnSp>
        <p:cxnSp>
          <p:nvCxnSpPr>
            <p:cNvPr id="850" name="Google Shape;850;p64"/>
            <p:cNvCxnSpPr/>
            <p:nvPr/>
          </p:nvCxnSpPr>
          <p:spPr>
            <a:xfrm>
              <a:off x="7874795" y="2333625"/>
              <a:ext cx="736500" cy="2400"/>
            </a:xfrm>
            <a:prstGeom prst="straightConnector1">
              <a:avLst/>
            </a:prstGeom>
            <a:noFill/>
            <a:ln cap="flat" cmpd="sng" w="19050">
              <a:solidFill>
                <a:schemeClr val="accent1"/>
              </a:solidFill>
              <a:prstDash val="solid"/>
              <a:miter lim="800000"/>
              <a:headEnd len="sm" w="sm" type="none"/>
              <a:tailEnd len="sm" w="sm" type="none"/>
            </a:ln>
          </p:spPr>
        </p:cxnSp>
      </p:grpSp>
      <p:sp>
        <p:nvSpPr>
          <p:cNvPr id="851" name="Google Shape;851;p64"/>
          <p:cNvSpPr txBox="1"/>
          <p:nvPr/>
        </p:nvSpPr>
        <p:spPr>
          <a:xfrm>
            <a:off x="5853813" y="1407438"/>
            <a:ext cx="741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i="0" lang="en" sz="1800" u="none" cap="none" strike="noStrike">
                <a:solidFill>
                  <a:schemeClr val="accent1"/>
                </a:solidFill>
                <a:latin typeface="Lexend Medium"/>
                <a:ea typeface="Lexend Medium"/>
                <a:cs typeface="Lexend Medium"/>
                <a:sym typeface="Lexend Medium"/>
              </a:rPr>
              <a:t>35%</a:t>
            </a:r>
            <a:endParaRPr i="0" sz="1200" u="none" cap="none" strike="noStrike">
              <a:solidFill>
                <a:schemeClr val="accent1"/>
              </a:solidFill>
              <a:latin typeface="Lexend Medium"/>
              <a:ea typeface="Lexend Medium"/>
              <a:cs typeface="Lexend Medium"/>
              <a:sym typeface="Lexend Medium"/>
            </a:endParaRPr>
          </a:p>
        </p:txBody>
      </p:sp>
      <p:sp>
        <p:nvSpPr>
          <p:cNvPr id="852" name="Google Shape;852;p64"/>
          <p:cNvSpPr txBox="1"/>
          <p:nvPr/>
        </p:nvSpPr>
        <p:spPr>
          <a:xfrm>
            <a:off x="6650900" y="1776688"/>
            <a:ext cx="1973400" cy="656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1200"/>
              <a:buFont typeface="Noto Sans Symbols"/>
              <a:buNone/>
            </a:pPr>
            <a:r>
              <a:rPr i="0" lang="en" sz="1000" u="none" cap="none" strike="noStrike">
                <a:solidFill>
                  <a:srgbClr val="666666"/>
                </a:solidFill>
                <a:latin typeface="Open Sans"/>
                <a:ea typeface="Open Sans"/>
                <a:cs typeface="Open Sans"/>
                <a:sym typeface="Open Sans"/>
              </a:rPr>
              <a:t>This is a sample text. You simply add your own text and description here. </a:t>
            </a:r>
            <a:endParaRPr i="0" sz="1400" u="none" cap="none" strike="noStrike">
              <a:solidFill>
                <a:schemeClr val="dk1"/>
              </a:solidFill>
              <a:latin typeface="Open Sans"/>
              <a:ea typeface="Open Sans"/>
              <a:cs typeface="Open Sans"/>
              <a:sym typeface="Open Sans"/>
            </a:endParaRPr>
          </a:p>
          <a:p>
            <a:pPr indent="0" lvl="0" marL="0" marR="0" rtl="0" algn="l">
              <a:lnSpc>
                <a:spcPct val="150000"/>
              </a:lnSpc>
              <a:spcBef>
                <a:spcPts val="0"/>
              </a:spcBef>
              <a:spcAft>
                <a:spcPts val="0"/>
              </a:spcAft>
              <a:buClr>
                <a:schemeClr val="accent1"/>
              </a:buClr>
              <a:buSzPts val="1200"/>
              <a:buFont typeface="Noto Sans Symbols"/>
              <a:buNone/>
            </a:pPr>
            <a:r>
              <a:t/>
            </a:r>
            <a:endParaRPr i="0" sz="1000" u="none" cap="none" strike="noStrike">
              <a:solidFill>
                <a:srgbClr val="A5A5A5"/>
              </a:solidFill>
              <a:latin typeface="Open Sans"/>
              <a:ea typeface="Open Sans"/>
              <a:cs typeface="Open Sans"/>
              <a:sym typeface="Open Sans"/>
            </a:endParaRPr>
          </a:p>
        </p:txBody>
      </p:sp>
      <p:grpSp>
        <p:nvGrpSpPr>
          <p:cNvPr id="853" name="Google Shape;853;p64"/>
          <p:cNvGrpSpPr/>
          <p:nvPr/>
        </p:nvGrpSpPr>
        <p:grpSpPr>
          <a:xfrm flipH="1" rot="10800000">
            <a:off x="4849638" y="4197072"/>
            <a:ext cx="858594" cy="492593"/>
            <a:chOff x="7345306" y="2328757"/>
            <a:chExt cx="1265989" cy="531900"/>
          </a:xfrm>
        </p:grpSpPr>
        <p:cxnSp>
          <p:nvCxnSpPr>
            <p:cNvPr id="854" name="Google Shape;854;p64"/>
            <p:cNvCxnSpPr/>
            <p:nvPr/>
          </p:nvCxnSpPr>
          <p:spPr>
            <a:xfrm flipH="1" rot="10800000">
              <a:off x="7345306" y="2328757"/>
              <a:ext cx="541500" cy="531900"/>
            </a:xfrm>
            <a:prstGeom prst="straightConnector1">
              <a:avLst/>
            </a:prstGeom>
            <a:noFill/>
            <a:ln cap="flat" cmpd="sng" w="19050">
              <a:solidFill>
                <a:schemeClr val="accent3"/>
              </a:solidFill>
              <a:prstDash val="solid"/>
              <a:miter lim="800000"/>
              <a:headEnd len="sm" w="sm" type="none"/>
              <a:tailEnd len="sm" w="sm" type="none"/>
            </a:ln>
          </p:spPr>
        </p:cxnSp>
        <p:cxnSp>
          <p:nvCxnSpPr>
            <p:cNvPr id="855" name="Google Shape;855;p64"/>
            <p:cNvCxnSpPr/>
            <p:nvPr/>
          </p:nvCxnSpPr>
          <p:spPr>
            <a:xfrm>
              <a:off x="7874795" y="2333625"/>
              <a:ext cx="736500" cy="2400"/>
            </a:xfrm>
            <a:prstGeom prst="straightConnector1">
              <a:avLst/>
            </a:prstGeom>
            <a:noFill/>
            <a:ln cap="flat" cmpd="sng" w="19050">
              <a:solidFill>
                <a:schemeClr val="accent3"/>
              </a:solidFill>
              <a:prstDash val="solid"/>
              <a:miter lim="800000"/>
              <a:headEnd len="sm" w="sm" type="none"/>
              <a:tailEnd len="sm" w="sm" type="none"/>
            </a:ln>
          </p:spPr>
        </p:cxnSp>
      </p:grpSp>
      <p:sp>
        <p:nvSpPr>
          <p:cNvPr id="856" name="Google Shape;856;p64"/>
          <p:cNvSpPr txBox="1"/>
          <p:nvPr/>
        </p:nvSpPr>
        <p:spPr>
          <a:xfrm>
            <a:off x="5118350" y="4324924"/>
            <a:ext cx="7416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i="0" lang="en" sz="1800" u="none" cap="none" strike="noStrike">
                <a:solidFill>
                  <a:schemeClr val="accent3"/>
                </a:solidFill>
                <a:latin typeface="Lexend Medium"/>
                <a:ea typeface="Lexend Medium"/>
                <a:cs typeface="Lexend Medium"/>
                <a:sym typeface="Lexend Medium"/>
              </a:rPr>
              <a:t>15%</a:t>
            </a:r>
            <a:endParaRPr i="0" sz="1200" u="none" cap="none" strike="noStrike">
              <a:solidFill>
                <a:schemeClr val="accent3"/>
              </a:solidFill>
              <a:latin typeface="Lexend Medium"/>
              <a:ea typeface="Lexend Medium"/>
              <a:cs typeface="Lexend Medium"/>
              <a:sym typeface="Lexend Medium"/>
            </a:endParaRPr>
          </a:p>
        </p:txBody>
      </p:sp>
      <p:sp>
        <p:nvSpPr>
          <p:cNvPr id="857" name="Google Shape;857;p64"/>
          <p:cNvSpPr txBox="1"/>
          <p:nvPr/>
        </p:nvSpPr>
        <p:spPr>
          <a:xfrm>
            <a:off x="5859950" y="3595350"/>
            <a:ext cx="1939200" cy="6561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chemeClr val="accent2"/>
              </a:buClr>
              <a:buSzPts val="1200"/>
              <a:buFont typeface="Noto Sans Symbols"/>
              <a:buNone/>
            </a:pPr>
            <a:r>
              <a:rPr i="0" lang="en" sz="1000" u="none" cap="none" strike="noStrike">
                <a:solidFill>
                  <a:srgbClr val="666666"/>
                </a:solidFill>
                <a:latin typeface="Open Sans"/>
                <a:ea typeface="Open Sans"/>
                <a:cs typeface="Open Sans"/>
                <a:sym typeface="Open Sans"/>
              </a:rPr>
              <a:t>This is a sample text. </a:t>
            </a:r>
            <a:endParaRPr i="0" sz="1000" u="none" cap="none" strike="noStrike">
              <a:solidFill>
                <a:srgbClr val="666666"/>
              </a:solidFill>
              <a:latin typeface="Open Sans"/>
              <a:ea typeface="Open Sans"/>
              <a:cs typeface="Open Sans"/>
              <a:sym typeface="Open Sans"/>
            </a:endParaRPr>
          </a:p>
          <a:p>
            <a:pPr indent="0" lvl="0" marL="0" marR="0" rtl="0" algn="l">
              <a:lnSpc>
                <a:spcPct val="150000"/>
              </a:lnSpc>
              <a:spcBef>
                <a:spcPts val="0"/>
              </a:spcBef>
              <a:spcAft>
                <a:spcPts val="0"/>
              </a:spcAft>
              <a:buClr>
                <a:schemeClr val="accent2"/>
              </a:buClr>
              <a:buSzPts val="1200"/>
              <a:buFont typeface="Noto Sans Symbols"/>
              <a:buNone/>
            </a:pPr>
            <a:r>
              <a:rPr i="0" lang="en" sz="1000" u="none" cap="none" strike="noStrike">
                <a:solidFill>
                  <a:srgbClr val="666666"/>
                </a:solidFill>
                <a:latin typeface="Open Sans"/>
                <a:ea typeface="Open Sans"/>
                <a:cs typeface="Open Sans"/>
                <a:sym typeface="Open Sans"/>
              </a:rPr>
              <a:t>You simply add your own text and description here. </a:t>
            </a:r>
            <a:endParaRPr i="0" sz="1400" u="none" cap="none" strike="noStrike">
              <a:solidFill>
                <a:srgbClr val="666666"/>
              </a:solidFill>
              <a:latin typeface="Open Sans"/>
              <a:ea typeface="Open Sans"/>
              <a:cs typeface="Open Sans"/>
              <a:sym typeface="Open Sans"/>
            </a:endParaRPr>
          </a:p>
        </p:txBody>
      </p:sp>
      <p:grpSp>
        <p:nvGrpSpPr>
          <p:cNvPr id="858" name="Google Shape;858;p64"/>
          <p:cNvGrpSpPr/>
          <p:nvPr/>
        </p:nvGrpSpPr>
        <p:grpSpPr>
          <a:xfrm rot="10800000">
            <a:off x="2672359" y="3870469"/>
            <a:ext cx="858594" cy="398925"/>
            <a:chOff x="7345306" y="2328757"/>
            <a:chExt cx="1265989" cy="531900"/>
          </a:xfrm>
        </p:grpSpPr>
        <p:cxnSp>
          <p:nvCxnSpPr>
            <p:cNvPr id="859" name="Google Shape;859;p64"/>
            <p:cNvCxnSpPr/>
            <p:nvPr/>
          </p:nvCxnSpPr>
          <p:spPr>
            <a:xfrm flipH="1" rot="10800000">
              <a:off x="7345306" y="2328757"/>
              <a:ext cx="541500" cy="531900"/>
            </a:xfrm>
            <a:prstGeom prst="straightConnector1">
              <a:avLst/>
            </a:prstGeom>
            <a:noFill/>
            <a:ln cap="flat" cmpd="sng" w="19050">
              <a:solidFill>
                <a:srgbClr val="BFBFBF"/>
              </a:solidFill>
              <a:prstDash val="solid"/>
              <a:miter lim="800000"/>
              <a:headEnd len="sm" w="sm" type="none"/>
              <a:tailEnd len="sm" w="sm" type="none"/>
            </a:ln>
          </p:spPr>
        </p:cxnSp>
        <p:cxnSp>
          <p:nvCxnSpPr>
            <p:cNvPr id="860" name="Google Shape;860;p64"/>
            <p:cNvCxnSpPr/>
            <p:nvPr/>
          </p:nvCxnSpPr>
          <p:spPr>
            <a:xfrm>
              <a:off x="7874795" y="2333625"/>
              <a:ext cx="736500" cy="2400"/>
            </a:xfrm>
            <a:prstGeom prst="straightConnector1">
              <a:avLst/>
            </a:prstGeom>
            <a:noFill/>
            <a:ln cap="flat" cmpd="sng" w="19050">
              <a:solidFill>
                <a:srgbClr val="BFBFBF"/>
              </a:solidFill>
              <a:prstDash val="solid"/>
              <a:miter lim="800000"/>
              <a:headEnd len="sm" w="sm" type="none"/>
              <a:tailEnd len="sm" w="sm" type="none"/>
            </a:ln>
          </p:spPr>
        </p:cxnSp>
      </p:grpSp>
      <p:sp>
        <p:nvSpPr>
          <p:cNvPr id="861" name="Google Shape;861;p64"/>
          <p:cNvSpPr txBox="1"/>
          <p:nvPr/>
        </p:nvSpPr>
        <p:spPr>
          <a:xfrm>
            <a:off x="2590489" y="3886494"/>
            <a:ext cx="741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i="0" lang="en" sz="1800" u="none" cap="none" strike="noStrike">
                <a:solidFill>
                  <a:srgbClr val="BFBFBF"/>
                </a:solidFill>
                <a:latin typeface="Lexend Medium"/>
                <a:ea typeface="Lexend Medium"/>
                <a:cs typeface="Lexend Medium"/>
                <a:sym typeface="Lexend Medium"/>
              </a:rPr>
              <a:t>15%</a:t>
            </a:r>
            <a:endParaRPr i="0" sz="1200" u="none" cap="none" strike="noStrike">
              <a:solidFill>
                <a:srgbClr val="BFBFBF"/>
              </a:solidFill>
              <a:latin typeface="Lexend Medium"/>
              <a:ea typeface="Lexend Medium"/>
              <a:cs typeface="Lexend Medium"/>
              <a:sym typeface="Lexend Medium"/>
            </a:endParaRPr>
          </a:p>
        </p:txBody>
      </p:sp>
      <p:sp>
        <p:nvSpPr>
          <p:cNvPr id="862" name="Google Shape;862;p64"/>
          <p:cNvSpPr txBox="1"/>
          <p:nvPr/>
        </p:nvSpPr>
        <p:spPr>
          <a:xfrm>
            <a:off x="821350" y="4217576"/>
            <a:ext cx="1715700" cy="656100"/>
          </a:xfrm>
          <a:prstGeom prst="rect">
            <a:avLst/>
          </a:prstGeom>
          <a:noFill/>
          <a:ln>
            <a:noFill/>
          </a:ln>
        </p:spPr>
        <p:txBody>
          <a:bodyPr anchorCtr="0" anchor="b" bIns="0" lIns="0" spcFirstLastPara="1" rIns="0" wrap="square" tIns="0">
            <a:noAutofit/>
          </a:bodyPr>
          <a:lstStyle/>
          <a:p>
            <a:pPr indent="0" lvl="0" marL="0" marR="0" rtl="0" algn="r">
              <a:lnSpc>
                <a:spcPct val="150000"/>
              </a:lnSpc>
              <a:spcBef>
                <a:spcPts val="0"/>
              </a:spcBef>
              <a:spcAft>
                <a:spcPts val="0"/>
              </a:spcAft>
              <a:buClr>
                <a:schemeClr val="accent3"/>
              </a:buClr>
              <a:buSzPts val="1200"/>
              <a:buFont typeface="Noto Sans Symbols"/>
              <a:buNone/>
            </a:pPr>
            <a:r>
              <a:rPr i="0" lang="en" sz="1000" u="none" cap="none" strike="noStrike">
                <a:solidFill>
                  <a:srgbClr val="666666"/>
                </a:solidFill>
                <a:latin typeface="Open Sans"/>
                <a:ea typeface="Open Sans"/>
                <a:cs typeface="Open Sans"/>
                <a:sym typeface="Open Sans"/>
              </a:rPr>
              <a:t>This is a sample text. You simply add your own text and description here. </a:t>
            </a:r>
            <a:endParaRPr i="0" sz="1400" u="none" cap="none" strike="noStrike">
              <a:solidFill>
                <a:schemeClr val="dk1"/>
              </a:solidFill>
              <a:latin typeface="Open Sans"/>
              <a:ea typeface="Open Sans"/>
              <a:cs typeface="Open Sans"/>
              <a:sym typeface="Open Sans"/>
            </a:endParaRPr>
          </a:p>
        </p:txBody>
      </p:sp>
      <p:grpSp>
        <p:nvGrpSpPr>
          <p:cNvPr id="863" name="Google Shape;863;p64"/>
          <p:cNvGrpSpPr/>
          <p:nvPr/>
        </p:nvGrpSpPr>
        <p:grpSpPr>
          <a:xfrm flipH="1">
            <a:off x="2682087" y="1392583"/>
            <a:ext cx="858594" cy="398925"/>
            <a:chOff x="7345306" y="2328757"/>
            <a:chExt cx="1265989" cy="531900"/>
          </a:xfrm>
        </p:grpSpPr>
        <p:cxnSp>
          <p:nvCxnSpPr>
            <p:cNvPr id="864" name="Google Shape;864;p64"/>
            <p:cNvCxnSpPr/>
            <p:nvPr/>
          </p:nvCxnSpPr>
          <p:spPr>
            <a:xfrm flipH="1" rot="10800000">
              <a:off x="7345306" y="2328757"/>
              <a:ext cx="541500" cy="531900"/>
            </a:xfrm>
            <a:prstGeom prst="straightConnector1">
              <a:avLst/>
            </a:prstGeom>
            <a:noFill/>
            <a:ln cap="flat" cmpd="sng" w="19050">
              <a:solidFill>
                <a:schemeClr val="accent2"/>
              </a:solidFill>
              <a:prstDash val="solid"/>
              <a:miter lim="800000"/>
              <a:headEnd len="sm" w="sm" type="none"/>
              <a:tailEnd len="sm" w="sm" type="none"/>
            </a:ln>
          </p:spPr>
        </p:cxnSp>
        <p:cxnSp>
          <p:nvCxnSpPr>
            <p:cNvPr id="865" name="Google Shape;865;p64"/>
            <p:cNvCxnSpPr/>
            <p:nvPr/>
          </p:nvCxnSpPr>
          <p:spPr>
            <a:xfrm>
              <a:off x="7874795" y="2333625"/>
              <a:ext cx="736500" cy="2400"/>
            </a:xfrm>
            <a:prstGeom prst="straightConnector1">
              <a:avLst/>
            </a:prstGeom>
            <a:noFill/>
            <a:ln cap="flat" cmpd="sng" w="19050">
              <a:solidFill>
                <a:schemeClr val="accent2"/>
              </a:solidFill>
              <a:prstDash val="solid"/>
              <a:miter lim="800000"/>
              <a:headEnd len="sm" w="sm" type="none"/>
              <a:tailEnd len="sm" w="sm" type="none"/>
            </a:ln>
          </p:spPr>
        </p:cxnSp>
      </p:grpSp>
      <p:sp>
        <p:nvSpPr>
          <p:cNvPr id="866" name="Google Shape;866;p64"/>
          <p:cNvSpPr txBox="1"/>
          <p:nvPr/>
        </p:nvSpPr>
        <p:spPr>
          <a:xfrm>
            <a:off x="2580761" y="1407438"/>
            <a:ext cx="741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i="0" lang="en" sz="1800" u="none" cap="none" strike="noStrike">
                <a:solidFill>
                  <a:schemeClr val="accent2"/>
                </a:solidFill>
                <a:latin typeface="Lexend Medium"/>
                <a:ea typeface="Lexend Medium"/>
                <a:cs typeface="Lexend Medium"/>
                <a:sym typeface="Lexend Medium"/>
              </a:rPr>
              <a:t>15%</a:t>
            </a:r>
            <a:endParaRPr i="0" sz="1200" u="none" cap="none" strike="noStrike">
              <a:solidFill>
                <a:schemeClr val="accent2"/>
              </a:solidFill>
              <a:latin typeface="Lexend Medium"/>
              <a:ea typeface="Lexend Medium"/>
              <a:cs typeface="Lexend Medium"/>
              <a:sym typeface="Lexend Medium"/>
            </a:endParaRPr>
          </a:p>
        </p:txBody>
      </p:sp>
      <p:sp>
        <p:nvSpPr>
          <p:cNvPr id="867" name="Google Shape;867;p64"/>
          <p:cNvSpPr txBox="1"/>
          <p:nvPr/>
        </p:nvSpPr>
        <p:spPr>
          <a:xfrm>
            <a:off x="763200" y="1776688"/>
            <a:ext cx="1715700" cy="620100"/>
          </a:xfrm>
          <a:prstGeom prst="rect">
            <a:avLst/>
          </a:prstGeom>
          <a:noFill/>
          <a:ln>
            <a:noFill/>
          </a:ln>
        </p:spPr>
        <p:txBody>
          <a:bodyPr anchorCtr="0" anchor="t" bIns="0" lIns="0" spcFirstLastPara="1" rIns="0" wrap="square" tIns="0">
            <a:noAutofit/>
          </a:bodyPr>
          <a:lstStyle/>
          <a:p>
            <a:pPr indent="0" lvl="0" marL="0" marR="0" rtl="0" algn="r">
              <a:lnSpc>
                <a:spcPct val="150000"/>
              </a:lnSpc>
              <a:spcBef>
                <a:spcPts val="0"/>
              </a:spcBef>
              <a:spcAft>
                <a:spcPts val="0"/>
              </a:spcAft>
              <a:buClr>
                <a:schemeClr val="accent4"/>
              </a:buClr>
              <a:buSzPts val="1200"/>
              <a:buFont typeface="Noto Sans Symbols"/>
              <a:buNone/>
            </a:pPr>
            <a:r>
              <a:rPr i="0" lang="en" sz="1000" u="none" cap="none" strike="noStrike">
                <a:solidFill>
                  <a:srgbClr val="666666"/>
                </a:solidFill>
                <a:latin typeface="Open Sans"/>
                <a:ea typeface="Open Sans"/>
                <a:cs typeface="Open Sans"/>
                <a:sym typeface="Open Sans"/>
              </a:rPr>
              <a:t>This is a sample text. You simply add your own text and description here. </a:t>
            </a:r>
            <a:endParaRPr i="0" sz="1400" u="none" cap="none" strike="noStrike">
              <a:solidFill>
                <a:schemeClr val="dk1"/>
              </a:solidFill>
              <a:latin typeface="Open Sans"/>
              <a:ea typeface="Open Sans"/>
              <a:cs typeface="Open Sans"/>
              <a:sym typeface="Open Sans"/>
            </a:endParaRPr>
          </a:p>
          <a:p>
            <a:pPr indent="0" lvl="0" marL="0" marR="0" rtl="0" algn="r">
              <a:lnSpc>
                <a:spcPct val="150000"/>
              </a:lnSpc>
              <a:spcBef>
                <a:spcPts val="0"/>
              </a:spcBef>
              <a:spcAft>
                <a:spcPts val="0"/>
              </a:spcAft>
              <a:buClr>
                <a:schemeClr val="accent4"/>
              </a:buClr>
              <a:buSzPts val="1200"/>
              <a:buFont typeface="Noto Sans Symbols"/>
              <a:buNone/>
            </a:pPr>
            <a:r>
              <a:t/>
            </a:r>
            <a:endParaRPr i="0" sz="1000" u="none" cap="none" strike="noStrike">
              <a:solidFill>
                <a:srgbClr val="666666"/>
              </a:solidFill>
              <a:latin typeface="Open Sans"/>
              <a:ea typeface="Open Sans"/>
              <a:cs typeface="Open Sans"/>
              <a:sym typeface="Open Sans"/>
            </a:endParaRPr>
          </a:p>
        </p:txBody>
      </p:sp>
      <p:sp>
        <p:nvSpPr>
          <p:cNvPr id="868" name="Google Shape;868;p64"/>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Data chart title</a:t>
            </a:r>
            <a:endParaRPr sz="2000">
              <a:solidFill>
                <a:schemeClr val="accent5"/>
              </a:solidFill>
              <a:latin typeface="Lexend Medium"/>
              <a:ea typeface="Lexend Medium"/>
              <a:cs typeface="Lexend Medium"/>
              <a:sym typeface="Lexend Medium"/>
            </a:endParaRPr>
          </a:p>
        </p:txBody>
      </p:sp>
      <p:cxnSp>
        <p:nvCxnSpPr>
          <p:cNvPr id="869" name="Google Shape;869;p64"/>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870" name="Google Shape;870;p64"/>
          <p:cNvSpPr txBox="1"/>
          <p:nvPr/>
        </p:nvSpPr>
        <p:spPr>
          <a:xfrm>
            <a:off x="6559450" y="1422888"/>
            <a:ext cx="15186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accent1"/>
                </a:solidFill>
                <a:latin typeface="Lexend SemiBold"/>
                <a:ea typeface="Lexend SemiBold"/>
                <a:cs typeface="Lexend SemiBold"/>
                <a:sym typeface="Lexend SemiBold"/>
              </a:rPr>
              <a:t>Element Title</a:t>
            </a:r>
            <a:endParaRPr>
              <a:latin typeface="Lexend SemiBold"/>
              <a:ea typeface="Lexend SemiBold"/>
              <a:cs typeface="Lexend SemiBold"/>
              <a:sym typeface="Lexend SemiBold"/>
            </a:endParaRPr>
          </a:p>
        </p:txBody>
      </p:sp>
      <p:sp>
        <p:nvSpPr>
          <p:cNvPr id="871" name="Google Shape;871;p64"/>
          <p:cNvSpPr txBox="1"/>
          <p:nvPr/>
        </p:nvSpPr>
        <p:spPr>
          <a:xfrm>
            <a:off x="5757225" y="4283575"/>
            <a:ext cx="15186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accent3"/>
                </a:solidFill>
                <a:latin typeface="Lexend SemiBold"/>
                <a:ea typeface="Lexend SemiBold"/>
                <a:cs typeface="Lexend SemiBold"/>
                <a:sym typeface="Lexend SemiBold"/>
              </a:rPr>
              <a:t>Element Title</a:t>
            </a:r>
            <a:endParaRPr>
              <a:solidFill>
                <a:schemeClr val="accent3"/>
              </a:solidFill>
              <a:latin typeface="Lexend SemiBold"/>
              <a:ea typeface="Lexend SemiBold"/>
              <a:cs typeface="Lexend SemiBold"/>
              <a:sym typeface="Lexend SemiBold"/>
            </a:endParaRPr>
          </a:p>
        </p:txBody>
      </p:sp>
      <p:sp>
        <p:nvSpPr>
          <p:cNvPr id="872" name="Google Shape;872;p64"/>
          <p:cNvSpPr txBox="1"/>
          <p:nvPr/>
        </p:nvSpPr>
        <p:spPr>
          <a:xfrm>
            <a:off x="1071900" y="3922850"/>
            <a:ext cx="1518600" cy="369300"/>
          </a:xfrm>
          <a:prstGeom prst="rect">
            <a:avLst/>
          </a:prstGeom>
          <a:noFill/>
          <a:ln>
            <a:noFill/>
          </a:ln>
        </p:spPr>
        <p:txBody>
          <a:bodyPr anchorCtr="0" anchor="t" bIns="91425" lIns="91425" spcFirstLastPara="1" rIns="91425" wrap="square" tIns="91425">
            <a:spAutoFit/>
          </a:bodyPr>
          <a:lstStyle/>
          <a:p>
            <a:pPr indent="0" lvl="0" marL="0" rtl="0" algn="r">
              <a:lnSpc>
                <a:spcPct val="150000"/>
              </a:lnSpc>
              <a:spcBef>
                <a:spcPts val="0"/>
              </a:spcBef>
              <a:spcAft>
                <a:spcPts val="0"/>
              </a:spcAft>
              <a:buNone/>
            </a:pPr>
            <a:r>
              <a:rPr lang="en" sz="1200">
                <a:solidFill>
                  <a:srgbClr val="BFBFBF"/>
                </a:solidFill>
                <a:latin typeface="Lexend SemiBold"/>
                <a:ea typeface="Lexend SemiBold"/>
                <a:cs typeface="Lexend SemiBold"/>
                <a:sym typeface="Lexend SemiBold"/>
              </a:rPr>
              <a:t>Element Title</a:t>
            </a:r>
            <a:endParaRPr>
              <a:solidFill>
                <a:srgbClr val="BFBFBF"/>
              </a:solidFill>
              <a:latin typeface="Lexend SemiBold"/>
              <a:ea typeface="Lexend SemiBold"/>
              <a:cs typeface="Lexend SemiBold"/>
              <a:sym typeface="Lexend SemiBold"/>
            </a:endParaRPr>
          </a:p>
        </p:txBody>
      </p:sp>
      <p:sp>
        <p:nvSpPr>
          <p:cNvPr id="873" name="Google Shape;873;p64"/>
          <p:cNvSpPr txBox="1"/>
          <p:nvPr/>
        </p:nvSpPr>
        <p:spPr>
          <a:xfrm>
            <a:off x="1237300" y="1422900"/>
            <a:ext cx="1317900" cy="369300"/>
          </a:xfrm>
          <a:prstGeom prst="rect">
            <a:avLst/>
          </a:prstGeom>
          <a:noFill/>
          <a:ln>
            <a:noFill/>
          </a:ln>
        </p:spPr>
        <p:txBody>
          <a:bodyPr anchorCtr="0" anchor="t" bIns="91425" lIns="91425" spcFirstLastPara="1" rIns="91425" wrap="square" tIns="91425">
            <a:spAutoFit/>
          </a:bodyPr>
          <a:lstStyle/>
          <a:p>
            <a:pPr indent="0" lvl="0" marL="0" rtl="0" algn="r">
              <a:lnSpc>
                <a:spcPct val="150000"/>
              </a:lnSpc>
              <a:spcBef>
                <a:spcPts val="0"/>
              </a:spcBef>
              <a:spcAft>
                <a:spcPts val="0"/>
              </a:spcAft>
              <a:buNone/>
            </a:pPr>
            <a:r>
              <a:rPr lang="en" sz="1200">
                <a:solidFill>
                  <a:schemeClr val="accent2"/>
                </a:solidFill>
                <a:latin typeface="Lexend SemiBold"/>
                <a:ea typeface="Lexend SemiBold"/>
                <a:cs typeface="Lexend SemiBold"/>
                <a:sym typeface="Lexend SemiBold"/>
              </a:rPr>
              <a:t>Element Title</a:t>
            </a:r>
            <a:endParaRPr>
              <a:solidFill>
                <a:schemeClr val="accent2"/>
              </a:solidFill>
              <a:latin typeface="Lexend SemiBold"/>
              <a:ea typeface="Lexend SemiBold"/>
              <a:cs typeface="Lexend SemiBold"/>
              <a:sym typeface="Lexend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grpSp>
        <p:nvGrpSpPr>
          <p:cNvPr id="878" name="Google Shape;878;p65"/>
          <p:cNvGrpSpPr/>
          <p:nvPr/>
        </p:nvGrpSpPr>
        <p:grpSpPr>
          <a:xfrm>
            <a:off x="353801" y="1156064"/>
            <a:ext cx="4335297" cy="3363868"/>
            <a:chOff x="565176" y="1265824"/>
            <a:chExt cx="3978066" cy="3363868"/>
          </a:xfrm>
        </p:grpSpPr>
        <p:sp>
          <p:nvSpPr>
            <p:cNvPr id="879" name="Google Shape;879;p65"/>
            <p:cNvSpPr txBox="1"/>
            <p:nvPr/>
          </p:nvSpPr>
          <p:spPr>
            <a:xfrm>
              <a:off x="568300" y="3838308"/>
              <a:ext cx="412200" cy="18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FBFBF"/>
                </a:buClr>
                <a:buSzPts val="1200"/>
                <a:buFont typeface="Roboto"/>
                <a:buNone/>
              </a:pPr>
              <a:r>
                <a:rPr b="1" i="0" lang="en" sz="1000" u="none" cap="none" strike="noStrike">
                  <a:solidFill>
                    <a:srgbClr val="666666"/>
                  </a:solidFill>
                  <a:latin typeface="Open Sans"/>
                  <a:ea typeface="Open Sans"/>
                  <a:cs typeface="Open Sans"/>
                  <a:sym typeface="Open Sans"/>
                </a:rPr>
                <a:t>2013</a:t>
              </a:r>
              <a:endParaRPr b="1" i="0" sz="1200" u="none" cap="none" strike="noStrike">
                <a:solidFill>
                  <a:srgbClr val="666666"/>
                </a:solidFill>
                <a:latin typeface="Open Sans"/>
                <a:ea typeface="Open Sans"/>
                <a:cs typeface="Open Sans"/>
                <a:sym typeface="Open Sans"/>
              </a:endParaRPr>
            </a:p>
          </p:txBody>
        </p:sp>
        <p:sp>
          <p:nvSpPr>
            <p:cNvPr id="880" name="Google Shape;880;p65"/>
            <p:cNvSpPr txBox="1"/>
            <p:nvPr/>
          </p:nvSpPr>
          <p:spPr>
            <a:xfrm>
              <a:off x="568300" y="3098515"/>
              <a:ext cx="412200" cy="18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FBFBF"/>
                </a:buClr>
                <a:buSzPts val="1200"/>
                <a:buFont typeface="Roboto"/>
                <a:buNone/>
              </a:pPr>
              <a:r>
                <a:rPr b="1" i="0" lang="en" sz="1000" u="none" cap="none" strike="noStrike">
                  <a:solidFill>
                    <a:srgbClr val="666666"/>
                  </a:solidFill>
                  <a:latin typeface="Open Sans"/>
                  <a:ea typeface="Open Sans"/>
                  <a:cs typeface="Open Sans"/>
                  <a:sym typeface="Open Sans"/>
                </a:rPr>
                <a:t>2014</a:t>
              </a:r>
              <a:endParaRPr b="1" i="0" sz="1200" u="none" cap="none" strike="noStrike">
                <a:solidFill>
                  <a:srgbClr val="666666"/>
                </a:solidFill>
                <a:latin typeface="Open Sans"/>
                <a:ea typeface="Open Sans"/>
                <a:cs typeface="Open Sans"/>
                <a:sym typeface="Open Sans"/>
              </a:endParaRPr>
            </a:p>
          </p:txBody>
        </p:sp>
        <p:sp>
          <p:nvSpPr>
            <p:cNvPr id="881" name="Google Shape;881;p65"/>
            <p:cNvSpPr txBox="1"/>
            <p:nvPr/>
          </p:nvSpPr>
          <p:spPr>
            <a:xfrm>
              <a:off x="568300" y="2378603"/>
              <a:ext cx="412200" cy="18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FBFBF"/>
                </a:buClr>
                <a:buSzPts val="1200"/>
                <a:buFont typeface="Roboto"/>
                <a:buNone/>
              </a:pPr>
              <a:r>
                <a:rPr b="1" i="0" lang="en" sz="1000" u="none" cap="none" strike="noStrike">
                  <a:solidFill>
                    <a:srgbClr val="666666"/>
                  </a:solidFill>
                  <a:latin typeface="Open Sans"/>
                  <a:ea typeface="Open Sans"/>
                  <a:cs typeface="Open Sans"/>
                  <a:sym typeface="Open Sans"/>
                </a:rPr>
                <a:t>2015</a:t>
              </a:r>
              <a:endParaRPr b="1" i="0" sz="1200" u="none" cap="none" strike="noStrike">
                <a:solidFill>
                  <a:srgbClr val="666666"/>
                </a:solidFill>
                <a:latin typeface="Open Sans"/>
                <a:ea typeface="Open Sans"/>
                <a:cs typeface="Open Sans"/>
                <a:sym typeface="Open Sans"/>
              </a:endParaRPr>
            </a:p>
          </p:txBody>
        </p:sp>
        <p:sp>
          <p:nvSpPr>
            <p:cNvPr id="882" name="Google Shape;882;p65"/>
            <p:cNvSpPr txBox="1"/>
            <p:nvPr/>
          </p:nvSpPr>
          <p:spPr>
            <a:xfrm>
              <a:off x="565176" y="1658691"/>
              <a:ext cx="417900" cy="184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FBFBF"/>
                </a:buClr>
                <a:buSzPts val="1200"/>
                <a:buFont typeface="Roboto"/>
                <a:buNone/>
              </a:pPr>
              <a:r>
                <a:rPr b="1" i="0" lang="en" sz="1000" u="none" cap="none" strike="noStrike">
                  <a:solidFill>
                    <a:srgbClr val="666666"/>
                  </a:solidFill>
                  <a:latin typeface="Open Sans"/>
                  <a:ea typeface="Open Sans"/>
                  <a:cs typeface="Open Sans"/>
                  <a:sym typeface="Open Sans"/>
                </a:rPr>
                <a:t>2016</a:t>
              </a:r>
              <a:endParaRPr b="1" i="0" sz="1200" u="none" cap="none" strike="noStrike">
                <a:solidFill>
                  <a:srgbClr val="666666"/>
                </a:solidFill>
                <a:latin typeface="Open Sans"/>
                <a:ea typeface="Open Sans"/>
                <a:cs typeface="Open Sans"/>
                <a:sym typeface="Open Sans"/>
              </a:endParaRPr>
            </a:p>
          </p:txBody>
        </p:sp>
        <p:cxnSp>
          <p:nvCxnSpPr>
            <p:cNvPr id="883" name="Google Shape;883;p65"/>
            <p:cNvCxnSpPr/>
            <p:nvPr/>
          </p:nvCxnSpPr>
          <p:spPr>
            <a:xfrm>
              <a:off x="1142819" y="1265824"/>
              <a:ext cx="0" cy="3169800"/>
            </a:xfrm>
            <a:prstGeom prst="straightConnector1">
              <a:avLst/>
            </a:prstGeom>
            <a:noFill/>
            <a:ln cap="flat" cmpd="sng" w="9525">
              <a:solidFill>
                <a:srgbClr val="666666"/>
              </a:solidFill>
              <a:prstDash val="solid"/>
              <a:miter lim="800000"/>
              <a:headEnd len="sm" w="sm" type="none"/>
              <a:tailEnd len="sm" w="sm" type="none"/>
            </a:ln>
          </p:spPr>
        </p:cxnSp>
        <p:cxnSp>
          <p:nvCxnSpPr>
            <p:cNvPr id="884" name="Google Shape;884;p65"/>
            <p:cNvCxnSpPr/>
            <p:nvPr/>
          </p:nvCxnSpPr>
          <p:spPr>
            <a:xfrm>
              <a:off x="1794543" y="1265824"/>
              <a:ext cx="0" cy="3169800"/>
            </a:xfrm>
            <a:prstGeom prst="straightConnector1">
              <a:avLst/>
            </a:prstGeom>
            <a:noFill/>
            <a:ln cap="flat" cmpd="sng" w="9525">
              <a:solidFill>
                <a:srgbClr val="666666"/>
              </a:solidFill>
              <a:prstDash val="solid"/>
              <a:miter lim="800000"/>
              <a:headEnd len="sm" w="sm" type="none"/>
              <a:tailEnd len="sm" w="sm" type="none"/>
            </a:ln>
          </p:spPr>
        </p:cxnSp>
        <p:cxnSp>
          <p:nvCxnSpPr>
            <p:cNvPr id="885" name="Google Shape;885;p65"/>
            <p:cNvCxnSpPr/>
            <p:nvPr/>
          </p:nvCxnSpPr>
          <p:spPr>
            <a:xfrm>
              <a:off x="2446267" y="1265824"/>
              <a:ext cx="0" cy="3169800"/>
            </a:xfrm>
            <a:prstGeom prst="straightConnector1">
              <a:avLst/>
            </a:prstGeom>
            <a:noFill/>
            <a:ln cap="flat" cmpd="sng" w="9525">
              <a:solidFill>
                <a:srgbClr val="666666"/>
              </a:solidFill>
              <a:prstDash val="solid"/>
              <a:miter lim="800000"/>
              <a:headEnd len="sm" w="sm" type="none"/>
              <a:tailEnd len="sm" w="sm" type="none"/>
            </a:ln>
          </p:spPr>
        </p:cxnSp>
        <p:cxnSp>
          <p:nvCxnSpPr>
            <p:cNvPr id="886" name="Google Shape;886;p65"/>
            <p:cNvCxnSpPr/>
            <p:nvPr/>
          </p:nvCxnSpPr>
          <p:spPr>
            <a:xfrm>
              <a:off x="3097991" y="1265824"/>
              <a:ext cx="0" cy="3169800"/>
            </a:xfrm>
            <a:prstGeom prst="straightConnector1">
              <a:avLst/>
            </a:prstGeom>
            <a:noFill/>
            <a:ln cap="flat" cmpd="sng" w="9525">
              <a:solidFill>
                <a:srgbClr val="666666"/>
              </a:solidFill>
              <a:prstDash val="solid"/>
              <a:miter lim="800000"/>
              <a:headEnd len="sm" w="sm" type="none"/>
              <a:tailEnd len="sm" w="sm" type="none"/>
            </a:ln>
          </p:spPr>
        </p:cxnSp>
        <p:cxnSp>
          <p:nvCxnSpPr>
            <p:cNvPr id="887" name="Google Shape;887;p65"/>
            <p:cNvCxnSpPr/>
            <p:nvPr/>
          </p:nvCxnSpPr>
          <p:spPr>
            <a:xfrm>
              <a:off x="3749715" y="1265824"/>
              <a:ext cx="0" cy="3169800"/>
            </a:xfrm>
            <a:prstGeom prst="straightConnector1">
              <a:avLst/>
            </a:prstGeom>
            <a:noFill/>
            <a:ln cap="flat" cmpd="sng" w="9525">
              <a:solidFill>
                <a:srgbClr val="666666"/>
              </a:solidFill>
              <a:prstDash val="solid"/>
              <a:miter lim="800000"/>
              <a:headEnd len="sm" w="sm" type="none"/>
              <a:tailEnd len="sm" w="sm" type="none"/>
            </a:ln>
          </p:spPr>
        </p:cxnSp>
        <p:cxnSp>
          <p:nvCxnSpPr>
            <p:cNvPr id="888" name="Google Shape;888;p65"/>
            <p:cNvCxnSpPr/>
            <p:nvPr/>
          </p:nvCxnSpPr>
          <p:spPr>
            <a:xfrm>
              <a:off x="4401438" y="1265824"/>
              <a:ext cx="0" cy="3169800"/>
            </a:xfrm>
            <a:prstGeom prst="straightConnector1">
              <a:avLst/>
            </a:prstGeom>
            <a:noFill/>
            <a:ln cap="flat" cmpd="sng" w="9525">
              <a:solidFill>
                <a:srgbClr val="666666"/>
              </a:solidFill>
              <a:prstDash val="solid"/>
              <a:miter lim="800000"/>
              <a:headEnd len="sm" w="sm" type="none"/>
              <a:tailEnd len="sm" w="sm" type="none"/>
            </a:ln>
          </p:spPr>
        </p:cxnSp>
        <p:sp>
          <p:nvSpPr>
            <p:cNvPr id="889" name="Google Shape;889;p65"/>
            <p:cNvSpPr txBox="1"/>
            <p:nvPr/>
          </p:nvSpPr>
          <p:spPr>
            <a:xfrm>
              <a:off x="1001123" y="4460492"/>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0</a:t>
              </a:r>
              <a:endParaRPr i="0" sz="1400" u="none" cap="none" strike="noStrike">
                <a:solidFill>
                  <a:srgbClr val="666666"/>
                </a:solidFill>
                <a:latin typeface="Open Sans"/>
                <a:ea typeface="Open Sans"/>
                <a:cs typeface="Open Sans"/>
                <a:sym typeface="Open Sans"/>
              </a:endParaRPr>
            </a:p>
          </p:txBody>
        </p:sp>
        <p:sp>
          <p:nvSpPr>
            <p:cNvPr id="890" name="Google Shape;890;p65"/>
            <p:cNvSpPr txBox="1"/>
            <p:nvPr/>
          </p:nvSpPr>
          <p:spPr>
            <a:xfrm>
              <a:off x="1652848" y="4460492"/>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20</a:t>
              </a:r>
              <a:endParaRPr i="0" sz="1400" u="none" cap="none" strike="noStrike">
                <a:solidFill>
                  <a:srgbClr val="666666"/>
                </a:solidFill>
                <a:latin typeface="Open Sans"/>
                <a:ea typeface="Open Sans"/>
                <a:cs typeface="Open Sans"/>
                <a:sym typeface="Open Sans"/>
              </a:endParaRPr>
            </a:p>
          </p:txBody>
        </p:sp>
        <p:sp>
          <p:nvSpPr>
            <p:cNvPr id="891" name="Google Shape;891;p65"/>
            <p:cNvSpPr txBox="1"/>
            <p:nvPr/>
          </p:nvSpPr>
          <p:spPr>
            <a:xfrm>
              <a:off x="2304571" y="4460492"/>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40</a:t>
              </a:r>
              <a:endParaRPr i="0" sz="1400" u="none" cap="none" strike="noStrike">
                <a:solidFill>
                  <a:srgbClr val="666666"/>
                </a:solidFill>
                <a:latin typeface="Open Sans"/>
                <a:ea typeface="Open Sans"/>
                <a:cs typeface="Open Sans"/>
                <a:sym typeface="Open Sans"/>
              </a:endParaRPr>
            </a:p>
          </p:txBody>
        </p:sp>
        <p:sp>
          <p:nvSpPr>
            <p:cNvPr id="892" name="Google Shape;892;p65"/>
            <p:cNvSpPr txBox="1"/>
            <p:nvPr/>
          </p:nvSpPr>
          <p:spPr>
            <a:xfrm>
              <a:off x="2956295" y="4460492"/>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60</a:t>
              </a:r>
              <a:endParaRPr i="0" sz="1400" u="none" cap="none" strike="noStrike">
                <a:solidFill>
                  <a:srgbClr val="666666"/>
                </a:solidFill>
                <a:latin typeface="Open Sans"/>
                <a:ea typeface="Open Sans"/>
                <a:cs typeface="Open Sans"/>
                <a:sym typeface="Open Sans"/>
              </a:endParaRPr>
            </a:p>
          </p:txBody>
        </p:sp>
        <p:sp>
          <p:nvSpPr>
            <p:cNvPr id="893" name="Google Shape;893;p65"/>
            <p:cNvSpPr txBox="1"/>
            <p:nvPr/>
          </p:nvSpPr>
          <p:spPr>
            <a:xfrm>
              <a:off x="3627339" y="4460492"/>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80</a:t>
              </a:r>
              <a:endParaRPr i="0" sz="1400" u="none" cap="none" strike="noStrike">
                <a:solidFill>
                  <a:srgbClr val="666666"/>
                </a:solidFill>
                <a:latin typeface="Open Sans"/>
                <a:ea typeface="Open Sans"/>
                <a:cs typeface="Open Sans"/>
                <a:sym typeface="Open Sans"/>
              </a:endParaRPr>
            </a:p>
          </p:txBody>
        </p:sp>
        <p:sp>
          <p:nvSpPr>
            <p:cNvPr id="894" name="Google Shape;894;p65"/>
            <p:cNvSpPr txBox="1"/>
            <p:nvPr/>
          </p:nvSpPr>
          <p:spPr>
            <a:xfrm>
              <a:off x="4259742" y="4460488"/>
              <a:ext cx="283500" cy="169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FBFBF"/>
                </a:buClr>
                <a:buSzPts val="1100"/>
                <a:buFont typeface="Roboto"/>
                <a:buNone/>
              </a:pPr>
              <a:r>
                <a:rPr i="0" lang="en" sz="1100" u="none" cap="none" strike="noStrike">
                  <a:solidFill>
                    <a:srgbClr val="666666"/>
                  </a:solidFill>
                  <a:latin typeface="Open Sans"/>
                  <a:ea typeface="Open Sans"/>
                  <a:cs typeface="Open Sans"/>
                  <a:sym typeface="Open Sans"/>
                </a:rPr>
                <a:t>100</a:t>
              </a:r>
              <a:endParaRPr i="0" sz="1400" u="none" cap="none" strike="noStrike">
                <a:solidFill>
                  <a:srgbClr val="666666"/>
                </a:solidFill>
                <a:latin typeface="Open Sans"/>
                <a:ea typeface="Open Sans"/>
                <a:cs typeface="Open Sans"/>
                <a:sym typeface="Open Sans"/>
              </a:endParaRPr>
            </a:p>
          </p:txBody>
        </p:sp>
        <p:sp>
          <p:nvSpPr>
            <p:cNvPr id="895" name="Google Shape;895;p65"/>
            <p:cNvSpPr/>
            <p:nvPr/>
          </p:nvSpPr>
          <p:spPr>
            <a:xfrm>
              <a:off x="1148277" y="2916395"/>
              <a:ext cx="1949716" cy="548901"/>
            </a:xfrm>
            <a:custGeom>
              <a:rect b="b" l="l" r="r" t="t"/>
              <a:pathLst>
                <a:path extrusionOk="0" h="244" w="2120">
                  <a:moveTo>
                    <a:pt x="0" y="0"/>
                  </a:moveTo>
                  <a:lnTo>
                    <a:pt x="2120" y="0"/>
                  </a:lnTo>
                  <a:lnTo>
                    <a:pt x="2120" y="244"/>
                  </a:lnTo>
                  <a:lnTo>
                    <a:pt x="0" y="244"/>
                  </a:lnTo>
                  <a:lnTo>
                    <a:pt x="0" y="0"/>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Open Sans"/>
                  <a:ea typeface="Open Sans"/>
                  <a:cs typeface="Open Sans"/>
                  <a:sym typeface="Open Sans"/>
                </a:rPr>
                <a:t>60%</a:t>
              </a:r>
              <a:endParaRPr b="1" i="0" sz="1400" u="none" cap="none" strike="noStrike">
                <a:solidFill>
                  <a:schemeClr val="lt1"/>
                </a:solidFill>
                <a:latin typeface="Open Sans"/>
                <a:ea typeface="Open Sans"/>
                <a:cs typeface="Open Sans"/>
                <a:sym typeface="Open Sans"/>
              </a:endParaRPr>
            </a:p>
          </p:txBody>
        </p:sp>
        <p:sp>
          <p:nvSpPr>
            <p:cNvPr id="896" name="Google Shape;896;p65"/>
            <p:cNvSpPr/>
            <p:nvPr/>
          </p:nvSpPr>
          <p:spPr>
            <a:xfrm>
              <a:off x="1148277" y="2196525"/>
              <a:ext cx="2993583" cy="548901"/>
            </a:xfrm>
            <a:custGeom>
              <a:rect b="b" l="l" r="r" t="t"/>
              <a:pathLst>
                <a:path extrusionOk="0" h="244" w="1211">
                  <a:moveTo>
                    <a:pt x="0" y="0"/>
                  </a:moveTo>
                  <a:lnTo>
                    <a:pt x="1211" y="0"/>
                  </a:lnTo>
                  <a:lnTo>
                    <a:pt x="1211" y="244"/>
                  </a:lnTo>
                  <a:lnTo>
                    <a:pt x="0" y="244"/>
                  </a:lnTo>
                  <a:lnTo>
                    <a:pt x="0"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Open Sans"/>
                  <a:ea typeface="Open Sans"/>
                  <a:cs typeface="Open Sans"/>
                  <a:sym typeface="Open Sans"/>
                </a:rPr>
                <a:t>90%</a:t>
              </a:r>
              <a:endParaRPr b="1" i="0" sz="1400" u="none" cap="none" strike="noStrike">
                <a:solidFill>
                  <a:schemeClr val="lt1"/>
                </a:solidFill>
                <a:latin typeface="Open Sans"/>
                <a:ea typeface="Open Sans"/>
                <a:cs typeface="Open Sans"/>
                <a:sym typeface="Open Sans"/>
              </a:endParaRPr>
            </a:p>
          </p:txBody>
        </p:sp>
        <p:sp>
          <p:nvSpPr>
            <p:cNvPr id="897" name="Google Shape;897;p65"/>
            <p:cNvSpPr/>
            <p:nvPr/>
          </p:nvSpPr>
          <p:spPr>
            <a:xfrm>
              <a:off x="1148277" y="1472155"/>
              <a:ext cx="2256406" cy="548901"/>
            </a:xfrm>
            <a:custGeom>
              <a:rect b="b" l="l" r="r" t="t"/>
              <a:pathLst>
                <a:path extrusionOk="0" h="244" w="2120">
                  <a:moveTo>
                    <a:pt x="0" y="0"/>
                  </a:moveTo>
                  <a:lnTo>
                    <a:pt x="2120" y="0"/>
                  </a:lnTo>
                  <a:lnTo>
                    <a:pt x="2120" y="244"/>
                  </a:lnTo>
                  <a:lnTo>
                    <a:pt x="0" y="244"/>
                  </a:lnTo>
                  <a:lnTo>
                    <a:pt x="0"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Open Sans"/>
                  <a:ea typeface="Open Sans"/>
                  <a:cs typeface="Open Sans"/>
                  <a:sym typeface="Open Sans"/>
                </a:rPr>
                <a:t>70%</a:t>
              </a:r>
              <a:endParaRPr b="1" i="0" sz="1400" u="none" cap="none" strike="noStrike">
                <a:solidFill>
                  <a:schemeClr val="lt1"/>
                </a:solidFill>
                <a:latin typeface="Open Sans"/>
                <a:ea typeface="Open Sans"/>
                <a:cs typeface="Open Sans"/>
                <a:sym typeface="Open Sans"/>
              </a:endParaRPr>
            </a:p>
          </p:txBody>
        </p:sp>
        <p:sp>
          <p:nvSpPr>
            <p:cNvPr id="898" name="Google Shape;898;p65"/>
            <p:cNvSpPr/>
            <p:nvPr/>
          </p:nvSpPr>
          <p:spPr>
            <a:xfrm>
              <a:off x="1148277" y="3640765"/>
              <a:ext cx="1633834" cy="544402"/>
            </a:xfrm>
            <a:custGeom>
              <a:rect b="b" l="l" r="r" t="t"/>
              <a:pathLst>
                <a:path extrusionOk="0" h="242" w="909">
                  <a:moveTo>
                    <a:pt x="0" y="0"/>
                  </a:moveTo>
                  <a:lnTo>
                    <a:pt x="909" y="0"/>
                  </a:lnTo>
                  <a:lnTo>
                    <a:pt x="909" y="242"/>
                  </a:lnTo>
                  <a:lnTo>
                    <a:pt x="0" y="242"/>
                  </a:lnTo>
                  <a:lnTo>
                    <a:pt x="0" y="0"/>
                  </a:lnTo>
                  <a:lnTo>
                    <a:pt x="0" y="0"/>
                  </a:lnTo>
                  <a:close/>
                </a:path>
              </a:pathLst>
            </a:custGeom>
            <a:solidFill>
              <a:srgbClr val="9E9E9E"/>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Open Sans"/>
                  <a:ea typeface="Open Sans"/>
                  <a:cs typeface="Open Sans"/>
                  <a:sym typeface="Open Sans"/>
                </a:rPr>
                <a:t>50%</a:t>
              </a:r>
              <a:endParaRPr b="1" i="0" sz="1400" u="none" cap="none" strike="noStrike">
                <a:solidFill>
                  <a:schemeClr val="lt1"/>
                </a:solidFill>
                <a:latin typeface="Open Sans"/>
                <a:ea typeface="Open Sans"/>
                <a:cs typeface="Open Sans"/>
                <a:sym typeface="Open Sans"/>
              </a:endParaRPr>
            </a:p>
          </p:txBody>
        </p:sp>
      </p:grpSp>
      <p:grpSp>
        <p:nvGrpSpPr>
          <p:cNvPr id="899" name="Google Shape;899;p65"/>
          <p:cNvGrpSpPr/>
          <p:nvPr/>
        </p:nvGrpSpPr>
        <p:grpSpPr>
          <a:xfrm>
            <a:off x="5318655" y="1111520"/>
            <a:ext cx="422299" cy="422147"/>
            <a:chOff x="747713" y="2109788"/>
            <a:chExt cx="761998" cy="761998"/>
          </a:xfrm>
        </p:grpSpPr>
        <p:sp>
          <p:nvSpPr>
            <p:cNvPr id="900" name="Google Shape;900;p65"/>
            <p:cNvSpPr/>
            <p:nvPr/>
          </p:nvSpPr>
          <p:spPr>
            <a:xfrm>
              <a:off x="1171576" y="2389188"/>
              <a:ext cx="42863" cy="39688"/>
            </a:xfrm>
            <a:custGeom>
              <a:rect b="b" l="l" r="r" t="t"/>
              <a:pathLst>
                <a:path extrusionOk="0" h="176" w="187">
                  <a:moveTo>
                    <a:pt x="73" y="0"/>
                  </a:moveTo>
                  <a:lnTo>
                    <a:pt x="90" y="4"/>
                  </a:lnTo>
                  <a:lnTo>
                    <a:pt x="106" y="12"/>
                  </a:lnTo>
                  <a:lnTo>
                    <a:pt x="136" y="34"/>
                  </a:lnTo>
                  <a:lnTo>
                    <a:pt x="164" y="57"/>
                  </a:lnTo>
                  <a:lnTo>
                    <a:pt x="176" y="70"/>
                  </a:lnTo>
                  <a:lnTo>
                    <a:pt x="184" y="86"/>
                  </a:lnTo>
                  <a:lnTo>
                    <a:pt x="187" y="104"/>
                  </a:lnTo>
                  <a:lnTo>
                    <a:pt x="186" y="121"/>
                  </a:lnTo>
                  <a:lnTo>
                    <a:pt x="180" y="137"/>
                  </a:lnTo>
                  <a:lnTo>
                    <a:pt x="169" y="153"/>
                  </a:lnTo>
                  <a:lnTo>
                    <a:pt x="158" y="163"/>
                  </a:lnTo>
                  <a:lnTo>
                    <a:pt x="146" y="170"/>
                  </a:lnTo>
                  <a:lnTo>
                    <a:pt x="133" y="174"/>
                  </a:lnTo>
                  <a:lnTo>
                    <a:pt x="118" y="176"/>
                  </a:lnTo>
                  <a:lnTo>
                    <a:pt x="102" y="174"/>
                  </a:lnTo>
                  <a:lnTo>
                    <a:pt x="87" y="168"/>
                  </a:lnTo>
                  <a:lnTo>
                    <a:pt x="73" y="159"/>
                  </a:lnTo>
                  <a:lnTo>
                    <a:pt x="52" y="141"/>
                  </a:lnTo>
                  <a:lnTo>
                    <a:pt x="30" y="125"/>
                  </a:lnTo>
                  <a:lnTo>
                    <a:pt x="17" y="113"/>
                  </a:lnTo>
                  <a:lnTo>
                    <a:pt x="6" y="98"/>
                  </a:lnTo>
                  <a:lnTo>
                    <a:pt x="1" y="81"/>
                  </a:lnTo>
                  <a:lnTo>
                    <a:pt x="0" y="64"/>
                  </a:lnTo>
                  <a:lnTo>
                    <a:pt x="3" y="47"/>
                  </a:lnTo>
                  <a:lnTo>
                    <a:pt x="12" y="30"/>
                  </a:lnTo>
                  <a:lnTo>
                    <a:pt x="24" y="16"/>
                  </a:lnTo>
                  <a:lnTo>
                    <a:pt x="39" y="7"/>
                  </a:lnTo>
                  <a:lnTo>
                    <a:pt x="55" y="2"/>
                  </a:lnTo>
                  <a:lnTo>
                    <a:pt x="7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1" name="Google Shape;901;p65"/>
            <p:cNvSpPr/>
            <p:nvPr/>
          </p:nvSpPr>
          <p:spPr>
            <a:xfrm>
              <a:off x="747713" y="2109788"/>
              <a:ext cx="761998" cy="761998"/>
            </a:xfrm>
            <a:custGeom>
              <a:rect b="b" l="l" r="r" t="t"/>
              <a:pathLst>
                <a:path extrusionOk="0" h="3360" w="3360">
                  <a:moveTo>
                    <a:pt x="2876" y="1748"/>
                  </a:moveTo>
                  <a:lnTo>
                    <a:pt x="2868" y="1834"/>
                  </a:lnTo>
                  <a:lnTo>
                    <a:pt x="2855" y="1918"/>
                  </a:lnTo>
                  <a:lnTo>
                    <a:pt x="2835" y="2000"/>
                  </a:lnTo>
                  <a:lnTo>
                    <a:pt x="2810" y="2080"/>
                  </a:lnTo>
                  <a:lnTo>
                    <a:pt x="2780" y="2157"/>
                  </a:lnTo>
                  <a:lnTo>
                    <a:pt x="2744" y="2231"/>
                  </a:lnTo>
                  <a:lnTo>
                    <a:pt x="2703" y="2303"/>
                  </a:lnTo>
                  <a:lnTo>
                    <a:pt x="2658" y="2371"/>
                  </a:lnTo>
                  <a:lnTo>
                    <a:pt x="2610" y="2437"/>
                  </a:lnTo>
                  <a:lnTo>
                    <a:pt x="2556" y="2498"/>
                  </a:lnTo>
                  <a:lnTo>
                    <a:pt x="2498" y="2556"/>
                  </a:lnTo>
                  <a:lnTo>
                    <a:pt x="2437" y="2610"/>
                  </a:lnTo>
                  <a:lnTo>
                    <a:pt x="2371" y="2658"/>
                  </a:lnTo>
                  <a:lnTo>
                    <a:pt x="2303" y="2703"/>
                  </a:lnTo>
                  <a:lnTo>
                    <a:pt x="2231" y="2744"/>
                  </a:lnTo>
                  <a:lnTo>
                    <a:pt x="2157" y="2780"/>
                  </a:lnTo>
                  <a:lnTo>
                    <a:pt x="2080" y="2810"/>
                  </a:lnTo>
                  <a:lnTo>
                    <a:pt x="2000" y="2835"/>
                  </a:lnTo>
                  <a:lnTo>
                    <a:pt x="1918" y="2855"/>
                  </a:lnTo>
                  <a:lnTo>
                    <a:pt x="1834" y="2868"/>
                  </a:lnTo>
                  <a:lnTo>
                    <a:pt x="1748" y="2876"/>
                  </a:lnTo>
                  <a:lnTo>
                    <a:pt x="1748" y="3055"/>
                  </a:lnTo>
                  <a:lnTo>
                    <a:pt x="1840" y="3046"/>
                  </a:lnTo>
                  <a:lnTo>
                    <a:pt x="1928" y="3033"/>
                  </a:lnTo>
                  <a:lnTo>
                    <a:pt x="2016" y="3015"/>
                  </a:lnTo>
                  <a:lnTo>
                    <a:pt x="2102" y="2990"/>
                  </a:lnTo>
                  <a:lnTo>
                    <a:pt x="2184" y="2961"/>
                  </a:lnTo>
                  <a:lnTo>
                    <a:pt x="2264" y="2925"/>
                  </a:lnTo>
                  <a:lnTo>
                    <a:pt x="2342" y="2886"/>
                  </a:lnTo>
                  <a:lnTo>
                    <a:pt x="2417" y="2842"/>
                  </a:lnTo>
                  <a:lnTo>
                    <a:pt x="2488" y="2793"/>
                  </a:lnTo>
                  <a:lnTo>
                    <a:pt x="2557" y="2740"/>
                  </a:lnTo>
                  <a:lnTo>
                    <a:pt x="2622" y="2683"/>
                  </a:lnTo>
                  <a:lnTo>
                    <a:pt x="2683" y="2622"/>
                  </a:lnTo>
                  <a:lnTo>
                    <a:pt x="2740" y="2557"/>
                  </a:lnTo>
                  <a:lnTo>
                    <a:pt x="2793" y="2488"/>
                  </a:lnTo>
                  <a:lnTo>
                    <a:pt x="2842" y="2417"/>
                  </a:lnTo>
                  <a:lnTo>
                    <a:pt x="2886" y="2342"/>
                  </a:lnTo>
                  <a:lnTo>
                    <a:pt x="2925" y="2264"/>
                  </a:lnTo>
                  <a:lnTo>
                    <a:pt x="2961" y="2184"/>
                  </a:lnTo>
                  <a:lnTo>
                    <a:pt x="2990" y="2102"/>
                  </a:lnTo>
                  <a:lnTo>
                    <a:pt x="3015" y="2016"/>
                  </a:lnTo>
                  <a:lnTo>
                    <a:pt x="3033" y="1928"/>
                  </a:lnTo>
                  <a:lnTo>
                    <a:pt x="3046" y="1840"/>
                  </a:lnTo>
                  <a:lnTo>
                    <a:pt x="3055" y="1748"/>
                  </a:lnTo>
                  <a:lnTo>
                    <a:pt x="2876" y="1748"/>
                  </a:lnTo>
                  <a:close/>
                  <a:moveTo>
                    <a:pt x="2204" y="1748"/>
                  </a:moveTo>
                  <a:lnTo>
                    <a:pt x="2195" y="1802"/>
                  </a:lnTo>
                  <a:lnTo>
                    <a:pt x="2180" y="1854"/>
                  </a:lnTo>
                  <a:lnTo>
                    <a:pt x="2160" y="1903"/>
                  </a:lnTo>
                  <a:lnTo>
                    <a:pt x="2135" y="1950"/>
                  </a:lnTo>
                  <a:lnTo>
                    <a:pt x="2106" y="1995"/>
                  </a:lnTo>
                  <a:lnTo>
                    <a:pt x="2072" y="2035"/>
                  </a:lnTo>
                  <a:lnTo>
                    <a:pt x="2035" y="2072"/>
                  </a:lnTo>
                  <a:lnTo>
                    <a:pt x="1995" y="2106"/>
                  </a:lnTo>
                  <a:lnTo>
                    <a:pt x="1950" y="2135"/>
                  </a:lnTo>
                  <a:lnTo>
                    <a:pt x="1903" y="2160"/>
                  </a:lnTo>
                  <a:lnTo>
                    <a:pt x="1854" y="2180"/>
                  </a:lnTo>
                  <a:lnTo>
                    <a:pt x="1802" y="2195"/>
                  </a:lnTo>
                  <a:lnTo>
                    <a:pt x="1748" y="2204"/>
                  </a:lnTo>
                  <a:lnTo>
                    <a:pt x="1748" y="2740"/>
                  </a:lnTo>
                  <a:lnTo>
                    <a:pt x="1828" y="2732"/>
                  </a:lnTo>
                  <a:lnTo>
                    <a:pt x="1904" y="2719"/>
                  </a:lnTo>
                  <a:lnTo>
                    <a:pt x="1979" y="2699"/>
                  </a:lnTo>
                  <a:lnTo>
                    <a:pt x="2053" y="2675"/>
                  </a:lnTo>
                  <a:lnTo>
                    <a:pt x="2123" y="2645"/>
                  </a:lnTo>
                  <a:lnTo>
                    <a:pt x="2190" y="2611"/>
                  </a:lnTo>
                  <a:lnTo>
                    <a:pt x="2255" y="2572"/>
                  </a:lnTo>
                  <a:lnTo>
                    <a:pt x="2317" y="2529"/>
                  </a:lnTo>
                  <a:lnTo>
                    <a:pt x="2375" y="2481"/>
                  </a:lnTo>
                  <a:lnTo>
                    <a:pt x="2430" y="2430"/>
                  </a:lnTo>
                  <a:lnTo>
                    <a:pt x="2481" y="2375"/>
                  </a:lnTo>
                  <a:lnTo>
                    <a:pt x="2529" y="2317"/>
                  </a:lnTo>
                  <a:lnTo>
                    <a:pt x="2572" y="2255"/>
                  </a:lnTo>
                  <a:lnTo>
                    <a:pt x="2611" y="2190"/>
                  </a:lnTo>
                  <a:lnTo>
                    <a:pt x="2645" y="2123"/>
                  </a:lnTo>
                  <a:lnTo>
                    <a:pt x="2675" y="2053"/>
                  </a:lnTo>
                  <a:lnTo>
                    <a:pt x="2699" y="1979"/>
                  </a:lnTo>
                  <a:lnTo>
                    <a:pt x="2719" y="1904"/>
                  </a:lnTo>
                  <a:lnTo>
                    <a:pt x="2732" y="1828"/>
                  </a:lnTo>
                  <a:lnTo>
                    <a:pt x="2740" y="1748"/>
                  </a:lnTo>
                  <a:lnTo>
                    <a:pt x="2204" y="1748"/>
                  </a:lnTo>
                  <a:close/>
                  <a:moveTo>
                    <a:pt x="1748" y="1748"/>
                  </a:moveTo>
                  <a:lnTo>
                    <a:pt x="1748" y="2067"/>
                  </a:lnTo>
                  <a:lnTo>
                    <a:pt x="1796" y="2055"/>
                  </a:lnTo>
                  <a:lnTo>
                    <a:pt x="1841" y="2038"/>
                  </a:lnTo>
                  <a:lnTo>
                    <a:pt x="1883" y="2016"/>
                  </a:lnTo>
                  <a:lnTo>
                    <a:pt x="1922" y="1989"/>
                  </a:lnTo>
                  <a:lnTo>
                    <a:pt x="1958" y="1958"/>
                  </a:lnTo>
                  <a:lnTo>
                    <a:pt x="1989" y="1922"/>
                  </a:lnTo>
                  <a:lnTo>
                    <a:pt x="2016" y="1883"/>
                  </a:lnTo>
                  <a:lnTo>
                    <a:pt x="2038" y="1841"/>
                  </a:lnTo>
                  <a:lnTo>
                    <a:pt x="2055" y="1796"/>
                  </a:lnTo>
                  <a:lnTo>
                    <a:pt x="2067" y="1748"/>
                  </a:lnTo>
                  <a:lnTo>
                    <a:pt x="1748" y="1748"/>
                  </a:lnTo>
                  <a:close/>
                  <a:moveTo>
                    <a:pt x="1293" y="1748"/>
                  </a:moveTo>
                  <a:lnTo>
                    <a:pt x="1305" y="1796"/>
                  </a:lnTo>
                  <a:lnTo>
                    <a:pt x="1322" y="1841"/>
                  </a:lnTo>
                  <a:lnTo>
                    <a:pt x="1344" y="1883"/>
                  </a:lnTo>
                  <a:lnTo>
                    <a:pt x="1371" y="1922"/>
                  </a:lnTo>
                  <a:lnTo>
                    <a:pt x="1402" y="1958"/>
                  </a:lnTo>
                  <a:lnTo>
                    <a:pt x="1438" y="1989"/>
                  </a:lnTo>
                  <a:lnTo>
                    <a:pt x="1477" y="2016"/>
                  </a:lnTo>
                  <a:lnTo>
                    <a:pt x="1519" y="2038"/>
                  </a:lnTo>
                  <a:lnTo>
                    <a:pt x="1564" y="2055"/>
                  </a:lnTo>
                  <a:lnTo>
                    <a:pt x="1612" y="2067"/>
                  </a:lnTo>
                  <a:lnTo>
                    <a:pt x="1612" y="1748"/>
                  </a:lnTo>
                  <a:lnTo>
                    <a:pt x="1293" y="1748"/>
                  </a:lnTo>
                  <a:close/>
                  <a:moveTo>
                    <a:pt x="620" y="1748"/>
                  </a:moveTo>
                  <a:lnTo>
                    <a:pt x="628" y="1828"/>
                  </a:lnTo>
                  <a:lnTo>
                    <a:pt x="641" y="1904"/>
                  </a:lnTo>
                  <a:lnTo>
                    <a:pt x="661" y="1979"/>
                  </a:lnTo>
                  <a:lnTo>
                    <a:pt x="685" y="2053"/>
                  </a:lnTo>
                  <a:lnTo>
                    <a:pt x="715" y="2123"/>
                  </a:lnTo>
                  <a:lnTo>
                    <a:pt x="749" y="2190"/>
                  </a:lnTo>
                  <a:lnTo>
                    <a:pt x="788" y="2255"/>
                  </a:lnTo>
                  <a:lnTo>
                    <a:pt x="831" y="2317"/>
                  </a:lnTo>
                  <a:lnTo>
                    <a:pt x="879" y="2375"/>
                  </a:lnTo>
                  <a:lnTo>
                    <a:pt x="930" y="2430"/>
                  </a:lnTo>
                  <a:lnTo>
                    <a:pt x="985" y="2481"/>
                  </a:lnTo>
                  <a:lnTo>
                    <a:pt x="1043" y="2529"/>
                  </a:lnTo>
                  <a:lnTo>
                    <a:pt x="1105" y="2572"/>
                  </a:lnTo>
                  <a:lnTo>
                    <a:pt x="1170" y="2611"/>
                  </a:lnTo>
                  <a:lnTo>
                    <a:pt x="1237" y="2645"/>
                  </a:lnTo>
                  <a:lnTo>
                    <a:pt x="1307" y="2675"/>
                  </a:lnTo>
                  <a:lnTo>
                    <a:pt x="1381" y="2699"/>
                  </a:lnTo>
                  <a:lnTo>
                    <a:pt x="1456" y="2719"/>
                  </a:lnTo>
                  <a:lnTo>
                    <a:pt x="1532" y="2732"/>
                  </a:lnTo>
                  <a:lnTo>
                    <a:pt x="1612" y="2740"/>
                  </a:lnTo>
                  <a:lnTo>
                    <a:pt x="1612" y="2204"/>
                  </a:lnTo>
                  <a:lnTo>
                    <a:pt x="1558" y="2195"/>
                  </a:lnTo>
                  <a:lnTo>
                    <a:pt x="1506" y="2180"/>
                  </a:lnTo>
                  <a:lnTo>
                    <a:pt x="1457" y="2160"/>
                  </a:lnTo>
                  <a:lnTo>
                    <a:pt x="1410" y="2135"/>
                  </a:lnTo>
                  <a:lnTo>
                    <a:pt x="1365" y="2106"/>
                  </a:lnTo>
                  <a:lnTo>
                    <a:pt x="1325" y="2072"/>
                  </a:lnTo>
                  <a:lnTo>
                    <a:pt x="1288" y="2035"/>
                  </a:lnTo>
                  <a:lnTo>
                    <a:pt x="1254" y="1995"/>
                  </a:lnTo>
                  <a:lnTo>
                    <a:pt x="1225" y="1950"/>
                  </a:lnTo>
                  <a:lnTo>
                    <a:pt x="1200" y="1903"/>
                  </a:lnTo>
                  <a:lnTo>
                    <a:pt x="1180" y="1854"/>
                  </a:lnTo>
                  <a:lnTo>
                    <a:pt x="1165" y="1802"/>
                  </a:lnTo>
                  <a:lnTo>
                    <a:pt x="1156" y="1748"/>
                  </a:lnTo>
                  <a:lnTo>
                    <a:pt x="620" y="1748"/>
                  </a:lnTo>
                  <a:close/>
                  <a:moveTo>
                    <a:pt x="305" y="1748"/>
                  </a:moveTo>
                  <a:lnTo>
                    <a:pt x="314" y="1840"/>
                  </a:lnTo>
                  <a:lnTo>
                    <a:pt x="327" y="1928"/>
                  </a:lnTo>
                  <a:lnTo>
                    <a:pt x="345" y="2016"/>
                  </a:lnTo>
                  <a:lnTo>
                    <a:pt x="370" y="2102"/>
                  </a:lnTo>
                  <a:lnTo>
                    <a:pt x="399" y="2184"/>
                  </a:lnTo>
                  <a:lnTo>
                    <a:pt x="435" y="2264"/>
                  </a:lnTo>
                  <a:lnTo>
                    <a:pt x="474" y="2342"/>
                  </a:lnTo>
                  <a:lnTo>
                    <a:pt x="518" y="2417"/>
                  </a:lnTo>
                  <a:lnTo>
                    <a:pt x="567" y="2488"/>
                  </a:lnTo>
                  <a:lnTo>
                    <a:pt x="620" y="2557"/>
                  </a:lnTo>
                  <a:lnTo>
                    <a:pt x="677" y="2622"/>
                  </a:lnTo>
                  <a:lnTo>
                    <a:pt x="738" y="2683"/>
                  </a:lnTo>
                  <a:lnTo>
                    <a:pt x="803" y="2740"/>
                  </a:lnTo>
                  <a:lnTo>
                    <a:pt x="872" y="2793"/>
                  </a:lnTo>
                  <a:lnTo>
                    <a:pt x="943" y="2842"/>
                  </a:lnTo>
                  <a:lnTo>
                    <a:pt x="1018" y="2886"/>
                  </a:lnTo>
                  <a:lnTo>
                    <a:pt x="1096" y="2925"/>
                  </a:lnTo>
                  <a:lnTo>
                    <a:pt x="1176" y="2961"/>
                  </a:lnTo>
                  <a:lnTo>
                    <a:pt x="1258" y="2990"/>
                  </a:lnTo>
                  <a:lnTo>
                    <a:pt x="1344" y="3015"/>
                  </a:lnTo>
                  <a:lnTo>
                    <a:pt x="1432" y="3033"/>
                  </a:lnTo>
                  <a:lnTo>
                    <a:pt x="1520" y="3046"/>
                  </a:lnTo>
                  <a:lnTo>
                    <a:pt x="1612" y="3055"/>
                  </a:lnTo>
                  <a:lnTo>
                    <a:pt x="1612" y="2876"/>
                  </a:lnTo>
                  <a:lnTo>
                    <a:pt x="1526" y="2868"/>
                  </a:lnTo>
                  <a:lnTo>
                    <a:pt x="1442" y="2855"/>
                  </a:lnTo>
                  <a:lnTo>
                    <a:pt x="1360" y="2835"/>
                  </a:lnTo>
                  <a:lnTo>
                    <a:pt x="1280" y="2810"/>
                  </a:lnTo>
                  <a:lnTo>
                    <a:pt x="1203" y="2780"/>
                  </a:lnTo>
                  <a:lnTo>
                    <a:pt x="1129" y="2744"/>
                  </a:lnTo>
                  <a:lnTo>
                    <a:pt x="1057" y="2703"/>
                  </a:lnTo>
                  <a:lnTo>
                    <a:pt x="989" y="2658"/>
                  </a:lnTo>
                  <a:lnTo>
                    <a:pt x="923" y="2610"/>
                  </a:lnTo>
                  <a:lnTo>
                    <a:pt x="862" y="2556"/>
                  </a:lnTo>
                  <a:lnTo>
                    <a:pt x="804" y="2498"/>
                  </a:lnTo>
                  <a:lnTo>
                    <a:pt x="750" y="2437"/>
                  </a:lnTo>
                  <a:lnTo>
                    <a:pt x="702" y="2371"/>
                  </a:lnTo>
                  <a:lnTo>
                    <a:pt x="657" y="2303"/>
                  </a:lnTo>
                  <a:lnTo>
                    <a:pt x="616" y="2231"/>
                  </a:lnTo>
                  <a:lnTo>
                    <a:pt x="580" y="2157"/>
                  </a:lnTo>
                  <a:lnTo>
                    <a:pt x="550" y="2080"/>
                  </a:lnTo>
                  <a:lnTo>
                    <a:pt x="525" y="2000"/>
                  </a:lnTo>
                  <a:lnTo>
                    <a:pt x="505" y="1918"/>
                  </a:lnTo>
                  <a:lnTo>
                    <a:pt x="492" y="1834"/>
                  </a:lnTo>
                  <a:lnTo>
                    <a:pt x="484" y="1748"/>
                  </a:lnTo>
                  <a:lnTo>
                    <a:pt x="305" y="1748"/>
                  </a:lnTo>
                  <a:close/>
                  <a:moveTo>
                    <a:pt x="1612" y="1293"/>
                  </a:moveTo>
                  <a:lnTo>
                    <a:pt x="1564" y="1305"/>
                  </a:lnTo>
                  <a:lnTo>
                    <a:pt x="1519" y="1322"/>
                  </a:lnTo>
                  <a:lnTo>
                    <a:pt x="1477" y="1344"/>
                  </a:lnTo>
                  <a:lnTo>
                    <a:pt x="1438" y="1371"/>
                  </a:lnTo>
                  <a:lnTo>
                    <a:pt x="1402" y="1402"/>
                  </a:lnTo>
                  <a:lnTo>
                    <a:pt x="1371" y="1438"/>
                  </a:lnTo>
                  <a:lnTo>
                    <a:pt x="1344" y="1477"/>
                  </a:lnTo>
                  <a:lnTo>
                    <a:pt x="1322" y="1519"/>
                  </a:lnTo>
                  <a:lnTo>
                    <a:pt x="1305" y="1564"/>
                  </a:lnTo>
                  <a:lnTo>
                    <a:pt x="1293" y="1612"/>
                  </a:lnTo>
                  <a:lnTo>
                    <a:pt x="1612" y="1612"/>
                  </a:lnTo>
                  <a:lnTo>
                    <a:pt x="1612" y="1293"/>
                  </a:lnTo>
                  <a:close/>
                  <a:moveTo>
                    <a:pt x="1748" y="620"/>
                  </a:moveTo>
                  <a:lnTo>
                    <a:pt x="1748" y="1612"/>
                  </a:lnTo>
                  <a:lnTo>
                    <a:pt x="2067" y="1612"/>
                  </a:lnTo>
                  <a:lnTo>
                    <a:pt x="2057" y="1570"/>
                  </a:lnTo>
                  <a:lnTo>
                    <a:pt x="2042" y="1528"/>
                  </a:lnTo>
                  <a:lnTo>
                    <a:pt x="2037" y="1511"/>
                  </a:lnTo>
                  <a:lnTo>
                    <a:pt x="2037" y="1494"/>
                  </a:lnTo>
                  <a:lnTo>
                    <a:pt x="2042" y="1476"/>
                  </a:lnTo>
                  <a:lnTo>
                    <a:pt x="2051" y="1461"/>
                  </a:lnTo>
                  <a:lnTo>
                    <a:pt x="2064" y="1449"/>
                  </a:lnTo>
                  <a:lnTo>
                    <a:pt x="2079" y="1440"/>
                  </a:lnTo>
                  <a:lnTo>
                    <a:pt x="2096" y="1435"/>
                  </a:lnTo>
                  <a:lnTo>
                    <a:pt x="2115" y="1435"/>
                  </a:lnTo>
                  <a:lnTo>
                    <a:pt x="2131" y="1440"/>
                  </a:lnTo>
                  <a:lnTo>
                    <a:pt x="2146" y="1448"/>
                  </a:lnTo>
                  <a:lnTo>
                    <a:pt x="2160" y="1460"/>
                  </a:lnTo>
                  <a:lnTo>
                    <a:pt x="2169" y="1476"/>
                  </a:lnTo>
                  <a:lnTo>
                    <a:pt x="2185" y="1520"/>
                  </a:lnTo>
                  <a:lnTo>
                    <a:pt x="2197" y="1566"/>
                  </a:lnTo>
                  <a:lnTo>
                    <a:pt x="2204" y="1612"/>
                  </a:lnTo>
                  <a:lnTo>
                    <a:pt x="2740" y="1612"/>
                  </a:lnTo>
                  <a:lnTo>
                    <a:pt x="2732" y="1532"/>
                  </a:lnTo>
                  <a:lnTo>
                    <a:pt x="2719" y="1456"/>
                  </a:lnTo>
                  <a:lnTo>
                    <a:pt x="2699" y="1381"/>
                  </a:lnTo>
                  <a:lnTo>
                    <a:pt x="2675" y="1307"/>
                  </a:lnTo>
                  <a:lnTo>
                    <a:pt x="2645" y="1237"/>
                  </a:lnTo>
                  <a:lnTo>
                    <a:pt x="2611" y="1170"/>
                  </a:lnTo>
                  <a:lnTo>
                    <a:pt x="2572" y="1105"/>
                  </a:lnTo>
                  <a:lnTo>
                    <a:pt x="2529" y="1043"/>
                  </a:lnTo>
                  <a:lnTo>
                    <a:pt x="2481" y="985"/>
                  </a:lnTo>
                  <a:lnTo>
                    <a:pt x="2430" y="930"/>
                  </a:lnTo>
                  <a:lnTo>
                    <a:pt x="2375" y="879"/>
                  </a:lnTo>
                  <a:lnTo>
                    <a:pt x="2317" y="831"/>
                  </a:lnTo>
                  <a:lnTo>
                    <a:pt x="2255" y="788"/>
                  </a:lnTo>
                  <a:lnTo>
                    <a:pt x="2190" y="749"/>
                  </a:lnTo>
                  <a:lnTo>
                    <a:pt x="2123" y="715"/>
                  </a:lnTo>
                  <a:lnTo>
                    <a:pt x="2053" y="685"/>
                  </a:lnTo>
                  <a:lnTo>
                    <a:pt x="1979" y="661"/>
                  </a:lnTo>
                  <a:lnTo>
                    <a:pt x="1904" y="641"/>
                  </a:lnTo>
                  <a:lnTo>
                    <a:pt x="1828" y="628"/>
                  </a:lnTo>
                  <a:lnTo>
                    <a:pt x="1748" y="620"/>
                  </a:lnTo>
                  <a:close/>
                  <a:moveTo>
                    <a:pt x="1612" y="620"/>
                  </a:moveTo>
                  <a:lnTo>
                    <a:pt x="1532" y="628"/>
                  </a:lnTo>
                  <a:lnTo>
                    <a:pt x="1456" y="641"/>
                  </a:lnTo>
                  <a:lnTo>
                    <a:pt x="1381" y="661"/>
                  </a:lnTo>
                  <a:lnTo>
                    <a:pt x="1307" y="685"/>
                  </a:lnTo>
                  <a:lnTo>
                    <a:pt x="1237" y="715"/>
                  </a:lnTo>
                  <a:lnTo>
                    <a:pt x="1170" y="749"/>
                  </a:lnTo>
                  <a:lnTo>
                    <a:pt x="1105" y="788"/>
                  </a:lnTo>
                  <a:lnTo>
                    <a:pt x="1043" y="831"/>
                  </a:lnTo>
                  <a:lnTo>
                    <a:pt x="985" y="879"/>
                  </a:lnTo>
                  <a:lnTo>
                    <a:pt x="930" y="930"/>
                  </a:lnTo>
                  <a:lnTo>
                    <a:pt x="879" y="985"/>
                  </a:lnTo>
                  <a:lnTo>
                    <a:pt x="831" y="1043"/>
                  </a:lnTo>
                  <a:lnTo>
                    <a:pt x="788" y="1105"/>
                  </a:lnTo>
                  <a:lnTo>
                    <a:pt x="749" y="1170"/>
                  </a:lnTo>
                  <a:lnTo>
                    <a:pt x="715" y="1237"/>
                  </a:lnTo>
                  <a:lnTo>
                    <a:pt x="685" y="1307"/>
                  </a:lnTo>
                  <a:lnTo>
                    <a:pt x="661" y="1381"/>
                  </a:lnTo>
                  <a:lnTo>
                    <a:pt x="641" y="1456"/>
                  </a:lnTo>
                  <a:lnTo>
                    <a:pt x="628" y="1532"/>
                  </a:lnTo>
                  <a:lnTo>
                    <a:pt x="620" y="1612"/>
                  </a:lnTo>
                  <a:lnTo>
                    <a:pt x="1156" y="1612"/>
                  </a:lnTo>
                  <a:lnTo>
                    <a:pt x="1165" y="1558"/>
                  </a:lnTo>
                  <a:lnTo>
                    <a:pt x="1180" y="1506"/>
                  </a:lnTo>
                  <a:lnTo>
                    <a:pt x="1200" y="1457"/>
                  </a:lnTo>
                  <a:lnTo>
                    <a:pt x="1225" y="1410"/>
                  </a:lnTo>
                  <a:lnTo>
                    <a:pt x="1254" y="1365"/>
                  </a:lnTo>
                  <a:lnTo>
                    <a:pt x="1288" y="1325"/>
                  </a:lnTo>
                  <a:lnTo>
                    <a:pt x="1325" y="1288"/>
                  </a:lnTo>
                  <a:lnTo>
                    <a:pt x="1365" y="1254"/>
                  </a:lnTo>
                  <a:lnTo>
                    <a:pt x="1410" y="1225"/>
                  </a:lnTo>
                  <a:lnTo>
                    <a:pt x="1457" y="1200"/>
                  </a:lnTo>
                  <a:lnTo>
                    <a:pt x="1506" y="1180"/>
                  </a:lnTo>
                  <a:lnTo>
                    <a:pt x="1558" y="1165"/>
                  </a:lnTo>
                  <a:lnTo>
                    <a:pt x="1612" y="1156"/>
                  </a:lnTo>
                  <a:lnTo>
                    <a:pt x="1612" y="620"/>
                  </a:lnTo>
                  <a:close/>
                  <a:moveTo>
                    <a:pt x="1748" y="305"/>
                  </a:moveTo>
                  <a:lnTo>
                    <a:pt x="1748" y="484"/>
                  </a:lnTo>
                  <a:lnTo>
                    <a:pt x="1834" y="492"/>
                  </a:lnTo>
                  <a:lnTo>
                    <a:pt x="1918" y="505"/>
                  </a:lnTo>
                  <a:lnTo>
                    <a:pt x="2000" y="525"/>
                  </a:lnTo>
                  <a:lnTo>
                    <a:pt x="2080" y="550"/>
                  </a:lnTo>
                  <a:lnTo>
                    <a:pt x="2157" y="580"/>
                  </a:lnTo>
                  <a:lnTo>
                    <a:pt x="2231" y="616"/>
                  </a:lnTo>
                  <a:lnTo>
                    <a:pt x="2303" y="657"/>
                  </a:lnTo>
                  <a:lnTo>
                    <a:pt x="2371" y="702"/>
                  </a:lnTo>
                  <a:lnTo>
                    <a:pt x="2437" y="750"/>
                  </a:lnTo>
                  <a:lnTo>
                    <a:pt x="2498" y="804"/>
                  </a:lnTo>
                  <a:lnTo>
                    <a:pt x="2556" y="862"/>
                  </a:lnTo>
                  <a:lnTo>
                    <a:pt x="2610" y="923"/>
                  </a:lnTo>
                  <a:lnTo>
                    <a:pt x="2658" y="989"/>
                  </a:lnTo>
                  <a:lnTo>
                    <a:pt x="2703" y="1057"/>
                  </a:lnTo>
                  <a:lnTo>
                    <a:pt x="2744" y="1129"/>
                  </a:lnTo>
                  <a:lnTo>
                    <a:pt x="2780" y="1203"/>
                  </a:lnTo>
                  <a:lnTo>
                    <a:pt x="2810" y="1280"/>
                  </a:lnTo>
                  <a:lnTo>
                    <a:pt x="2835" y="1360"/>
                  </a:lnTo>
                  <a:lnTo>
                    <a:pt x="2855" y="1442"/>
                  </a:lnTo>
                  <a:lnTo>
                    <a:pt x="2868" y="1526"/>
                  </a:lnTo>
                  <a:lnTo>
                    <a:pt x="2876" y="1612"/>
                  </a:lnTo>
                  <a:lnTo>
                    <a:pt x="3055" y="1612"/>
                  </a:lnTo>
                  <a:lnTo>
                    <a:pt x="3046" y="1520"/>
                  </a:lnTo>
                  <a:lnTo>
                    <a:pt x="3033" y="1432"/>
                  </a:lnTo>
                  <a:lnTo>
                    <a:pt x="3015" y="1344"/>
                  </a:lnTo>
                  <a:lnTo>
                    <a:pt x="2990" y="1258"/>
                  </a:lnTo>
                  <a:lnTo>
                    <a:pt x="2961" y="1176"/>
                  </a:lnTo>
                  <a:lnTo>
                    <a:pt x="2925" y="1096"/>
                  </a:lnTo>
                  <a:lnTo>
                    <a:pt x="2886" y="1018"/>
                  </a:lnTo>
                  <a:lnTo>
                    <a:pt x="2842" y="943"/>
                  </a:lnTo>
                  <a:lnTo>
                    <a:pt x="2793" y="872"/>
                  </a:lnTo>
                  <a:lnTo>
                    <a:pt x="2740" y="803"/>
                  </a:lnTo>
                  <a:lnTo>
                    <a:pt x="2683" y="738"/>
                  </a:lnTo>
                  <a:lnTo>
                    <a:pt x="2622" y="677"/>
                  </a:lnTo>
                  <a:lnTo>
                    <a:pt x="2557" y="620"/>
                  </a:lnTo>
                  <a:lnTo>
                    <a:pt x="2488" y="567"/>
                  </a:lnTo>
                  <a:lnTo>
                    <a:pt x="2417" y="518"/>
                  </a:lnTo>
                  <a:lnTo>
                    <a:pt x="2342" y="474"/>
                  </a:lnTo>
                  <a:lnTo>
                    <a:pt x="2264" y="435"/>
                  </a:lnTo>
                  <a:lnTo>
                    <a:pt x="2184" y="399"/>
                  </a:lnTo>
                  <a:lnTo>
                    <a:pt x="2102" y="370"/>
                  </a:lnTo>
                  <a:lnTo>
                    <a:pt x="2016" y="345"/>
                  </a:lnTo>
                  <a:lnTo>
                    <a:pt x="1928" y="327"/>
                  </a:lnTo>
                  <a:lnTo>
                    <a:pt x="1840" y="314"/>
                  </a:lnTo>
                  <a:lnTo>
                    <a:pt x="1748" y="305"/>
                  </a:lnTo>
                  <a:close/>
                  <a:moveTo>
                    <a:pt x="1612" y="305"/>
                  </a:moveTo>
                  <a:lnTo>
                    <a:pt x="1520" y="314"/>
                  </a:lnTo>
                  <a:lnTo>
                    <a:pt x="1432" y="327"/>
                  </a:lnTo>
                  <a:lnTo>
                    <a:pt x="1344" y="345"/>
                  </a:lnTo>
                  <a:lnTo>
                    <a:pt x="1258" y="370"/>
                  </a:lnTo>
                  <a:lnTo>
                    <a:pt x="1176" y="399"/>
                  </a:lnTo>
                  <a:lnTo>
                    <a:pt x="1096" y="435"/>
                  </a:lnTo>
                  <a:lnTo>
                    <a:pt x="1018" y="474"/>
                  </a:lnTo>
                  <a:lnTo>
                    <a:pt x="943" y="518"/>
                  </a:lnTo>
                  <a:lnTo>
                    <a:pt x="872" y="567"/>
                  </a:lnTo>
                  <a:lnTo>
                    <a:pt x="803" y="620"/>
                  </a:lnTo>
                  <a:lnTo>
                    <a:pt x="738" y="677"/>
                  </a:lnTo>
                  <a:lnTo>
                    <a:pt x="677" y="738"/>
                  </a:lnTo>
                  <a:lnTo>
                    <a:pt x="620" y="803"/>
                  </a:lnTo>
                  <a:lnTo>
                    <a:pt x="567" y="872"/>
                  </a:lnTo>
                  <a:lnTo>
                    <a:pt x="518" y="943"/>
                  </a:lnTo>
                  <a:lnTo>
                    <a:pt x="474" y="1018"/>
                  </a:lnTo>
                  <a:lnTo>
                    <a:pt x="435" y="1096"/>
                  </a:lnTo>
                  <a:lnTo>
                    <a:pt x="399" y="1176"/>
                  </a:lnTo>
                  <a:lnTo>
                    <a:pt x="370" y="1258"/>
                  </a:lnTo>
                  <a:lnTo>
                    <a:pt x="345" y="1344"/>
                  </a:lnTo>
                  <a:lnTo>
                    <a:pt x="327" y="1432"/>
                  </a:lnTo>
                  <a:lnTo>
                    <a:pt x="314" y="1520"/>
                  </a:lnTo>
                  <a:lnTo>
                    <a:pt x="305" y="1612"/>
                  </a:lnTo>
                  <a:lnTo>
                    <a:pt x="484" y="1612"/>
                  </a:lnTo>
                  <a:lnTo>
                    <a:pt x="492" y="1526"/>
                  </a:lnTo>
                  <a:lnTo>
                    <a:pt x="505" y="1442"/>
                  </a:lnTo>
                  <a:lnTo>
                    <a:pt x="525" y="1360"/>
                  </a:lnTo>
                  <a:lnTo>
                    <a:pt x="550" y="1280"/>
                  </a:lnTo>
                  <a:lnTo>
                    <a:pt x="580" y="1203"/>
                  </a:lnTo>
                  <a:lnTo>
                    <a:pt x="616" y="1129"/>
                  </a:lnTo>
                  <a:lnTo>
                    <a:pt x="657" y="1057"/>
                  </a:lnTo>
                  <a:lnTo>
                    <a:pt x="702" y="989"/>
                  </a:lnTo>
                  <a:lnTo>
                    <a:pt x="750" y="923"/>
                  </a:lnTo>
                  <a:lnTo>
                    <a:pt x="804" y="862"/>
                  </a:lnTo>
                  <a:lnTo>
                    <a:pt x="862" y="804"/>
                  </a:lnTo>
                  <a:lnTo>
                    <a:pt x="923" y="750"/>
                  </a:lnTo>
                  <a:lnTo>
                    <a:pt x="989" y="702"/>
                  </a:lnTo>
                  <a:lnTo>
                    <a:pt x="1057" y="657"/>
                  </a:lnTo>
                  <a:lnTo>
                    <a:pt x="1129" y="616"/>
                  </a:lnTo>
                  <a:lnTo>
                    <a:pt x="1203" y="580"/>
                  </a:lnTo>
                  <a:lnTo>
                    <a:pt x="1280" y="550"/>
                  </a:lnTo>
                  <a:lnTo>
                    <a:pt x="1360" y="525"/>
                  </a:lnTo>
                  <a:lnTo>
                    <a:pt x="1442" y="505"/>
                  </a:lnTo>
                  <a:lnTo>
                    <a:pt x="1526" y="492"/>
                  </a:lnTo>
                  <a:lnTo>
                    <a:pt x="1612" y="484"/>
                  </a:lnTo>
                  <a:lnTo>
                    <a:pt x="1612" y="305"/>
                  </a:lnTo>
                  <a:close/>
                  <a:moveTo>
                    <a:pt x="1680" y="0"/>
                  </a:moveTo>
                  <a:lnTo>
                    <a:pt x="1698" y="2"/>
                  </a:lnTo>
                  <a:lnTo>
                    <a:pt x="1715" y="9"/>
                  </a:lnTo>
                  <a:lnTo>
                    <a:pt x="1728" y="20"/>
                  </a:lnTo>
                  <a:lnTo>
                    <a:pt x="1739" y="34"/>
                  </a:lnTo>
                  <a:lnTo>
                    <a:pt x="1746" y="50"/>
                  </a:lnTo>
                  <a:lnTo>
                    <a:pt x="1748" y="68"/>
                  </a:lnTo>
                  <a:lnTo>
                    <a:pt x="1748" y="169"/>
                  </a:lnTo>
                  <a:lnTo>
                    <a:pt x="1835" y="175"/>
                  </a:lnTo>
                  <a:lnTo>
                    <a:pt x="1921" y="186"/>
                  </a:lnTo>
                  <a:lnTo>
                    <a:pt x="2006" y="203"/>
                  </a:lnTo>
                  <a:lnTo>
                    <a:pt x="2088" y="223"/>
                  </a:lnTo>
                  <a:lnTo>
                    <a:pt x="2171" y="248"/>
                  </a:lnTo>
                  <a:lnTo>
                    <a:pt x="2250" y="278"/>
                  </a:lnTo>
                  <a:lnTo>
                    <a:pt x="2329" y="313"/>
                  </a:lnTo>
                  <a:lnTo>
                    <a:pt x="2405" y="351"/>
                  </a:lnTo>
                  <a:lnTo>
                    <a:pt x="2478" y="395"/>
                  </a:lnTo>
                  <a:lnTo>
                    <a:pt x="2551" y="442"/>
                  </a:lnTo>
                  <a:lnTo>
                    <a:pt x="2620" y="494"/>
                  </a:lnTo>
                  <a:lnTo>
                    <a:pt x="2686" y="550"/>
                  </a:lnTo>
                  <a:lnTo>
                    <a:pt x="2750" y="610"/>
                  </a:lnTo>
                  <a:lnTo>
                    <a:pt x="2810" y="674"/>
                  </a:lnTo>
                  <a:lnTo>
                    <a:pt x="2866" y="740"/>
                  </a:lnTo>
                  <a:lnTo>
                    <a:pt x="2918" y="809"/>
                  </a:lnTo>
                  <a:lnTo>
                    <a:pt x="2965" y="882"/>
                  </a:lnTo>
                  <a:lnTo>
                    <a:pt x="3009" y="955"/>
                  </a:lnTo>
                  <a:lnTo>
                    <a:pt x="3047" y="1031"/>
                  </a:lnTo>
                  <a:lnTo>
                    <a:pt x="3082" y="1110"/>
                  </a:lnTo>
                  <a:lnTo>
                    <a:pt x="3112" y="1189"/>
                  </a:lnTo>
                  <a:lnTo>
                    <a:pt x="3137" y="1272"/>
                  </a:lnTo>
                  <a:lnTo>
                    <a:pt x="3157" y="1354"/>
                  </a:lnTo>
                  <a:lnTo>
                    <a:pt x="3174" y="1439"/>
                  </a:lnTo>
                  <a:lnTo>
                    <a:pt x="3185" y="1525"/>
                  </a:lnTo>
                  <a:lnTo>
                    <a:pt x="3191" y="1612"/>
                  </a:lnTo>
                  <a:lnTo>
                    <a:pt x="3292" y="1612"/>
                  </a:lnTo>
                  <a:lnTo>
                    <a:pt x="3310" y="1614"/>
                  </a:lnTo>
                  <a:lnTo>
                    <a:pt x="3326" y="1621"/>
                  </a:lnTo>
                  <a:lnTo>
                    <a:pt x="3340" y="1632"/>
                  </a:lnTo>
                  <a:lnTo>
                    <a:pt x="3351" y="1645"/>
                  </a:lnTo>
                  <a:lnTo>
                    <a:pt x="3358" y="1662"/>
                  </a:lnTo>
                  <a:lnTo>
                    <a:pt x="3360" y="1680"/>
                  </a:lnTo>
                  <a:lnTo>
                    <a:pt x="3358" y="1698"/>
                  </a:lnTo>
                  <a:lnTo>
                    <a:pt x="3351" y="1715"/>
                  </a:lnTo>
                  <a:lnTo>
                    <a:pt x="3340" y="1728"/>
                  </a:lnTo>
                  <a:lnTo>
                    <a:pt x="3326" y="1739"/>
                  </a:lnTo>
                  <a:lnTo>
                    <a:pt x="3310" y="1746"/>
                  </a:lnTo>
                  <a:lnTo>
                    <a:pt x="3292" y="1748"/>
                  </a:lnTo>
                  <a:lnTo>
                    <a:pt x="3191" y="1748"/>
                  </a:lnTo>
                  <a:lnTo>
                    <a:pt x="3185" y="1835"/>
                  </a:lnTo>
                  <a:lnTo>
                    <a:pt x="3174" y="1921"/>
                  </a:lnTo>
                  <a:lnTo>
                    <a:pt x="3157" y="2006"/>
                  </a:lnTo>
                  <a:lnTo>
                    <a:pt x="3137" y="2088"/>
                  </a:lnTo>
                  <a:lnTo>
                    <a:pt x="3112" y="2171"/>
                  </a:lnTo>
                  <a:lnTo>
                    <a:pt x="3082" y="2250"/>
                  </a:lnTo>
                  <a:lnTo>
                    <a:pt x="3047" y="2329"/>
                  </a:lnTo>
                  <a:lnTo>
                    <a:pt x="3009" y="2405"/>
                  </a:lnTo>
                  <a:lnTo>
                    <a:pt x="2965" y="2478"/>
                  </a:lnTo>
                  <a:lnTo>
                    <a:pt x="2918" y="2551"/>
                  </a:lnTo>
                  <a:lnTo>
                    <a:pt x="2866" y="2620"/>
                  </a:lnTo>
                  <a:lnTo>
                    <a:pt x="2810" y="2686"/>
                  </a:lnTo>
                  <a:lnTo>
                    <a:pt x="2750" y="2750"/>
                  </a:lnTo>
                  <a:lnTo>
                    <a:pt x="2686" y="2810"/>
                  </a:lnTo>
                  <a:lnTo>
                    <a:pt x="2620" y="2866"/>
                  </a:lnTo>
                  <a:lnTo>
                    <a:pt x="2551" y="2918"/>
                  </a:lnTo>
                  <a:lnTo>
                    <a:pt x="2478" y="2965"/>
                  </a:lnTo>
                  <a:lnTo>
                    <a:pt x="2405" y="3009"/>
                  </a:lnTo>
                  <a:lnTo>
                    <a:pt x="2329" y="3047"/>
                  </a:lnTo>
                  <a:lnTo>
                    <a:pt x="2250" y="3082"/>
                  </a:lnTo>
                  <a:lnTo>
                    <a:pt x="2171" y="3112"/>
                  </a:lnTo>
                  <a:lnTo>
                    <a:pt x="2088" y="3137"/>
                  </a:lnTo>
                  <a:lnTo>
                    <a:pt x="2006" y="3157"/>
                  </a:lnTo>
                  <a:lnTo>
                    <a:pt x="1921" y="3174"/>
                  </a:lnTo>
                  <a:lnTo>
                    <a:pt x="1835" y="3185"/>
                  </a:lnTo>
                  <a:lnTo>
                    <a:pt x="1748" y="3191"/>
                  </a:lnTo>
                  <a:lnTo>
                    <a:pt x="1748" y="3292"/>
                  </a:lnTo>
                  <a:lnTo>
                    <a:pt x="1746" y="3310"/>
                  </a:lnTo>
                  <a:lnTo>
                    <a:pt x="1739" y="3326"/>
                  </a:lnTo>
                  <a:lnTo>
                    <a:pt x="1728" y="3340"/>
                  </a:lnTo>
                  <a:lnTo>
                    <a:pt x="1715" y="3351"/>
                  </a:lnTo>
                  <a:lnTo>
                    <a:pt x="1698" y="3358"/>
                  </a:lnTo>
                  <a:lnTo>
                    <a:pt x="1680" y="3360"/>
                  </a:lnTo>
                  <a:lnTo>
                    <a:pt x="1662" y="3358"/>
                  </a:lnTo>
                  <a:lnTo>
                    <a:pt x="1645" y="3351"/>
                  </a:lnTo>
                  <a:lnTo>
                    <a:pt x="1632" y="3340"/>
                  </a:lnTo>
                  <a:lnTo>
                    <a:pt x="1621" y="3326"/>
                  </a:lnTo>
                  <a:lnTo>
                    <a:pt x="1614" y="3310"/>
                  </a:lnTo>
                  <a:lnTo>
                    <a:pt x="1612" y="3292"/>
                  </a:lnTo>
                  <a:lnTo>
                    <a:pt x="1612" y="3191"/>
                  </a:lnTo>
                  <a:lnTo>
                    <a:pt x="1525" y="3185"/>
                  </a:lnTo>
                  <a:lnTo>
                    <a:pt x="1439" y="3174"/>
                  </a:lnTo>
                  <a:lnTo>
                    <a:pt x="1354" y="3157"/>
                  </a:lnTo>
                  <a:lnTo>
                    <a:pt x="1272" y="3137"/>
                  </a:lnTo>
                  <a:lnTo>
                    <a:pt x="1189" y="3112"/>
                  </a:lnTo>
                  <a:lnTo>
                    <a:pt x="1110" y="3082"/>
                  </a:lnTo>
                  <a:lnTo>
                    <a:pt x="1031" y="3047"/>
                  </a:lnTo>
                  <a:lnTo>
                    <a:pt x="955" y="3009"/>
                  </a:lnTo>
                  <a:lnTo>
                    <a:pt x="882" y="2965"/>
                  </a:lnTo>
                  <a:lnTo>
                    <a:pt x="809" y="2918"/>
                  </a:lnTo>
                  <a:lnTo>
                    <a:pt x="740" y="2866"/>
                  </a:lnTo>
                  <a:lnTo>
                    <a:pt x="674" y="2810"/>
                  </a:lnTo>
                  <a:lnTo>
                    <a:pt x="610" y="2750"/>
                  </a:lnTo>
                  <a:lnTo>
                    <a:pt x="550" y="2686"/>
                  </a:lnTo>
                  <a:lnTo>
                    <a:pt x="494" y="2620"/>
                  </a:lnTo>
                  <a:lnTo>
                    <a:pt x="442" y="2551"/>
                  </a:lnTo>
                  <a:lnTo>
                    <a:pt x="395" y="2478"/>
                  </a:lnTo>
                  <a:lnTo>
                    <a:pt x="351" y="2405"/>
                  </a:lnTo>
                  <a:lnTo>
                    <a:pt x="313" y="2329"/>
                  </a:lnTo>
                  <a:lnTo>
                    <a:pt x="278" y="2250"/>
                  </a:lnTo>
                  <a:lnTo>
                    <a:pt x="248" y="2171"/>
                  </a:lnTo>
                  <a:lnTo>
                    <a:pt x="223" y="2088"/>
                  </a:lnTo>
                  <a:lnTo>
                    <a:pt x="203" y="2006"/>
                  </a:lnTo>
                  <a:lnTo>
                    <a:pt x="186" y="1921"/>
                  </a:lnTo>
                  <a:lnTo>
                    <a:pt x="175" y="1835"/>
                  </a:lnTo>
                  <a:lnTo>
                    <a:pt x="169" y="1748"/>
                  </a:lnTo>
                  <a:lnTo>
                    <a:pt x="68" y="1748"/>
                  </a:lnTo>
                  <a:lnTo>
                    <a:pt x="50" y="1746"/>
                  </a:lnTo>
                  <a:lnTo>
                    <a:pt x="34" y="1739"/>
                  </a:lnTo>
                  <a:lnTo>
                    <a:pt x="20" y="1728"/>
                  </a:lnTo>
                  <a:lnTo>
                    <a:pt x="9" y="1715"/>
                  </a:lnTo>
                  <a:lnTo>
                    <a:pt x="2" y="1698"/>
                  </a:lnTo>
                  <a:lnTo>
                    <a:pt x="0" y="1680"/>
                  </a:lnTo>
                  <a:lnTo>
                    <a:pt x="2" y="1662"/>
                  </a:lnTo>
                  <a:lnTo>
                    <a:pt x="9" y="1645"/>
                  </a:lnTo>
                  <a:lnTo>
                    <a:pt x="20" y="1632"/>
                  </a:lnTo>
                  <a:lnTo>
                    <a:pt x="34" y="1621"/>
                  </a:lnTo>
                  <a:lnTo>
                    <a:pt x="50" y="1614"/>
                  </a:lnTo>
                  <a:lnTo>
                    <a:pt x="68" y="1612"/>
                  </a:lnTo>
                  <a:lnTo>
                    <a:pt x="169" y="1612"/>
                  </a:lnTo>
                  <a:lnTo>
                    <a:pt x="175" y="1525"/>
                  </a:lnTo>
                  <a:lnTo>
                    <a:pt x="186" y="1439"/>
                  </a:lnTo>
                  <a:lnTo>
                    <a:pt x="203" y="1354"/>
                  </a:lnTo>
                  <a:lnTo>
                    <a:pt x="223" y="1272"/>
                  </a:lnTo>
                  <a:lnTo>
                    <a:pt x="248" y="1189"/>
                  </a:lnTo>
                  <a:lnTo>
                    <a:pt x="278" y="1110"/>
                  </a:lnTo>
                  <a:lnTo>
                    <a:pt x="313" y="1031"/>
                  </a:lnTo>
                  <a:lnTo>
                    <a:pt x="351" y="955"/>
                  </a:lnTo>
                  <a:lnTo>
                    <a:pt x="395" y="882"/>
                  </a:lnTo>
                  <a:lnTo>
                    <a:pt x="442" y="809"/>
                  </a:lnTo>
                  <a:lnTo>
                    <a:pt x="494" y="740"/>
                  </a:lnTo>
                  <a:lnTo>
                    <a:pt x="550" y="674"/>
                  </a:lnTo>
                  <a:lnTo>
                    <a:pt x="610" y="610"/>
                  </a:lnTo>
                  <a:lnTo>
                    <a:pt x="674" y="550"/>
                  </a:lnTo>
                  <a:lnTo>
                    <a:pt x="740" y="494"/>
                  </a:lnTo>
                  <a:lnTo>
                    <a:pt x="809" y="442"/>
                  </a:lnTo>
                  <a:lnTo>
                    <a:pt x="882" y="395"/>
                  </a:lnTo>
                  <a:lnTo>
                    <a:pt x="955" y="351"/>
                  </a:lnTo>
                  <a:lnTo>
                    <a:pt x="1031" y="313"/>
                  </a:lnTo>
                  <a:lnTo>
                    <a:pt x="1110" y="278"/>
                  </a:lnTo>
                  <a:lnTo>
                    <a:pt x="1189" y="248"/>
                  </a:lnTo>
                  <a:lnTo>
                    <a:pt x="1272" y="223"/>
                  </a:lnTo>
                  <a:lnTo>
                    <a:pt x="1354" y="203"/>
                  </a:lnTo>
                  <a:lnTo>
                    <a:pt x="1439" y="186"/>
                  </a:lnTo>
                  <a:lnTo>
                    <a:pt x="1525" y="175"/>
                  </a:lnTo>
                  <a:lnTo>
                    <a:pt x="1612" y="169"/>
                  </a:lnTo>
                  <a:lnTo>
                    <a:pt x="1612" y="68"/>
                  </a:lnTo>
                  <a:lnTo>
                    <a:pt x="1614" y="50"/>
                  </a:lnTo>
                  <a:lnTo>
                    <a:pt x="1621" y="34"/>
                  </a:lnTo>
                  <a:lnTo>
                    <a:pt x="1632" y="20"/>
                  </a:lnTo>
                  <a:lnTo>
                    <a:pt x="1645" y="9"/>
                  </a:lnTo>
                  <a:lnTo>
                    <a:pt x="1662" y="2"/>
                  </a:lnTo>
                  <a:lnTo>
                    <a:pt x="168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02" name="Google Shape;902;p65"/>
          <p:cNvGrpSpPr/>
          <p:nvPr/>
        </p:nvGrpSpPr>
        <p:grpSpPr>
          <a:xfrm>
            <a:off x="5318654" y="2164239"/>
            <a:ext cx="422301" cy="421421"/>
            <a:chOff x="2001838" y="2111376"/>
            <a:chExt cx="762001" cy="760413"/>
          </a:xfrm>
        </p:grpSpPr>
        <p:sp>
          <p:nvSpPr>
            <p:cNvPr id="903" name="Google Shape;903;p65"/>
            <p:cNvSpPr/>
            <p:nvPr/>
          </p:nvSpPr>
          <p:spPr>
            <a:xfrm>
              <a:off x="2335213" y="2111376"/>
              <a:ext cx="95250" cy="131762"/>
            </a:xfrm>
            <a:custGeom>
              <a:rect b="b" l="l" r="r" t="t"/>
              <a:pathLst>
                <a:path extrusionOk="0" h="583" w="426">
                  <a:moveTo>
                    <a:pt x="213" y="133"/>
                  </a:moveTo>
                  <a:lnTo>
                    <a:pt x="197" y="136"/>
                  </a:lnTo>
                  <a:lnTo>
                    <a:pt x="181" y="141"/>
                  </a:lnTo>
                  <a:lnTo>
                    <a:pt x="167" y="148"/>
                  </a:lnTo>
                  <a:lnTo>
                    <a:pt x="155" y="159"/>
                  </a:lnTo>
                  <a:lnTo>
                    <a:pt x="145" y="172"/>
                  </a:lnTo>
                  <a:lnTo>
                    <a:pt x="139" y="186"/>
                  </a:lnTo>
                  <a:lnTo>
                    <a:pt x="135" y="202"/>
                  </a:lnTo>
                  <a:lnTo>
                    <a:pt x="134" y="218"/>
                  </a:lnTo>
                  <a:lnTo>
                    <a:pt x="145" y="383"/>
                  </a:lnTo>
                  <a:lnTo>
                    <a:pt x="148" y="399"/>
                  </a:lnTo>
                  <a:lnTo>
                    <a:pt x="154" y="415"/>
                  </a:lnTo>
                  <a:lnTo>
                    <a:pt x="163" y="428"/>
                  </a:lnTo>
                  <a:lnTo>
                    <a:pt x="175" y="438"/>
                  </a:lnTo>
                  <a:lnTo>
                    <a:pt x="194" y="446"/>
                  </a:lnTo>
                  <a:lnTo>
                    <a:pt x="213" y="449"/>
                  </a:lnTo>
                  <a:lnTo>
                    <a:pt x="232" y="446"/>
                  </a:lnTo>
                  <a:lnTo>
                    <a:pt x="251" y="438"/>
                  </a:lnTo>
                  <a:lnTo>
                    <a:pt x="263" y="428"/>
                  </a:lnTo>
                  <a:lnTo>
                    <a:pt x="272" y="415"/>
                  </a:lnTo>
                  <a:lnTo>
                    <a:pt x="278" y="399"/>
                  </a:lnTo>
                  <a:lnTo>
                    <a:pt x="281" y="383"/>
                  </a:lnTo>
                  <a:lnTo>
                    <a:pt x="292" y="218"/>
                  </a:lnTo>
                  <a:lnTo>
                    <a:pt x="291" y="202"/>
                  </a:lnTo>
                  <a:lnTo>
                    <a:pt x="287" y="186"/>
                  </a:lnTo>
                  <a:lnTo>
                    <a:pt x="281" y="172"/>
                  </a:lnTo>
                  <a:lnTo>
                    <a:pt x="271" y="159"/>
                  </a:lnTo>
                  <a:lnTo>
                    <a:pt x="259" y="148"/>
                  </a:lnTo>
                  <a:lnTo>
                    <a:pt x="245" y="141"/>
                  </a:lnTo>
                  <a:lnTo>
                    <a:pt x="229" y="136"/>
                  </a:lnTo>
                  <a:lnTo>
                    <a:pt x="213" y="133"/>
                  </a:lnTo>
                  <a:close/>
                  <a:moveTo>
                    <a:pt x="212" y="0"/>
                  </a:moveTo>
                  <a:lnTo>
                    <a:pt x="243" y="2"/>
                  </a:lnTo>
                  <a:lnTo>
                    <a:pt x="270" y="8"/>
                  </a:lnTo>
                  <a:lnTo>
                    <a:pt x="298" y="17"/>
                  </a:lnTo>
                  <a:lnTo>
                    <a:pt x="323" y="31"/>
                  </a:lnTo>
                  <a:lnTo>
                    <a:pt x="347" y="47"/>
                  </a:lnTo>
                  <a:lnTo>
                    <a:pt x="369" y="67"/>
                  </a:lnTo>
                  <a:lnTo>
                    <a:pt x="387" y="90"/>
                  </a:lnTo>
                  <a:lnTo>
                    <a:pt x="402" y="115"/>
                  </a:lnTo>
                  <a:lnTo>
                    <a:pt x="414" y="142"/>
                  </a:lnTo>
                  <a:lnTo>
                    <a:pt x="422" y="169"/>
                  </a:lnTo>
                  <a:lnTo>
                    <a:pt x="426" y="198"/>
                  </a:lnTo>
                  <a:lnTo>
                    <a:pt x="426" y="227"/>
                  </a:lnTo>
                  <a:lnTo>
                    <a:pt x="415" y="391"/>
                  </a:lnTo>
                  <a:lnTo>
                    <a:pt x="411" y="424"/>
                  </a:lnTo>
                  <a:lnTo>
                    <a:pt x="401" y="454"/>
                  </a:lnTo>
                  <a:lnTo>
                    <a:pt x="387" y="483"/>
                  </a:lnTo>
                  <a:lnTo>
                    <a:pt x="370" y="508"/>
                  </a:lnTo>
                  <a:lnTo>
                    <a:pt x="348" y="531"/>
                  </a:lnTo>
                  <a:lnTo>
                    <a:pt x="323" y="550"/>
                  </a:lnTo>
                  <a:lnTo>
                    <a:pt x="298" y="564"/>
                  </a:lnTo>
                  <a:lnTo>
                    <a:pt x="270" y="574"/>
                  </a:lnTo>
                  <a:lnTo>
                    <a:pt x="242" y="580"/>
                  </a:lnTo>
                  <a:lnTo>
                    <a:pt x="213" y="583"/>
                  </a:lnTo>
                  <a:lnTo>
                    <a:pt x="184" y="580"/>
                  </a:lnTo>
                  <a:lnTo>
                    <a:pt x="156" y="574"/>
                  </a:lnTo>
                  <a:lnTo>
                    <a:pt x="128" y="564"/>
                  </a:lnTo>
                  <a:lnTo>
                    <a:pt x="103" y="550"/>
                  </a:lnTo>
                  <a:lnTo>
                    <a:pt x="78" y="531"/>
                  </a:lnTo>
                  <a:lnTo>
                    <a:pt x="56" y="508"/>
                  </a:lnTo>
                  <a:lnTo>
                    <a:pt x="39" y="483"/>
                  </a:lnTo>
                  <a:lnTo>
                    <a:pt x="25" y="454"/>
                  </a:lnTo>
                  <a:lnTo>
                    <a:pt x="15" y="424"/>
                  </a:lnTo>
                  <a:lnTo>
                    <a:pt x="11" y="391"/>
                  </a:lnTo>
                  <a:lnTo>
                    <a:pt x="11" y="391"/>
                  </a:lnTo>
                  <a:lnTo>
                    <a:pt x="0" y="227"/>
                  </a:lnTo>
                  <a:lnTo>
                    <a:pt x="0" y="198"/>
                  </a:lnTo>
                  <a:lnTo>
                    <a:pt x="4" y="169"/>
                  </a:lnTo>
                  <a:lnTo>
                    <a:pt x="12" y="142"/>
                  </a:lnTo>
                  <a:lnTo>
                    <a:pt x="24" y="115"/>
                  </a:lnTo>
                  <a:lnTo>
                    <a:pt x="39" y="90"/>
                  </a:lnTo>
                  <a:lnTo>
                    <a:pt x="57" y="67"/>
                  </a:lnTo>
                  <a:lnTo>
                    <a:pt x="79" y="47"/>
                  </a:lnTo>
                  <a:lnTo>
                    <a:pt x="103" y="31"/>
                  </a:lnTo>
                  <a:lnTo>
                    <a:pt x="128" y="17"/>
                  </a:lnTo>
                  <a:lnTo>
                    <a:pt x="156" y="8"/>
                  </a:lnTo>
                  <a:lnTo>
                    <a:pt x="183" y="2"/>
                  </a:lnTo>
                  <a:lnTo>
                    <a:pt x="21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4" name="Google Shape;904;p65"/>
            <p:cNvSpPr/>
            <p:nvPr/>
          </p:nvSpPr>
          <p:spPr>
            <a:xfrm>
              <a:off x="2262188" y="2247901"/>
              <a:ext cx="241301" cy="103188"/>
            </a:xfrm>
            <a:custGeom>
              <a:rect b="b" l="l" r="r" t="t"/>
              <a:pathLst>
                <a:path extrusionOk="0" h="455" w="1060">
                  <a:moveTo>
                    <a:pt x="347" y="133"/>
                  </a:moveTo>
                  <a:lnTo>
                    <a:pt x="328" y="134"/>
                  </a:lnTo>
                  <a:lnTo>
                    <a:pt x="310" y="137"/>
                  </a:lnTo>
                  <a:lnTo>
                    <a:pt x="276" y="146"/>
                  </a:lnTo>
                  <a:lnTo>
                    <a:pt x="246" y="162"/>
                  </a:lnTo>
                  <a:lnTo>
                    <a:pt x="218" y="181"/>
                  </a:lnTo>
                  <a:lnTo>
                    <a:pt x="194" y="205"/>
                  </a:lnTo>
                  <a:lnTo>
                    <a:pt x="175" y="233"/>
                  </a:lnTo>
                  <a:lnTo>
                    <a:pt x="160" y="264"/>
                  </a:lnTo>
                  <a:lnTo>
                    <a:pt x="151" y="297"/>
                  </a:lnTo>
                  <a:lnTo>
                    <a:pt x="146" y="322"/>
                  </a:lnTo>
                  <a:lnTo>
                    <a:pt x="914" y="322"/>
                  </a:lnTo>
                  <a:lnTo>
                    <a:pt x="909" y="297"/>
                  </a:lnTo>
                  <a:lnTo>
                    <a:pt x="900" y="264"/>
                  </a:lnTo>
                  <a:lnTo>
                    <a:pt x="885" y="233"/>
                  </a:lnTo>
                  <a:lnTo>
                    <a:pt x="866" y="205"/>
                  </a:lnTo>
                  <a:lnTo>
                    <a:pt x="842" y="181"/>
                  </a:lnTo>
                  <a:lnTo>
                    <a:pt x="814" y="162"/>
                  </a:lnTo>
                  <a:lnTo>
                    <a:pt x="784" y="146"/>
                  </a:lnTo>
                  <a:lnTo>
                    <a:pt x="750" y="137"/>
                  </a:lnTo>
                  <a:lnTo>
                    <a:pt x="732" y="134"/>
                  </a:lnTo>
                  <a:lnTo>
                    <a:pt x="713" y="133"/>
                  </a:lnTo>
                  <a:lnTo>
                    <a:pt x="682" y="133"/>
                  </a:lnTo>
                  <a:lnTo>
                    <a:pt x="655" y="152"/>
                  </a:lnTo>
                  <a:lnTo>
                    <a:pt x="626" y="167"/>
                  </a:lnTo>
                  <a:lnTo>
                    <a:pt x="595" y="177"/>
                  </a:lnTo>
                  <a:lnTo>
                    <a:pt x="564" y="184"/>
                  </a:lnTo>
                  <a:lnTo>
                    <a:pt x="530" y="186"/>
                  </a:lnTo>
                  <a:lnTo>
                    <a:pt x="496" y="184"/>
                  </a:lnTo>
                  <a:lnTo>
                    <a:pt x="465" y="177"/>
                  </a:lnTo>
                  <a:lnTo>
                    <a:pt x="434" y="167"/>
                  </a:lnTo>
                  <a:lnTo>
                    <a:pt x="405" y="152"/>
                  </a:lnTo>
                  <a:lnTo>
                    <a:pt x="378" y="133"/>
                  </a:lnTo>
                  <a:lnTo>
                    <a:pt x="347" y="133"/>
                  </a:lnTo>
                  <a:close/>
                  <a:moveTo>
                    <a:pt x="347" y="0"/>
                  </a:moveTo>
                  <a:lnTo>
                    <a:pt x="403" y="0"/>
                  </a:lnTo>
                  <a:lnTo>
                    <a:pt x="420" y="2"/>
                  </a:lnTo>
                  <a:lnTo>
                    <a:pt x="436" y="9"/>
                  </a:lnTo>
                  <a:lnTo>
                    <a:pt x="451" y="19"/>
                  </a:lnTo>
                  <a:lnTo>
                    <a:pt x="468" y="33"/>
                  </a:lnTo>
                  <a:lnTo>
                    <a:pt x="487" y="44"/>
                  </a:lnTo>
                  <a:lnTo>
                    <a:pt x="508" y="50"/>
                  </a:lnTo>
                  <a:lnTo>
                    <a:pt x="529" y="52"/>
                  </a:lnTo>
                  <a:lnTo>
                    <a:pt x="552" y="50"/>
                  </a:lnTo>
                  <a:lnTo>
                    <a:pt x="573" y="44"/>
                  </a:lnTo>
                  <a:lnTo>
                    <a:pt x="592" y="33"/>
                  </a:lnTo>
                  <a:lnTo>
                    <a:pt x="609" y="19"/>
                  </a:lnTo>
                  <a:lnTo>
                    <a:pt x="624" y="9"/>
                  </a:lnTo>
                  <a:lnTo>
                    <a:pt x="640" y="2"/>
                  </a:lnTo>
                  <a:lnTo>
                    <a:pt x="657" y="0"/>
                  </a:lnTo>
                  <a:lnTo>
                    <a:pt x="713" y="0"/>
                  </a:lnTo>
                  <a:lnTo>
                    <a:pt x="744" y="1"/>
                  </a:lnTo>
                  <a:lnTo>
                    <a:pt x="774" y="5"/>
                  </a:lnTo>
                  <a:lnTo>
                    <a:pt x="814" y="15"/>
                  </a:lnTo>
                  <a:lnTo>
                    <a:pt x="852" y="30"/>
                  </a:lnTo>
                  <a:lnTo>
                    <a:pt x="887" y="49"/>
                  </a:lnTo>
                  <a:lnTo>
                    <a:pt x="920" y="72"/>
                  </a:lnTo>
                  <a:lnTo>
                    <a:pt x="949" y="99"/>
                  </a:lnTo>
                  <a:lnTo>
                    <a:pt x="975" y="128"/>
                  </a:lnTo>
                  <a:lnTo>
                    <a:pt x="998" y="161"/>
                  </a:lnTo>
                  <a:lnTo>
                    <a:pt x="1017" y="196"/>
                  </a:lnTo>
                  <a:lnTo>
                    <a:pt x="1031" y="234"/>
                  </a:lnTo>
                  <a:lnTo>
                    <a:pt x="1041" y="274"/>
                  </a:lnTo>
                  <a:lnTo>
                    <a:pt x="1059" y="377"/>
                  </a:lnTo>
                  <a:lnTo>
                    <a:pt x="1060" y="391"/>
                  </a:lnTo>
                  <a:lnTo>
                    <a:pt x="1058" y="405"/>
                  </a:lnTo>
                  <a:lnTo>
                    <a:pt x="1053" y="418"/>
                  </a:lnTo>
                  <a:lnTo>
                    <a:pt x="1045" y="431"/>
                  </a:lnTo>
                  <a:lnTo>
                    <a:pt x="1034" y="441"/>
                  </a:lnTo>
                  <a:lnTo>
                    <a:pt x="1022" y="449"/>
                  </a:lnTo>
                  <a:lnTo>
                    <a:pt x="1009" y="453"/>
                  </a:lnTo>
                  <a:lnTo>
                    <a:pt x="993" y="455"/>
                  </a:lnTo>
                  <a:lnTo>
                    <a:pt x="67" y="455"/>
                  </a:lnTo>
                  <a:lnTo>
                    <a:pt x="51" y="453"/>
                  </a:lnTo>
                  <a:lnTo>
                    <a:pt x="38" y="449"/>
                  </a:lnTo>
                  <a:lnTo>
                    <a:pt x="26" y="441"/>
                  </a:lnTo>
                  <a:lnTo>
                    <a:pt x="15" y="431"/>
                  </a:lnTo>
                  <a:lnTo>
                    <a:pt x="7" y="418"/>
                  </a:lnTo>
                  <a:lnTo>
                    <a:pt x="2" y="405"/>
                  </a:lnTo>
                  <a:lnTo>
                    <a:pt x="0" y="391"/>
                  </a:lnTo>
                  <a:lnTo>
                    <a:pt x="1" y="377"/>
                  </a:lnTo>
                  <a:lnTo>
                    <a:pt x="19" y="274"/>
                  </a:lnTo>
                  <a:lnTo>
                    <a:pt x="29" y="234"/>
                  </a:lnTo>
                  <a:lnTo>
                    <a:pt x="43" y="196"/>
                  </a:lnTo>
                  <a:lnTo>
                    <a:pt x="62" y="161"/>
                  </a:lnTo>
                  <a:lnTo>
                    <a:pt x="85" y="128"/>
                  </a:lnTo>
                  <a:lnTo>
                    <a:pt x="111" y="99"/>
                  </a:lnTo>
                  <a:lnTo>
                    <a:pt x="140" y="72"/>
                  </a:lnTo>
                  <a:lnTo>
                    <a:pt x="173" y="49"/>
                  </a:lnTo>
                  <a:lnTo>
                    <a:pt x="208" y="30"/>
                  </a:lnTo>
                  <a:lnTo>
                    <a:pt x="246" y="15"/>
                  </a:lnTo>
                  <a:lnTo>
                    <a:pt x="286" y="5"/>
                  </a:lnTo>
                  <a:lnTo>
                    <a:pt x="316" y="1"/>
                  </a:lnTo>
                  <a:lnTo>
                    <a:pt x="347"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5" name="Google Shape;905;p65"/>
            <p:cNvSpPr/>
            <p:nvPr/>
          </p:nvSpPr>
          <p:spPr>
            <a:xfrm>
              <a:off x="2335213" y="2632076"/>
              <a:ext cx="95250" cy="133350"/>
            </a:xfrm>
            <a:custGeom>
              <a:rect b="b" l="l" r="r" t="t"/>
              <a:pathLst>
                <a:path extrusionOk="0" h="583" w="426">
                  <a:moveTo>
                    <a:pt x="213" y="134"/>
                  </a:moveTo>
                  <a:lnTo>
                    <a:pt x="197" y="136"/>
                  </a:lnTo>
                  <a:lnTo>
                    <a:pt x="181" y="141"/>
                  </a:lnTo>
                  <a:lnTo>
                    <a:pt x="167" y="148"/>
                  </a:lnTo>
                  <a:lnTo>
                    <a:pt x="155" y="159"/>
                  </a:lnTo>
                  <a:lnTo>
                    <a:pt x="145" y="172"/>
                  </a:lnTo>
                  <a:lnTo>
                    <a:pt x="139" y="186"/>
                  </a:lnTo>
                  <a:lnTo>
                    <a:pt x="135" y="202"/>
                  </a:lnTo>
                  <a:lnTo>
                    <a:pt x="134" y="218"/>
                  </a:lnTo>
                  <a:lnTo>
                    <a:pt x="145" y="383"/>
                  </a:lnTo>
                  <a:lnTo>
                    <a:pt x="148" y="399"/>
                  </a:lnTo>
                  <a:lnTo>
                    <a:pt x="154" y="415"/>
                  </a:lnTo>
                  <a:lnTo>
                    <a:pt x="163" y="428"/>
                  </a:lnTo>
                  <a:lnTo>
                    <a:pt x="175" y="438"/>
                  </a:lnTo>
                  <a:lnTo>
                    <a:pt x="194" y="446"/>
                  </a:lnTo>
                  <a:lnTo>
                    <a:pt x="213" y="449"/>
                  </a:lnTo>
                  <a:lnTo>
                    <a:pt x="232" y="446"/>
                  </a:lnTo>
                  <a:lnTo>
                    <a:pt x="251" y="438"/>
                  </a:lnTo>
                  <a:lnTo>
                    <a:pt x="263" y="428"/>
                  </a:lnTo>
                  <a:lnTo>
                    <a:pt x="272" y="415"/>
                  </a:lnTo>
                  <a:lnTo>
                    <a:pt x="278" y="399"/>
                  </a:lnTo>
                  <a:lnTo>
                    <a:pt x="281" y="383"/>
                  </a:lnTo>
                  <a:lnTo>
                    <a:pt x="292" y="218"/>
                  </a:lnTo>
                  <a:lnTo>
                    <a:pt x="291" y="202"/>
                  </a:lnTo>
                  <a:lnTo>
                    <a:pt x="287" y="186"/>
                  </a:lnTo>
                  <a:lnTo>
                    <a:pt x="281" y="172"/>
                  </a:lnTo>
                  <a:lnTo>
                    <a:pt x="271" y="159"/>
                  </a:lnTo>
                  <a:lnTo>
                    <a:pt x="259" y="148"/>
                  </a:lnTo>
                  <a:lnTo>
                    <a:pt x="245" y="141"/>
                  </a:lnTo>
                  <a:lnTo>
                    <a:pt x="229" y="136"/>
                  </a:lnTo>
                  <a:lnTo>
                    <a:pt x="213" y="134"/>
                  </a:lnTo>
                  <a:close/>
                  <a:moveTo>
                    <a:pt x="212" y="0"/>
                  </a:moveTo>
                  <a:lnTo>
                    <a:pt x="243" y="2"/>
                  </a:lnTo>
                  <a:lnTo>
                    <a:pt x="270" y="8"/>
                  </a:lnTo>
                  <a:lnTo>
                    <a:pt x="298" y="17"/>
                  </a:lnTo>
                  <a:lnTo>
                    <a:pt x="323" y="31"/>
                  </a:lnTo>
                  <a:lnTo>
                    <a:pt x="347" y="47"/>
                  </a:lnTo>
                  <a:lnTo>
                    <a:pt x="369" y="67"/>
                  </a:lnTo>
                  <a:lnTo>
                    <a:pt x="387" y="90"/>
                  </a:lnTo>
                  <a:lnTo>
                    <a:pt x="402" y="115"/>
                  </a:lnTo>
                  <a:lnTo>
                    <a:pt x="414" y="142"/>
                  </a:lnTo>
                  <a:lnTo>
                    <a:pt x="422" y="169"/>
                  </a:lnTo>
                  <a:lnTo>
                    <a:pt x="426" y="198"/>
                  </a:lnTo>
                  <a:lnTo>
                    <a:pt x="426" y="227"/>
                  </a:lnTo>
                  <a:lnTo>
                    <a:pt x="415" y="391"/>
                  </a:lnTo>
                  <a:lnTo>
                    <a:pt x="411" y="424"/>
                  </a:lnTo>
                  <a:lnTo>
                    <a:pt x="401" y="454"/>
                  </a:lnTo>
                  <a:lnTo>
                    <a:pt x="387" y="483"/>
                  </a:lnTo>
                  <a:lnTo>
                    <a:pt x="370" y="508"/>
                  </a:lnTo>
                  <a:lnTo>
                    <a:pt x="348" y="531"/>
                  </a:lnTo>
                  <a:lnTo>
                    <a:pt x="323" y="550"/>
                  </a:lnTo>
                  <a:lnTo>
                    <a:pt x="298" y="564"/>
                  </a:lnTo>
                  <a:lnTo>
                    <a:pt x="270" y="574"/>
                  </a:lnTo>
                  <a:lnTo>
                    <a:pt x="242" y="581"/>
                  </a:lnTo>
                  <a:lnTo>
                    <a:pt x="213" y="583"/>
                  </a:lnTo>
                  <a:lnTo>
                    <a:pt x="184" y="581"/>
                  </a:lnTo>
                  <a:lnTo>
                    <a:pt x="156" y="574"/>
                  </a:lnTo>
                  <a:lnTo>
                    <a:pt x="128" y="564"/>
                  </a:lnTo>
                  <a:lnTo>
                    <a:pt x="103" y="550"/>
                  </a:lnTo>
                  <a:lnTo>
                    <a:pt x="78" y="531"/>
                  </a:lnTo>
                  <a:lnTo>
                    <a:pt x="56" y="508"/>
                  </a:lnTo>
                  <a:lnTo>
                    <a:pt x="39" y="483"/>
                  </a:lnTo>
                  <a:lnTo>
                    <a:pt x="25" y="454"/>
                  </a:lnTo>
                  <a:lnTo>
                    <a:pt x="15" y="424"/>
                  </a:lnTo>
                  <a:lnTo>
                    <a:pt x="11" y="391"/>
                  </a:lnTo>
                  <a:lnTo>
                    <a:pt x="0" y="227"/>
                  </a:lnTo>
                  <a:lnTo>
                    <a:pt x="0" y="198"/>
                  </a:lnTo>
                  <a:lnTo>
                    <a:pt x="4" y="169"/>
                  </a:lnTo>
                  <a:lnTo>
                    <a:pt x="12" y="142"/>
                  </a:lnTo>
                  <a:lnTo>
                    <a:pt x="24" y="115"/>
                  </a:lnTo>
                  <a:lnTo>
                    <a:pt x="39" y="90"/>
                  </a:lnTo>
                  <a:lnTo>
                    <a:pt x="57" y="67"/>
                  </a:lnTo>
                  <a:lnTo>
                    <a:pt x="79" y="47"/>
                  </a:lnTo>
                  <a:lnTo>
                    <a:pt x="103" y="31"/>
                  </a:lnTo>
                  <a:lnTo>
                    <a:pt x="128" y="17"/>
                  </a:lnTo>
                  <a:lnTo>
                    <a:pt x="156" y="8"/>
                  </a:lnTo>
                  <a:lnTo>
                    <a:pt x="183" y="2"/>
                  </a:lnTo>
                  <a:lnTo>
                    <a:pt x="21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6" name="Google Shape;906;p65"/>
            <p:cNvSpPr/>
            <p:nvPr/>
          </p:nvSpPr>
          <p:spPr>
            <a:xfrm>
              <a:off x="2262188" y="2768601"/>
              <a:ext cx="241301" cy="103188"/>
            </a:xfrm>
            <a:custGeom>
              <a:rect b="b" l="l" r="r" t="t"/>
              <a:pathLst>
                <a:path extrusionOk="0" h="455" w="1060">
                  <a:moveTo>
                    <a:pt x="347" y="133"/>
                  </a:moveTo>
                  <a:lnTo>
                    <a:pt x="328" y="134"/>
                  </a:lnTo>
                  <a:lnTo>
                    <a:pt x="310" y="137"/>
                  </a:lnTo>
                  <a:lnTo>
                    <a:pt x="276" y="146"/>
                  </a:lnTo>
                  <a:lnTo>
                    <a:pt x="246" y="162"/>
                  </a:lnTo>
                  <a:lnTo>
                    <a:pt x="218" y="181"/>
                  </a:lnTo>
                  <a:lnTo>
                    <a:pt x="194" y="206"/>
                  </a:lnTo>
                  <a:lnTo>
                    <a:pt x="175" y="233"/>
                  </a:lnTo>
                  <a:lnTo>
                    <a:pt x="160" y="264"/>
                  </a:lnTo>
                  <a:lnTo>
                    <a:pt x="151" y="297"/>
                  </a:lnTo>
                  <a:lnTo>
                    <a:pt x="146" y="322"/>
                  </a:lnTo>
                  <a:lnTo>
                    <a:pt x="914" y="322"/>
                  </a:lnTo>
                  <a:lnTo>
                    <a:pt x="909" y="297"/>
                  </a:lnTo>
                  <a:lnTo>
                    <a:pt x="900" y="264"/>
                  </a:lnTo>
                  <a:lnTo>
                    <a:pt x="885" y="233"/>
                  </a:lnTo>
                  <a:lnTo>
                    <a:pt x="866" y="206"/>
                  </a:lnTo>
                  <a:lnTo>
                    <a:pt x="842" y="181"/>
                  </a:lnTo>
                  <a:lnTo>
                    <a:pt x="814" y="162"/>
                  </a:lnTo>
                  <a:lnTo>
                    <a:pt x="784" y="146"/>
                  </a:lnTo>
                  <a:lnTo>
                    <a:pt x="750" y="137"/>
                  </a:lnTo>
                  <a:lnTo>
                    <a:pt x="732" y="134"/>
                  </a:lnTo>
                  <a:lnTo>
                    <a:pt x="713" y="133"/>
                  </a:lnTo>
                  <a:lnTo>
                    <a:pt x="682" y="133"/>
                  </a:lnTo>
                  <a:lnTo>
                    <a:pt x="651" y="155"/>
                  </a:lnTo>
                  <a:lnTo>
                    <a:pt x="619" y="170"/>
                  </a:lnTo>
                  <a:lnTo>
                    <a:pt x="584" y="180"/>
                  </a:lnTo>
                  <a:lnTo>
                    <a:pt x="548" y="185"/>
                  </a:lnTo>
                  <a:lnTo>
                    <a:pt x="512" y="185"/>
                  </a:lnTo>
                  <a:lnTo>
                    <a:pt x="476" y="180"/>
                  </a:lnTo>
                  <a:lnTo>
                    <a:pt x="441" y="170"/>
                  </a:lnTo>
                  <a:lnTo>
                    <a:pt x="409" y="155"/>
                  </a:lnTo>
                  <a:lnTo>
                    <a:pt x="378" y="133"/>
                  </a:lnTo>
                  <a:lnTo>
                    <a:pt x="347" y="133"/>
                  </a:lnTo>
                  <a:close/>
                  <a:moveTo>
                    <a:pt x="347" y="0"/>
                  </a:moveTo>
                  <a:lnTo>
                    <a:pt x="403" y="0"/>
                  </a:lnTo>
                  <a:lnTo>
                    <a:pt x="420" y="2"/>
                  </a:lnTo>
                  <a:lnTo>
                    <a:pt x="436" y="9"/>
                  </a:lnTo>
                  <a:lnTo>
                    <a:pt x="451" y="19"/>
                  </a:lnTo>
                  <a:lnTo>
                    <a:pt x="468" y="33"/>
                  </a:lnTo>
                  <a:lnTo>
                    <a:pt x="487" y="44"/>
                  </a:lnTo>
                  <a:lnTo>
                    <a:pt x="509" y="50"/>
                  </a:lnTo>
                  <a:lnTo>
                    <a:pt x="529" y="52"/>
                  </a:lnTo>
                  <a:lnTo>
                    <a:pt x="551" y="50"/>
                  </a:lnTo>
                  <a:lnTo>
                    <a:pt x="573" y="44"/>
                  </a:lnTo>
                  <a:lnTo>
                    <a:pt x="592" y="33"/>
                  </a:lnTo>
                  <a:lnTo>
                    <a:pt x="609" y="19"/>
                  </a:lnTo>
                  <a:lnTo>
                    <a:pt x="624" y="9"/>
                  </a:lnTo>
                  <a:lnTo>
                    <a:pt x="640" y="2"/>
                  </a:lnTo>
                  <a:lnTo>
                    <a:pt x="657" y="0"/>
                  </a:lnTo>
                  <a:lnTo>
                    <a:pt x="713" y="0"/>
                  </a:lnTo>
                  <a:lnTo>
                    <a:pt x="744" y="1"/>
                  </a:lnTo>
                  <a:lnTo>
                    <a:pt x="774" y="5"/>
                  </a:lnTo>
                  <a:lnTo>
                    <a:pt x="814" y="15"/>
                  </a:lnTo>
                  <a:lnTo>
                    <a:pt x="852" y="30"/>
                  </a:lnTo>
                  <a:lnTo>
                    <a:pt x="887" y="49"/>
                  </a:lnTo>
                  <a:lnTo>
                    <a:pt x="920" y="72"/>
                  </a:lnTo>
                  <a:lnTo>
                    <a:pt x="949" y="99"/>
                  </a:lnTo>
                  <a:lnTo>
                    <a:pt x="975" y="128"/>
                  </a:lnTo>
                  <a:lnTo>
                    <a:pt x="998" y="161"/>
                  </a:lnTo>
                  <a:lnTo>
                    <a:pt x="1017" y="196"/>
                  </a:lnTo>
                  <a:lnTo>
                    <a:pt x="1031" y="234"/>
                  </a:lnTo>
                  <a:lnTo>
                    <a:pt x="1041" y="274"/>
                  </a:lnTo>
                  <a:lnTo>
                    <a:pt x="1059" y="377"/>
                  </a:lnTo>
                  <a:lnTo>
                    <a:pt x="1060" y="391"/>
                  </a:lnTo>
                  <a:lnTo>
                    <a:pt x="1058" y="405"/>
                  </a:lnTo>
                  <a:lnTo>
                    <a:pt x="1053" y="418"/>
                  </a:lnTo>
                  <a:lnTo>
                    <a:pt x="1045" y="431"/>
                  </a:lnTo>
                  <a:lnTo>
                    <a:pt x="1034" y="441"/>
                  </a:lnTo>
                  <a:lnTo>
                    <a:pt x="1022" y="449"/>
                  </a:lnTo>
                  <a:lnTo>
                    <a:pt x="1009" y="453"/>
                  </a:lnTo>
                  <a:lnTo>
                    <a:pt x="993" y="455"/>
                  </a:lnTo>
                  <a:lnTo>
                    <a:pt x="67" y="455"/>
                  </a:lnTo>
                  <a:lnTo>
                    <a:pt x="51" y="453"/>
                  </a:lnTo>
                  <a:lnTo>
                    <a:pt x="38" y="449"/>
                  </a:lnTo>
                  <a:lnTo>
                    <a:pt x="26" y="441"/>
                  </a:lnTo>
                  <a:lnTo>
                    <a:pt x="15" y="431"/>
                  </a:lnTo>
                  <a:lnTo>
                    <a:pt x="7" y="418"/>
                  </a:lnTo>
                  <a:lnTo>
                    <a:pt x="2" y="405"/>
                  </a:lnTo>
                  <a:lnTo>
                    <a:pt x="0" y="391"/>
                  </a:lnTo>
                  <a:lnTo>
                    <a:pt x="1" y="377"/>
                  </a:lnTo>
                  <a:lnTo>
                    <a:pt x="19" y="274"/>
                  </a:lnTo>
                  <a:lnTo>
                    <a:pt x="29" y="234"/>
                  </a:lnTo>
                  <a:lnTo>
                    <a:pt x="43" y="196"/>
                  </a:lnTo>
                  <a:lnTo>
                    <a:pt x="62" y="161"/>
                  </a:lnTo>
                  <a:lnTo>
                    <a:pt x="85" y="128"/>
                  </a:lnTo>
                  <a:lnTo>
                    <a:pt x="111" y="99"/>
                  </a:lnTo>
                  <a:lnTo>
                    <a:pt x="140" y="72"/>
                  </a:lnTo>
                  <a:lnTo>
                    <a:pt x="173" y="49"/>
                  </a:lnTo>
                  <a:lnTo>
                    <a:pt x="208" y="30"/>
                  </a:lnTo>
                  <a:lnTo>
                    <a:pt x="246" y="15"/>
                  </a:lnTo>
                  <a:lnTo>
                    <a:pt x="286" y="5"/>
                  </a:lnTo>
                  <a:lnTo>
                    <a:pt x="316" y="1"/>
                  </a:lnTo>
                  <a:lnTo>
                    <a:pt x="347"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7" name="Google Shape;907;p65"/>
            <p:cNvSpPr/>
            <p:nvPr/>
          </p:nvSpPr>
          <p:spPr>
            <a:xfrm>
              <a:off x="2073276" y="2371726"/>
              <a:ext cx="96838" cy="131763"/>
            </a:xfrm>
            <a:custGeom>
              <a:rect b="b" l="l" r="r" t="t"/>
              <a:pathLst>
                <a:path extrusionOk="0" h="582" w="425">
                  <a:moveTo>
                    <a:pt x="212" y="133"/>
                  </a:moveTo>
                  <a:lnTo>
                    <a:pt x="196" y="135"/>
                  </a:lnTo>
                  <a:lnTo>
                    <a:pt x="181" y="140"/>
                  </a:lnTo>
                  <a:lnTo>
                    <a:pt x="167" y="147"/>
                  </a:lnTo>
                  <a:lnTo>
                    <a:pt x="154" y="158"/>
                  </a:lnTo>
                  <a:lnTo>
                    <a:pt x="144" y="172"/>
                  </a:lnTo>
                  <a:lnTo>
                    <a:pt x="138" y="186"/>
                  </a:lnTo>
                  <a:lnTo>
                    <a:pt x="134" y="201"/>
                  </a:lnTo>
                  <a:lnTo>
                    <a:pt x="133" y="218"/>
                  </a:lnTo>
                  <a:lnTo>
                    <a:pt x="144" y="382"/>
                  </a:lnTo>
                  <a:lnTo>
                    <a:pt x="147" y="399"/>
                  </a:lnTo>
                  <a:lnTo>
                    <a:pt x="153" y="414"/>
                  </a:lnTo>
                  <a:lnTo>
                    <a:pt x="163" y="427"/>
                  </a:lnTo>
                  <a:lnTo>
                    <a:pt x="175" y="437"/>
                  </a:lnTo>
                  <a:lnTo>
                    <a:pt x="193" y="446"/>
                  </a:lnTo>
                  <a:lnTo>
                    <a:pt x="212" y="449"/>
                  </a:lnTo>
                  <a:lnTo>
                    <a:pt x="232" y="446"/>
                  </a:lnTo>
                  <a:lnTo>
                    <a:pt x="250" y="437"/>
                  </a:lnTo>
                  <a:lnTo>
                    <a:pt x="262" y="427"/>
                  </a:lnTo>
                  <a:lnTo>
                    <a:pt x="272" y="414"/>
                  </a:lnTo>
                  <a:lnTo>
                    <a:pt x="278" y="399"/>
                  </a:lnTo>
                  <a:lnTo>
                    <a:pt x="281" y="382"/>
                  </a:lnTo>
                  <a:lnTo>
                    <a:pt x="292" y="218"/>
                  </a:lnTo>
                  <a:lnTo>
                    <a:pt x="291" y="201"/>
                  </a:lnTo>
                  <a:lnTo>
                    <a:pt x="287" y="186"/>
                  </a:lnTo>
                  <a:lnTo>
                    <a:pt x="281" y="172"/>
                  </a:lnTo>
                  <a:lnTo>
                    <a:pt x="271" y="158"/>
                  </a:lnTo>
                  <a:lnTo>
                    <a:pt x="258" y="147"/>
                  </a:lnTo>
                  <a:lnTo>
                    <a:pt x="244" y="140"/>
                  </a:lnTo>
                  <a:lnTo>
                    <a:pt x="229" y="135"/>
                  </a:lnTo>
                  <a:lnTo>
                    <a:pt x="212" y="133"/>
                  </a:lnTo>
                  <a:close/>
                  <a:moveTo>
                    <a:pt x="212" y="0"/>
                  </a:moveTo>
                  <a:lnTo>
                    <a:pt x="242" y="2"/>
                  </a:lnTo>
                  <a:lnTo>
                    <a:pt x="269" y="8"/>
                  </a:lnTo>
                  <a:lnTo>
                    <a:pt x="297" y="17"/>
                  </a:lnTo>
                  <a:lnTo>
                    <a:pt x="322" y="30"/>
                  </a:lnTo>
                  <a:lnTo>
                    <a:pt x="347" y="46"/>
                  </a:lnTo>
                  <a:lnTo>
                    <a:pt x="368" y="67"/>
                  </a:lnTo>
                  <a:lnTo>
                    <a:pt x="387" y="89"/>
                  </a:lnTo>
                  <a:lnTo>
                    <a:pt x="402" y="115"/>
                  </a:lnTo>
                  <a:lnTo>
                    <a:pt x="413" y="141"/>
                  </a:lnTo>
                  <a:lnTo>
                    <a:pt x="421" y="169"/>
                  </a:lnTo>
                  <a:lnTo>
                    <a:pt x="425" y="197"/>
                  </a:lnTo>
                  <a:lnTo>
                    <a:pt x="425" y="227"/>
                  </a:lnTo>
                  <a:lnTo>
                    <a:pt x="414" y="391"/>
                  </a:lnTo>
                  <a:lnTo>
                    <a:pt x="410" y="423"/>
                  </a:lnTo>
                  <a:lnTo>
                    <a:pt x="401" y="454"/>
                  </a:lnTo>
                  <a:lnTo>
                    <a:pt x="387" y="482"/>
                  </a:lnTo>
                  <a:lnTo>
                    <a:pt x="369" y="508"/>
                  </a:lnTo>
                  <a:lnTo>
                    <a:pt x="348" y="530"/>
                  </a:lnTo>
                  <a:lnTo>
                    <a:pt x="322" y="549"/>
                  </a:lnTo>
                  <a:lnTo>
                    <a:pt x="297" y="564"/>
                  </a:lnTo>
                  <a:lnTo>
                    <a:pt x="269" y="574"/>
                  </a:lnTo>
                  <a:lnTo>
                    <a:pt x="241" y="580"/>
                  </a:lnTo>
                  <a:lnTo>
                    <a:pt x="212" y="582"/>
                  </a:lnTo>
                  <a:lnTo>
                    <a:pt x="184" y="580"/>
                  </a:lnTo>
                  <a:lnTo>
                    <a:pt x="155" y="574"/>
                  </a:lnTo>
                  <a:lnTo>
                    <a:pt x="128" y="564"/>
                  </a:lnTo>
                  <a:lnTo>
                    <a:pt x="103" y="549"/>
                  </a:lnTo>
                  <a:lnTo>
                    <a:pt x="77" y="530"/>
                  </a:lnTo>
                  <a:lnTo>
                    <a:pt x="56" y="508"/>
                  </a:lnTo>
                  <a:lnTo>
                    <a:pt x="38" y="482"/>
                  </a:lnTo>
                  <a:lnTo>
                    <a:pt x="24" y="454"/>
                  </a:lnTo>
                  <a:lnTo>
                    <a:pt x="15" y="423"/>
                  </a:lnTo>
                  <a:lnTo>
                    <a:pt x="11" y="391"/>
                  </a:lnTo>
                  <a:lnTo>
                    <a:pt x="0" y="227"/>
                  </a:lnTo>
                  <a:lnTo>
                    <a:pt x="0" y="197"/>
                  </a:lnTo>
                  <a:lnTo>
                    <a:pt x="4" y="169"/>
                  </a:lnTo>
                  <a:lnTo>
                    <a:pt x="12" y="141"/>
                  </a:lnTo>
                  <a:lnTo>
                    <a:pt x="23" y="115"/>
                  </a:lnTo>
                  <a:lnTo>
                    <a:pt x="38" y="89"/>
                  </a:lnTo>
                  <a:lnTo>
                    <a:pt x="57" y="67"/>
                  </a:lnTo>
                  <a:lnTo>
                    <a:pt x="78" y="46"/>
                  </a:lnTo>
                  <a:lnTo>
                    <a:pt x="101" y="30"/>
                  </a:lnTo>
                  <a:lnTo>
                    <a:pt x="128" y="17"/>
                  </a:lnTo>
                  <a:lnTo>
                    <a:pt x="154" y="8"/>
                  </a:lnTo>
                  <a:lnTo>
                    <a:pt x="183" y="2"/>
                  </a:lnTo>
                  <a:lnTo>
                    <a:pt x="212"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8" name="Google Shape;908;p65"/>
            <p:cNvSpPr/>
            <p:nvPr/>
          </p:nvSpPr>
          <p:spPr>
            <a:xfrm>
              <a:off x="2001838" y="2508251"/>
              <a:ext cx="241301" cy="103188"/>
            </a:xfrm>
            <a:custGeom>
              <a:rect b="b" l="l" r="r" t="t"/>
              <a:pathLst>
                <a:path extrusionOk="0" h="455" w="1061">
                  <a:moveTo>
                    <a:pt x="347" y="134"/>
                  </a:moveTo>
                  <a:lnTo>
                    <a:pt x="329" y="135"/>
                  </a:lnTo>
                  <a:lnTo>
                    <a:pt x="311" y="138"/>
                  </a:lnTo>
                  <a:lnTo>
                    <a:pt x="277" y="147"/>
                  </a:lnTo>
                  <a:lnTo>
                    <a:pt x="246" y="162"/>
                  </a:lnTo>
                  <a:lnTo>
                    <a:pt x="219" y="182"/>
                  </a:lnTo>
                  <a:lnTo>
                    <a:pt x="194" y="206"/>
                  </a:lnTo>
                  <a:lnTo>
                    <a:pt x="175" y="234"/>
                  </a:lnTo>
                  <a:lnTo>
                    <a:pt x="161" y="264"/>
                  </a:lnTo>
                  <a:lnTo>
                    <a:pt x="152" y="298"/>
                  </a:lnTo>
                  <a:lnTo>
                    <a:pt x="147" y="322"/>
                  </a:lnTo>
                  <a:lnTo>
                    <a:pt x="914" y="322"/>
                  </a:lnTo>
                  <a:lnTo>
                    <a:pt x="909" y="298"/>
                  </a:lnTo>
                  <a:lnTo>
                    <a:pt x="900" y="264"/>
                  </a:lnTo>
                  <a:lnTo>
                    <a:pt x="886" y="234"/>
                  </a:lnTo>
                  <a:lnTo>
                    <a:pt x="866" y="206"/>
                  </a:lnTo>
                  <a:lnTo>
                    <a:pt x="842" y="182"/>
                  </a:lnTo>
                  <a:lnTo>
                    <a:pt x="815" y="162"/>
                  </a:lnTo>
                  <a:lnTo>
                    <a:pt x="784" y="147"/>
                  </a:lnTo>
                  <a:lnTo>
                    <a:pt x="750" y="138"/>
                  </a:lnTo>
                  <a:lnTo>
                    <a:pt x="732" y="135"/>
                  </a:lnTo>
                  <a:lnTo>
                    <a:pt x="714" y="134"/>
                  </a:lnTo>
                  <a:lnTo>
                    <a:pt x="682" y="134"/>
                  </a:lnTo>
                  <a:lnTo>
                    <a:pt x="656" y="153"/>
                  </a:lnTo>
                  <a:lnTo>
                    <a:pt x="626" y="167"/>
                  </a:lnTo>
                  <a:lnTo>
                    <a:pt x="596" y="178"/>
                  </a:lnTo>
                  <a:lnTo>
                    <a:pt x="564" y="185"/>
                  </a:lnTo>
                  <a:lnTo>
                    <a:pt x="530" y="187"/>
                  </a:lnTo>
                  <a:lnTo>
                    <a:pt x="497" y="185"/>
                  </a:lnTo>
                  <a:lnTo>
                    <a:pt x="465" y="178"/>
                  </a:lnTo>
                  <a:lnTo>
                    <a:pt x="435" y="167"/>
                  </a:lnTo>
                  <a:lnTo>
                    <a:pt x="405" y="153"/>
                  </a:lnTo>
                  <a:lnTo>
                    <a:pt x="379" y="134"/>
                  </a:lnTo>
                  <a:lnTo>
                    <a:pt x="347" y="134"/>
                  </a:lnTo>
                  <a:close/>
                  <a:moveTo>
                    <a:pt x="347" y="0"/>
                  </a:moveTo>
                  <a:lnTo>
                    <a:pt x="403" y="0"/>
                  </a:lnTo>
                  <a:lnTo>
                    <a:pt x="421" y="2"/>
                  </a:lnTo>
                  <a:lnTo>
                    <a:pt x="437" y="10"/>
                  </a:lnTo>
                  <a:lnTo>
                    <a:pt x="451" y="20"/>
                  </a:lnTo>
                  <a:lnTo>
                    <a:pt x="468" y="34"/>
                  </a:lnTo>
                  <a:lnTo>
                    <a:pt x="488" y="44"/>
                  </a:lnTo>
                  <a:lnTo>
                    <a:pt x="509" y="50"/>
                  </a:lnTo>
                  <a:lnTo>
                    <a:pt x="530" y="52"/>
                  </a:lnTo>
                  <a:lnTo>
                    <a:pt x="552" y="50"/>
                  </a:lnTo>
                  <a:lnTo>
                    <a:pt x="573" y="44"/>
                  </a:lnTo>
                  <a:lnTo>
                    <a:pt x="593" y="34"/>
                  </a:lnTo>
                  <a:lnTo>
                    <a:pt x="610" y="20"/>
                  </a:lnTo>
                  <a:lnTo>
                    <a:pt x="624" y="10"/>
                  </a:lnTo>
                  <a:lnTo>
                    <a:pt x="640" y="2"/>
                  </a:lnTo>
                  <a:lnTo>
                    <a:pt x="658" y="0"/>
                  </a:lnTo>
                  <a:lnTo>
                    <a:pt x="714" y="0"/>
                  </a:lnTo>
                  <a:lnTo>
                    <a:pt x="744" y="1"/>
                  </a:lnTo>
                  <a:lnTo>
                    <a:pt x="775" y="5"/>
                  </a:lnTo>
                  <a:lnTo>
                    <a:pt x="815" y="16"/>
                  </a:lnTo>
                  <a:lnTo>
                    <a:pt x="852" y="31"/>
                  </a:lnTo>
                  <a:lnTo>
                    <a:pt x="888" y="49"/>
                  </a:lnTo>
                  <a:lnTo>
                    <a:pt x="920" y="73"/>
                  </a:lnTo>
                  <a:lnTo>
                    <a:pt x="950" y="99"/>
                  </a:lnTo>
                  <a:lnTo>
                    <a:pt x="975" y="129"/>
                  </a:lnTo>
                  <a:lnTo>
                    <a:pt x="999" y="161"/>
                  </a:lnTo>
                  <a:lnTo>
                    <a:pt x="1017" y="197"/>
                  </a:lnTo>
                  <a:lnTo>
                    <a:pt x="1031" y="235"/>
                  </a:lnTo>
                  <a:lnTo>
                    <a:pt x="1042" y="274"/>
                  </a:lnTo>
                  <a:lnTo>
                    <a:pt x="1060" y="377"/>
                  </a:lnTo>
                  <a:lnTo>
                    <a:pt x="1061" y="391"/>
                  </a:lnTo>
                  <a:lnTo>
                    <a:pt x="1059" y="406"/>
                  </a:lnTo>
                  <a:lnTo>
                    <a:pt x="1054" y="419"/>
                  </a:lnTo>
                  <a:lnTo>
                    <a:pt x="1046" y="431"/>
                  </a:lnTo>
                  <a:lnTo>
                    <a:pt x="1034" y="441"/>
                  </a:lnTo>
                  <a:lnTo>
                    <a:pt x="1022" y="449"/>
                  </a:lnTo>
                  <a:lnTo>
                    <a:pt x="1009" y="453"/>
                  </a:lnTo>
                  <a:lnTo>
                    <a:pt x="994" y="455"/>
                  </a:lnTo>
                  <a:lnTo>
                    <a:pt x="67" y="455"/>
                  </a:lnTo>
                  <a:lnTo>
                    <a:pt x="52" y="453"/>
                  </a:lnTo>
                  <a:lnTo>
                    <a:pt x="39" y="449"/>
                  </a:lnTo>
                  <a:lnTo>
                    <a:pt x="26" y="441"/>
                  </a:lnTo>
                  <a:lnTo>
                    <a:pt x="15" y="431"/>
                  </a:lnTo>
                  <a:lnTo>
                    <a:pt x="7" y="419"/>
                  </a:lnTo>
                  <a:lnTo>
                    <a:pt x="2" y="406"/>
                  </a:lnTo>
                  <a:lnTo>
                    <a:pt x="0" y="391"/>
                  </a:lnTo>
                  <a:lnTo>
                    <a:pt x="1" y="377"/>
                  </a:lnTo>
                  <a:lnTo>
                    <a:pt x="19" y="274"/>
                  </a:lnTo>
                  <a:lnTo>
                    <a:pt x="30" y="235"/>
                  </a:lnTo>
                  <a:lnTo>
                    <a:pt x="44" y="197"/>
                  </a:lnTo>
                  <a:lnTo>
                    <a:pt x="62" y="161"/>
                  </a:lnTo>
                  <a:lnTo>
                    <a:pt x="86" y="129"/>
                  </a:lnTo>
                  <a:lnTo>
                    <a:pt x="111" y="99"/>
                  </a:lnTo>
                  <a:lnTo>
                    <a:pt x="141" y="73"/>
                  </a:lnTo>
                  <a:lnTo>
                    <a:pt x="173" y="49"/>
                  </a:lnTo>
                  <a:lnTo>
                    <a:pt x="209" y="31"/>
                  </a:lnTo>
                  <a:lnTo>
                    <a:pt x="246" y="16"/>
                  </a:lnTo>
                  <a:lnTo>
                    <a:pt x="286" y="5"/>
                  </a:lnTo>
                  <a:lnTo>
                    <a:pt x="317" y="1"/>
                  </a:lnTo>
                  <a:lnTo>
                    <a:pt x="347"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09" name="Google Shape;909;p65"/>
            <p:cNvSpPr/>
            <p:nvPr/>
          </p:nvSpPr>
          <p:spPr>
            <a:xfrm>
              <a:off x="2595563" y="2371726"/>
              <a:ext cx="96838" cy="131763"/>
            </a:xfrm>
            <a:custGeom>
              <a:rect b="b" l="l" r="r" t="t"/>
              <a:pathLst>
                <a:path extrusionOk="0" h="582" w="425">
                  <a:moveTo>
                    <a:pt x="213" y="133"/>
                  </a:moveTo>
                  <a:lnTo>
                    <a:pt x="196" y="135"/>
                  </a:lnTo>
                  <a:lnTo>
                    <a:pt x="181" y="140"/>
                  </a:lnTo>
                  <a:lnTo>
                    <a:pt x="167" y="147"/>
                  </a:lnTo>
                  <a:lnTo>
                    <a:pt x="154" y="158"/>
                  </a:lnTo>
                  <a:lnTo>
                    <a:pt x="144" y="172"/>
                  </a:lnTo>
                  <a:lnTo>
                    <a:pt x="138" y="186"/>
                  </a:lnTo>
                  <a:lnTo>
                    <a:pt x="134" y="201"/>
                  </a:lnTo>
                  <a:lnTo>
                    <a:pt x="133" y="218"/>
                  </a:lnTo>
                  <a:lnTo>
                    <a:pt x="144" y="382"/>
                  </a:lnTo>
                  <a:lnTo>
                    <a:pt x="147" y="399"/>
                  </a:lnTo>
                  <a:lnTo>
                    <a:pt x="153" y="414"/>
                  </a:lnTo>
                  <a:lnTo>
                    <a:pt x="163" y="427"/>
                  </a:lnTo>
                  <a:lnTo>
                    <a:pt x="175" y="437"/>
                  </a:lnTo>
                  <a:lnTo>
                    <a:pt x="193" y="446"/>
                  </a:lnTo>
                  <a:lnTo>
                    <a:pt x="213" y="449"/>
                  </a:lnTo>
                  <a:lnTo>
                    <a:pt x="232" y="446"/>
                  </a:lnTo>
                  <a:lnTo>
                    <a:pt x="250" y="437"/>
                  </a:lnTo>
                  <a:lnTo>
                    <a:pt x="262" y="427"/>
                  </a:lnTo>
                  <a:lnTo>
                    <a:pt x="272" y="414"/>
                  </a:lnTo>
                  <a:lnTo>
                    <a:pt x="278" y="399"/>
                  </a:lnTo>
                  <a:lnTo>
                    <a:pt x="281" y="382"/>
                  </a:lnTo>
                  <a:lnTo>
                    <a:pt x="292" y="218"/>
                  </a:lnTo>
                  <a:lnTo>
                    <a:pt x="291" y="201"/>
                  </a:lnTo>
                  <a:lnTo>
                    <a:pt x="287" y="186"/>
                  </a:lnTo>
                  <a:lnTo>
                    <a:pt x="281" y="172"/>
                  </a:lnTo>
                  <a:lnTo>
                    <a:pt x="271" y="158"/>
                  </a:lnTo>
                  <a:lnTo>
                    <a:pt x="258" y="147"/>
                  </a:lnTo>
                  <a:lnTo>
                    <a:pt x="244" y="140"/>
                  </a:lnTo>
                  <a:lnTo>
                    <a:pt x="229" y="135"/>
                  </a:lnTo>
                  <a:lnTo>
                    <a:pt x="213" y="133"/>
                  </a:lnTo>
                  <a:close/>
                  <a:moveTo>
                    <a:pt x="213" y="0"/>
                  </a:moveTo>
                  <a:lnTo>
                    <a:pt x="242" y="2"/>
                  </a:lnTo>
                  <a:lnTo>
                    <a:pt x="270" y="8"/>
                  </a:lnTo>
                  <a:lnTo>
                    <a:pt x="297" y="17"/>
                  </a:lnTo>
                  <a:lnTo>
                    <a:pt x="322" y="30"/>
                  </a:lnTo>
                  <a:lnTo>
                    <a:pt x="347" y="46"/>
                  </a:lnTo>
                  <a:lnTo>
                    <a:pt x="368" y="67"/>
                  </a:lnTo>
                  <a:lnTo>
                    <a:pt x="387" y="89"/>
                  </a:lnTo>
                  <a:lnTo>
                    <a:pt x="402" y="115"/>
                  </a:lnTo>
                  <a:lnTo>
                    <a:pt x="413" y="141"/>
                  </a:lnTo>
                  <a:lnTo>
                    <a:pt x="421" y="169"/>
                  </a:lnTo>
                  <a:lnTo>
                    <a:pt x="425" y="197"/>
                  </a:lnTo>
                  <a:lnTo>
                    <a:pt x="425" y="227"/>
                  </a:lnTo>
                  <a:lnTo>
                    <a:pt x="414" y="391"/>
                  </a:lnTo>
                  <a:lnTo>
                    <a:pt x="410" y="423"/>
                  </a:lnTo>
                  <a:lnTo>
                    <a:pt x="401" y="454"/>
                  </a:lnTo>
                  <a:lnTo>
                    <a:pt x="387" y="482"/>
                  </a:lnTo>
                  <a:lnTo>
                    <a:pt x="369" y="508"/>
                  </a:lnTo>
                  <a:lnTo>
                    <a:pt x="348" y="530"/>
                  </a:lnTo>
                  <a:lnTo>
                    <a:pt x="322" y="549"/>
                  </a:lnTo>
                  <a:lnTo>
                    <a:pt x="297" y="564"/>
                  </a:lnTo>
                  <a:lnTo>
                    <a:pt x="270" y="574"/>
                  </a:lnTo>
                  <a:lnTo>
                    <a:pt x="241" y="580"/>
                  </a:lnTo>
                  <a:lnTo>
                    <a:pt x="213" y="582"/>
                  </a:lnTo>
                  <a:lnTo>
                    <a:pt x="184" y="580"/>
                  </a:lnTo>
                  <a:lnTo>
                    <a:pt x="156" y="574"/>
                  </a:lnTo>
                  <a:lnTo>
                    <a:pt x="128" y="564"/>
                  </a:lnTo>
                  <a:lnTo>
                    <a:pt x="103" y="549"/>
                  </a:lnTo>
                  <a:lnTo>
                    <a:pt x="77" y="530"/>
                  </a:lnTo>
                  <a:lnTo>
                    <a:pt x="56" y="508"/>
                  </a:lnTo>
                  <a:lnTo>
                    <a:pt x="38" y="482"/>
                  </a:lnTo>
                  <a:lnTo>
                    <a:pt x="24" y="454"/>
                  </a:lnTo>
                  <a:lnTo>
                    <a:pt x="15" y="423"/>
                  </a:lnTo>
                  <a:lnTo>
                    <a:pt x="11" y="391"/>
                  </a:lnTo>
                  <a:lnTo>
                    <a:pt x="0" y="227"/>
                  </a:lnTo>
                  <a:lnTo>
                    <a:pt x="0" y="197"/>
                  </a:lnTo>
                  <a:lnTo>
                    <a:pt x="4" y="169"/>
                  </a:lnTo>
                  <a:lnTo>
                    <a:pt x="12" y="141"/>
                  </a:lnTo>
                  <a:lnTo>
                    <a:pt x="23" y="115"/>
                  </a:lnTo>
                  <a:lnTo>
                    <a:pt x="38" y="89"/>
                  </a:lnTo>
                  <a:lnTo>
                    <a:pt x="57" y="67"/>
                  </a:lnTo>
                  <a:lnTo>
                    <a:pt x="78" y="46"/>
                  </a:lnTo>
                  <a:lnTo>
                    <a:pt x="103" y="30"/>
                  </a:lnTo>
                  <a:lnTo>
                    <a:pt x="128" y="17"/>
                  </a:lnTo>
                  <a:lnTo>
                    <a:pt x="156" y="8"/>
                  </a:lnTo>
                  <a:lnTo>
                    <a:pt x="183" y="2"/>
                  </a:lnTo>
                  <a:lnTo>
                    <a:pt x="213"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0" name="Google Shape;910;p65"/>
            <p:cNvSpPr/>
            <p:nvPr/>
          </p:nvSpPr>
          <p:spPr>
            <a:xfrm>
              <a:off x="2522538" y="2508251"/>
              <a:ext cx="241301" cy="103188"/>
            </a:xfrm>
            <a:custGeom>
              <a:rect b="b" l="l" r="r" t="t"/>
              <a:pathLst>
                <a:path extrusionOk="0" h="455" w="1061">
                  <a:moveTo>
                    <a:pt x="347" y="134"/>
                  </a:moveTo>
                  <a:lnTo>
                    <a:pt x="329" y="135"/>
                  </a:lnTo>
                  <a:lnTo>
                    <a:pt x="311" y="138"/>
                  </a:lnTo>
                  <a:lnTo>
                    <a:pt x="277" y="147"/>
                  </a:lnTo>
                  <a:lnTo>
                    <a:pt x="246" y="162"/>
                  </a:lnTo>
                  <a:lnTo>
                    <a:pt x="219" y="182"/>
                  </a:lnTo>
                  <a:lnTo>
                    <a:pt x="195" y="206"/>
                  </a:lnTo>
                  <a:lnTo>
                    <a:pt x="175" y="234"/>
                  </a:lnTo>
                  <a:lnTo>
                    <a:pt x="161" y="264"/>
                  </a:lnTo>
                  <a:lnTo>
                    <a:pt x="152" y="298"/>
                  </a:lnTo>
                  <a:lnTo>
                    <a:pt x="147" y="322"/>
                  </a:lnTo>
                  <a:lnTo>
                    <a:pt x="914" y="322"/>
                  </a:lnTo>
                  <a:lnTo>
                    <a:pt x="909" y="298"/>
                  </a:lnTo>
                  <a:lnTo>
                    <a:pt x="900" y="264"/>
                  </a:lnTo>
                  <a:lnTo>
                    <a:pt x="886" y="234"/>
                  </a:lnTo>
                  <a:lnTo>
                    <a:pt x="867" y="206"/>
                  </a:lnTo>
                  <a:lnTo>
                    <a:pt x="842" y="182"/>
                  </a:lnTo>
                  <a:lnTo>
                    <a:pt x="815" y="162"/>
                  </a:lnTo>
                  <a:lnTo>
                    <a:pt x="784" y="147"/>
                  </a:lnTo>
                  <a:lnTo>
                    <a:pt x="750" y="138"/>
                  </a:lnTo>
                  <a:lnTo>
                    <a:pt x="732" y="135"/>
                  </a:lnTo>
                  <a:lnTo>
                    <a:pt x="714" y="134"/>
                  </a:lnTo>
                  <a:lnTo>
                    <a:pt x="683" y="134"/>
                  </a:lnTo>
                  <a:lnTo>
                    <a:pt x="656" y="153"/>
                  </a:lnTo>
                  <a:lnTo>
                    <a:pt x="626" y="167"/>
                  </a:lnTo>
                  <a:lnTo>
                    <a:pt x="596" y="178"/>
                  </a:lnTo>
                  <a:lnTo>
                    <a:pt x="564" y="185"/>
                  </a:lnTo>
                  <a:lnTo>
                    <a:pt x="531" y="187"/>
                  </a:lnTo>
                  <a:lnTo>
                    <a:pt x="497" y="185"/>
                  </a:lnTo>
                  <a:lnTo>
                    <a:pt x="465" y="178"/>
                  </a:lnTo>
                  <a:lnTo>
                    <a:pt x="435" y="167"/>
                  </a:lnTo>
                  <a:lnTo>
                    <a:pt x="405" y="153"/>
                  </a:lnTo>
                  <a:lnTo>
                    <a:pt x="379" y="134"/>
                  </a:lnTo>
                  <a:lnTo>
                    <a:pt x="347" y="134"/>
                  </a:lnTo>
                  <a:close/>
                  <a:moveTo>
                    <a:pt x="347" y="0"/>
                  </a:moveTo>
                  <a:lnTo>
                    <a:pt x="403" y="0"/>
                  </a:lnTo>
                  <a:lnTo>
                    <a:pt x="421" y="2"/>
                  </a:lnTo>
                  <a:lnTo>
                    <a:pt x="437" y="10"/>
                  </a:lnTo>
                  <a:lnTo>
                    <a:pt x="451" y="20"/>
                  </a:lnTo>
                  <a:lnTo>
                    <a:pt x="468" y="34"/>
                  </a:lnTo>
                  <a:lnTo>
                    <a:pt x="488" y="44"/>
                  </a:lnTo>
                  <a:lnTo>
                    <a:pt x="509" y="50"/>
                  </a:lnTo>
                  <a:lnTo>
                    <a:pt x="531" y="52"/>
                  </a:lnTo>
                  <a:lnTo>
                    <a:pt x="552" y="50"/>
                  </a:lnTo>
                  <a:lnTo>
                    <a:pt x="573" y="44"/>
                  </a:lnTo>
                  <a:lnTo>
                    <a:pt x="593" y="34"/>
                  </a:lnTo>
                  <a:lnTo>
                    <a:pt x="610" y="20"/>
                  </a:lnTo>
                  <a:lnTo>
                    <a:pt x="624" y="10"/>
                  </a:lnTo>
                  <a:lnTo>
                    <a:pt x="640" y="2"/>
                  </a:lnTo>
                  <a:lnTo>
                    <a:pt x="658" y="0"/>
                  </a:lnTo>
                  <a:lnTo>
                    <a:pt x="714" y="0"/>
                  </a:lnTo>
                  <a:lnTo>
                    <a:pt x="744" y="1"/>
                  </a:lnTo>
                  <a:lnTo>
                    <a:pt x="775" y="5"/>
                  </a:lnTo>
                  <a:lnTo>
                    <a:pt x="815" y="16"/>
                  </a:lnTo>
                  <a:lnTo>
                    <a:pt x="852" y="31"/>
                  </a:lnTo>
                  <a:lnTo>
                    <a:pt x="888" y="49"/>
                  </a:lnTo>
                  <a:lnTo>
                    <a:pt x="920" y="73"/>
                  </a:lnTo>
                  <a:lnTo>
                    <a:pt x="950" y="99"/>
                  </a:lnTo>
                  <a:lnTo>
                    <a:pt x="975" y="129"/>
                  </a:lnTo>
                  <a:lnTo>
                    <a:pt x="999" y="161"/>
                  </a:lnTo>
                  <a:lnTo>
                    <a:pt x="1017" y="197"/>
                  </a:lnTo>
                  <a:lnTo>
                    <a:pt x="1031" y="235"/>
                  </a:lnTo>
                  <a:lnTo>
                    <a:pt x="1042" y="274"/>
                  </a:lnTo>
                  <a:lnTo>
                    <a:pt x="1060" y="377"/>
                  </a:lnTo>
                  <a:lnTo>
                    <a:pt x="1061" y="391"/>
                  </a:lnTo>
                  <a:lnTo>
                    <a:pt x="1059" y="406"/>
                  </a:lnTo>
                  <a:lnTo>
                    <a:pt x="1054" y="419"/>
                  </a:lnTo>
                  <a:lnTo>
                    <a:pt x="1046" y="431"/>
                  </a:lnTo>
                  <a:lnTo>
                    <a:pt x="1035" y="441"/>
                  </a:lnTo>
                  <a:lnTo>
                    <a:pt x="1022" y="449"/>
                  </a:lnTo>
                  <a:lnTo>
                    <a:pt x="1009" y="453"/>
                  </a:lnTo>
                  <a:lnTo>
                    <a:pt x="994" y="455"/>
                  </a:lnTo>
                  <a:lnTo>
                    <a:pt x="67" y="455"/>
                  </a:lnTo>
                  <a:lnTo>
                    <a:pt x="52" y="453"/>
                  </a:lnTo>
                  <a:lnTo>
                    <a:pt x="39" y="449"/>
                  </a:lnTo>
                  <a:lnTo>
                    <a:pt x="27" y="441"/>
                  </a:lnTo>
                  <a:lnTo>
                    <a:pt x="15" y="431"/>
                  </a:lnTo>
                  <a:lnTo>
                    <a:pt x="7" y="419"/>
                  </a:lnTo>
                  <a:lnTo>
                    <a:pt x="2" y="406"/>
                  </a:lnTo>
                  <a:lnTo>
                    <a:pt x="0" y="391"/>
                  </a:lnTo>
                  <a:lnTo>
                    <a:pt x="1" y="377"/>
                  </a:lnTo>
                  <a:lnTo>
                    <a:pt x="19" y="274"/>
                  </a:lnTo>
                  <a:lnTo>
                    <a:pt x="30" y="235"/>
                  </a:lnTo>
                  <a:lnTo>
                    <a:pt x="44" y="197"/>
                  </a:lnTo>
                  <a:lnTo>
                    <a:pt x="62" y="161"/>
                  </a:lnTo>
                  <a:lnTo>
                    <a:pt x="86" y="129"/>
                  </a:lnTo>
                  <a:lnTo>
                    <a:pt x="111" y="99"/>
                  </a:lnTo>
                  <a:lnTo>
                    <a:pt x="141" y="73"/>
                  </a:lnTo>
                  <a:lnTo>
                    <a:pt x="173" y="49"/>
                  </a:lnTo>
                  <a:lnTo>
                    <a:pt x="209" y="31"/>
                  </a:lnTo>
                  <a:lnTo>
                    <a:pt x="246" y="16"/>
                  </a:lnTo>
                  <a:lnTo>
                    <a:pt x="286" y="5"/>
                  </a:lnTo>
                  <a:lnTo>
                    <a:pt x="317" y="1"/>
                  </a:lnTo>
                  <a:lnTo>
                    <a:pt x="347"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1" name="Google Shape;911;p65"/>
            <p:cNvSpPr/>
            <p:nvPr/>
          </p:nvSpPr>
          <p:spPr>
            <a:xfrm>
              <a:off x="2130426" y="2198688"/>
              <a:ext cx="174625" cy="136525"/>
            </a:xfrm>
            <a:custGeom>
              <a:rect b="b" l="l" r="r" t="t"/>
              <a:pathLst>
                <a:path extrusionOk="0" h="603" w="766">
                  <a:moveTo>
                    <a:pt x="696" y="0"/>
                  </a:moveTo>
                  <a:lnTo>
                    <a:pt x="713" y="1"/>
                  </a:lnTo>
                  <a:lnTo>
                    <a:pt x="728" y="7"/>
                  </a:lnTo>
                  <a:lnTo>
                    <a:pt x="742" y="16"/>
                  </a:lnTo>
                  <a:lnTo>
                    <a:pt x="755" y="30"/>
                  </a:lnTo>
                  <a:lnTo>
                    <a:pt x="763" y="46"/>
                  </a:lnTo>
                  <a:lnTo>
                    <a:pt x="766" y="63"/>
                  </a:lnTo>
                  <a:lnTo>
                    <a:pt x="765" y="80"/>
                  </a:lnTo>
                  <a:lnTo>
                    <a:pt x="759" y="97"/>
                  </a:lnTo>
                  <a:lnTo>
                    <a:pt x="750" y="111"/>
                  </a:lnTo>
                  <a:lnTo>
                    <a:pt x="736" y="122"/>
                  </a:lnTo>
                  <a:lnTo>
                    <a:pt x="720" y="130"/>
                  </a:lnTo>
                  <a:lnTo>
                    <a:pt x="650" y="157"/>
                  </a:lnTo>
                  <a:lnTo>
                    <a:pt x="581" y="188"/>
                  </a:lnTo>
                  <a:lnTo>
                    <a:pt x="513" y="223"/>
                  </a:lnTo>
                  <a:lnTo>
                    <a:pt x="449" y="263"/>
                  </a:lnTo>
                  <a:lnTo>
                    <a:pt x="387" y="305"/>
                  </a:lnTo>
                  <a:lnTo>
                    <a:pt x="327" y="353"/>
                  </a:lnTo>
                  <a:lnTo>
                    <a:pt x="271" y="403"/>
                  </a:lnTo>
                  <a:lnTo>
                    <a:pt x="217" y="457"/>
                  </a:lnTo>
                  <a:lnTo>
                    <a:pt x="167" y="515"/>
                  </a:lnTo>
                  <a:lnTo>
                    <a:pt x="121" y="575"/>
                  </a:lnTo>
                  <a:lnTo>
                    <a:pt x="110" y="587"/>
                  </a:lnTo>
                  <a:lnTo>
                    <a:pt x="97" y="596"/>
                  </a:lnTo>
                  <a:lnTo>
                    <a:pt x="83" y="602"/>
                  </a:lnTo>
                  <a:lnTo>
                    <a:pt x="67" y="603"/>
                  </a:lnTo>
                  <a:lnTo>
                    <a:pt x="53" y="602"/>
                  </a:lnTo>
                  <a:lnTo>
                    <a:pt x="40" y="598"/>
                  </a:lnTo>
                  <a:lnTo>
                    <a:pt x="28" y="591"/>
                  </a:lnTo>
                  <a:lnTo>
                    <a:pt x="15" y="578"/>
                  </a:lnTo>
                  <a:lnTo>
                    <a:pt x="6" y="563"/>
                  </a:lnTo>
                  <a:lnTo>
                    <a:pt x="1" y="547"/>
                  </a:lnTo>
                  <a:lnTo>
                    <a:pt x="0" y="529"/>
                  </a:lnTo>
                  <a:lnTo>
                    <a:pt x="4" y="513"/>
                  </a:lnTo>
                  <a:lnTo>
                    <a:pt x="12" y="497"/>
                  </a:lnTo>
                  <a:lnTo>
                    <a:pt x="63" y="431"/>
                  </a:lnTo>
                  <a:lnTo>
                    <a:pt x="119" y="367"/>
                  </a:lnTo>
                  <a:lnTo>
                    <a:pt x="178" y="306"/>
                  </a:lnTo>
                  <a:lnTo>
                    <a:pt x="241" y="250"/>
                  </a:lnTo>
                  <a:lnTo>
                    <a:pt x="307" y="199"/>
                  </a:lnTo>
                  <a:lnTo>
                    <a:pt x="376" y="151"/>
                  </a:lnTo>
                  <a:lnTo>
                    <a:pt x="448" y="107"/>
                  </a:lnTo>
                  <a:lnTo>
                    <a:pt x="523" y="67"/>
                  </a:lnTo>
                  <a:lnTo>
                    <a:pt x="599" y="33"/>
                  </a:lnTo>
                  <a:lnTo>
                    <a:pt x="677" y="4"/>
                  </a:lnTo>
                  <a:lnTo>
                    <a:pt x="69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2" name="Google Shape;912;p65"/>
            <p:cNvSpPr/>
            <p:nvPr/>
          </p:nvSpPr>
          <p:spPr>
            <a:xfrm>
              <a:off x="2509838" y="2220913"/>
              <a:ext cx="125413" cy="114300"/>
            </a:xfrm>
            <a:custGeom>
              <a:rect b="b" l="l" r="r" t="t"/>
              <a:pathLst>
                <a:path extrusionOk="0" h="508" w="552">
                  <a:moveTo>
                    <a:pt x="66" y="0"/>
                  </a:moveTo>
                  <a:lnTo>
                    <a:pt x="83" y="2"/>
                  </a:lnTo>
                  <a:lnTo>
                    <a:pt x="100" y="9"/>
                  </a:lnTo>
                  <a:lnTo>
                    <a:pt x="172" y="53"/>
                  </a:lnTo>
                  <a:lnTo>
                    <a:pt x="242" y="100"/>
                  </a:lnTo>
                  <a:lnTo>
                    <a:pt x="309" y="153"/>
                  </a:lnTo>
                  <a:lnTo>
                    <a:pt x="373" y="210"/>
                  </a:lnTo>
                  <a:lnTo>
                    <a:pt x="432" y="271"/>
                  </a:lnTo>
                  <a:lnTo>
                    <a:pt x="488" y="335"/>
                  </a:lnTo>
                  <a:lnTo>
                    <a:pt x="540" y="402"/>
                  </a:lnTo>
                  <a:lnTo>
                    <a:pt x="548" y="418"/>
                  </a:lnTo>
                  <a:lnTo>
                    <a:pt x="552" y="434"/>
                  </a:lnTo>
                  <a:lnTo>
                    <a:pt x="551" y="452"/>
                  </a:lnTo>
                  <a:lnTo>
                    <a:pt x="546" y="468"/>
                  </a:lnTo>
                  <a:lnTo>
                    <a:pt x="537" y="483"/>
                  </a:lnTo>
                  <a:lnTo>
                    <a:pt x="524" y="496"/>
                  </a:lnTo>
                  <a:lnTo>
                    <a:pt x="512" y="503"/>
                  </a:lnTo>
                  <a:lnTo>
                    <a:pt x="499" y="507"/>
                  </a:lnTo>
                  <a:lnTo>
                    <a:pt x="485" y="508"/>
                  </a:lnTo>
                  <a:lnTo>
                    <a:pt x="469" y="507"/>
                  </a:lnTo>
                  <a:lnTo>
                    <a:pt x="455" y="501"/>
                  </a:lnTo>
                  <a:lnTo>
                    <a:pt x="442" y="492"/>
                  </a:lnTo>
                  <a:lnTo>
                    <a:pt x="431" y="480"/>
                  </a:lnTo>
                  <a:lnTo>
                    <a:pt x="384" y="419"/>
                  </a:lnTo>
                  <a:lnTo>
                    <a:pt x="334" y="361"/>
                  </a:lnTo>
                  <a:lnTo>
                    <a:pt x="280" y="307"/>
                  </a:lnTo>
                  <a:lnTo>
                    <a:pt x="223" y="256"/>
                  </a:lnTo>
                  <a:lnTo>
                    <a:pt x="163" y="208"/>
                  </a:lnTo>
                  <a:lnTo>
                    <a:pt x="100" y="165"/>
                  </a:lnTo>
                  <a:lnTo>
                    <a:pt x="35" y="126"/>
                  </a:lnTo>
                  <a:lnTo>
                    <a:pt x="20" y="115"/>
                  </a:lnTo>
                  <a:lnTo>
                    <a:pt x="9" y="102"/>
                  </a:lnTo>
                  <a:lnTo>
                    <a:pt x="3" y="85"/>
                  </a:lnTo>
                  <a:lnTo>
                    <a:pt x="0" y="68"/>
                  </a:lnTo>
                  <a:lnTo>
                    <a:pt x="2" y="52"/>
                  </a:lnTo>
                  <a:lnTo>
                    <a:pt x="8" y="34"/>
                  </a:lnTo>
                  <a:lnTo>
                    <a:pt x="19" y="20"/>
                  </a:lnTo>
                  <a:lnTo>
                    <a:pt x="34" y="10"/>
                  </a:lnTo>
                  <a:lnTo>
                    <a:pt x="49" y="3"/>
                  </a:lnTo>
                  <a:lnTo>
                    <a:pt x="66"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3" name="Google Shape;913;p65"/>
            <p:cNvSpPr/>
            <p:nvPr/>
          </p:nvSpPr>
          <p:spPr>
            <a:xfrm>
              <a:off x="2460626" y="2198688"/>
              <a:ext cx="38100" cy="33338"/>
            </a:xfrm>
            <a:custGeom>
              <a:rect b="b" l="l" r="r" t="t"/>
              <a:pathLst>
                <a:path extrusionOk="0" h="146" w="166">
                  <a:moveTo>
                    <a:pt x="70" y="0"/>
                  </a:moveTo>
                  <a:lnTo>
                    <a:pt x="89" y="4"/>
                  </a:lnTo>
                  <a:lnTo>
                    <a:pt x="123" y="16"/>
                  </a:lnTo>
                  <a:lnTo>
                    <a:pt x="139" y="24"/>
                  </a:lnTo>
                  <a:lnTo>
                    <a:pt x="152" y="36"/>
                  </a:lnTo>
                  <a:lnTo>
                    <a:pt x="161" y="51"/>
                  </a:lnTo>
                  <a:lnTo>
                    <a:pt x="166" y="67"/>
                  </a:lnTo>
                  <a:lnTo>
                    <a:pt x="166" y="85"/>
                  </a:lnTo>
                  <a:lnTo>
                    <a:pt x="163" y="102"/>
                  </a:lnTo>
                  <a:lnTo>
                    <a:pt x="155" y="117"/>
                  </a:lnTo>
                  <a:lnTo>
                    <a:pt x="144" y="129"/>
                  </a:lnTo>
                  <a:lnTo>
                    <a:pt x="131" y="137"/>
                  </a:lnTo>
                  <a:lnTo>
                    <a:pt x="116" y="144"/>
                  </a:lnTo>
                  <a:lnTo>
                    <a:pt x="100" y="146"/>
                  </a:lnTo>
                  <a:lnTo>
                    <a:pt x="89" y="145"/>
                  </a:lnTo>
                  <a:lnTo>
                    <a:pt x="77" y="142"/>
                  </a:lnTo>
                  <a:lnTo>
                    <a:pt x="46" y="130"/>
                  </a:lnTo>
                  <a:lnTo>
                    <a:pt x="30" y="122"/>
                  </a:lnTo>
                  <a:lnTo>
                    <a:pt x="16" y="111"/>
                  </a:lnTo>
                  <a:lnTo>
                    <a:pt x="7" y="97"/>
                  </a:lnTo>
                  <a:lnTo>
                    <a:pt x="1" y="80"/>
                  </a:lnTo>
                  <a:lnTo>
                    <a:pt x="0" y="63"/>
                  </a:lnTo>
                  <a:lnTo>
                    <a:pt x="3" y="46"/>
                  </a:lnTo>
                  <a:lnTo>
                    <a:pt x="11" y="30"/>
                  </a:lnTo>
                  <a:lnTo>
                    <a:pt x="24" y="16"/>
                  </a:lnTo>
                  <a:lnTo>
                    <a:pt x="38" y="7"/>
                  </a:lnTo>
                  <a:lnTo>
                    <a:pt x="53" y="1"/>
                  </a:lnTo>
                  <a:lnTo>
                    <a:pt x="70"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4" name="Google Shape;914;p65"/>
            <p:cNvSpPr/>
            <p:nvPr/>
          </p:nvSpPr>
          <p:spPr>
            <a:xfrm>
              <a:off x="2130426" y="2632076"/>
              <a:ext cx="174625" cy="136525"/>
            </a:xfrm>
            <a:custGeom>
              <a:rect b="b" l="l" r="r" t="t"/>
              <a:pathLst>
                <a:path extrusionOk="0" h="603" w="766">
                  <a:moveTo>
                    <a:pt x="61" y="0"/>
                  </a:moveTo>
                  <a:lnTo>
                    <a:pt x="78" y="1"/>
                  </a:lnTo>
                  <a:lnTo>
                    <a:pt x="94" y="6"/>
                  </a:lnTo>
                  <a:lnTo>
                    <a:pt x="109" y="15"/>
                  </a:lnTo>
                  <a:lnTo>
                    <a:pt x="121" y="28"/>
                  </a:lnTo>
                  <a:lnTo>
                    <a:pt x="167" y="89"/>
                  </a:lnTo>
                  <a:lnTo>
                    <a:pt x="217" y="146"/>
                  </a:lnTo>
                  <a:lnTo>
                    <a:pt x="271" y="200"/>
                  </a:lnTo>
                  <a:lnTo>
                    <a:pt x="327" y="251"/>
                  </a:lnTo>
                  <a:lnTo>
                    <a:pt x="387" y="297"/>
                  </a:lnTo>
                  <a:lnTo>
                    <a:pt x="449" y="340"/>
                  </a:lnTo>
                  <a:lnTo>
                    <a:pt x="513" y="380"/>
                  </a:lnTo>
                  <a:lnTo>
                    <a:pt x="581" y="416"/>
                  </a:lnTo>
                  <a:lnTo>
                    <a:pt x="650" y="446"/>
                  </a:lnTo>
                  <a:lnTo>
                    <a:pt x="720" y="473"/>
                  </a:lnTo>
                  <a:lnTo>
                    <a:pt x="736" y="481"/>
                  </a:lnTo>
                  <a:lnTo>
                    <a:pt x="750" y="492"/>
                  </a:lnTo>
                  <a:lnTo>
                    <a:pt x="759" y="506"/>
                  </a:lnTo>
                  <a:lnTo>
                    <a:pt x="765" y="522"/>
                  </a:lnTo>
                  <a:lnTo>
                    <a:pt x="766" y="540"/>
                  </a:lnTo>
                  <a:lnTo>
                    <a:pt x="763" y="557"/>
                  </a:lnTo>
                  <a:lnTo>
                    <a:pt x="755" y="573"/>
                  </a:lnTo>
                  <a:lnTo>
                    <a:pt x="744" y="586"/>
                  </a:lnTo>
                  <a:lnTo>
                    <a:pt x="730" y="595"/>
                  </a:lnTo>
                  <a:lnTo>
                    <a:pt x="715" y="601"/>
                  </a:lnTo>
                  <a:lnTo>
                    <a:pt x="699" y="603"/>
                  </a:lnTo>
                  <a:lnTo>
                    <a:pt x="688" y="602"/>
                  </a:lnTo>
                  <a:lnTo>
                    <a:pt x="677" y="600"/>
                  </a:lnTo>
                  <a:lnTo>
                    <a:pt x="599" y="570"/>
                  </a:lnTo>
                  <a:lnTo>
                    <a:pt x="523" y="536"/>
                  </a:lnTo>
                  <a:lnTo>
                    <a:pt x="448" y="497"/>
                  </a:lnTo>
                  <a:lnTo>
                    <a:pt x="376" y="453"/>
                  </a:lnTo>
                  <a:lnTo>
                    <a:pt x="307" y="404"/>
                  </a:lnTo>
                  <a:lnTo>
                    <a:pt x="241" y="352"/>
                  </a:lnTo>
                  <a:lnTo>
                    <a:pt x="178" y="296"/>
                  </a:lnTo>
                  <a:lnTo>
                    <a:pt x="119" y="236"/>
                  </a:lnTo>
                  <a:lnTo>
                    <a:pt x="63" y="173"/>
                  </a:lnTo>
                  <a:lnTo>
                    <a:pt x="12" y="106"/>
                  </a:lnTo>
                  <a:lnTo>
                    <a:pt x="4" y="90"/>
                  </a:lnTo>
                  <a:lnTo>
                    <a:pt x="0" y="73"/>
                  </a:lnTo>
                  <a:lnTo>
                    <a:pt x="1" y="56"/>
                  </a:lnTo>
                  <a:lnTo>
                    <a:pt x="6" y="40"/>
                  </a:lnTo>
                  <a:lnTo>
                    <a:pt x="15" y="25"/>
                  </a:lnTo>
                  <a:lnTo>
                    <a:pt x="28" y="12"/>
                  </a:lnTo>
                  <a:lnTo>
                    <a:pt x="44" y="4"/>
                  </a:lnTo>
                  <a:lnTo>
                    <a:pt x="61"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5" name="Google Shape;915;p65"/>
            <p:cNvSpPr/>
            <p:nvPr/>
          </p:nvSpPr>
          <p:spPr>
            <a:xfrm>
              <a:off x="2460626" y="2632076"/>
              <a:ext cx="174625" cy="136525"/>
            </a:xfrm>
            <a:custGeom>
              <a:rect b="b" l="l" r="r" t="t"/>
              <a:pathLst>
                <a:path extrusionOk="0" h="603" w="766">
                  <a:moveTo>
                    <a:pt x="705" y="0"/>
                  </a:moveTo>
                  <a:lnTo>
                    <a:pt x="722" y="4"/>
                  </a:lnTo>
                  <a:lnTo>
                    <a:pt x="738" y="12"/>
                  </a:lnTo>
                  <a:lnTo>
                    <a:pt x="751" y="25"/>
                  </a:lnTo>
                  <a:lnTo>
                    <a:pt x="760" y="40"/>
                  </a:lnTo>
                  <a:lnTo>
                    <a:pt x="765" y="56"/>
                  </a:lnTo>
                  <a:lnTo>
                    <a:pt x="766" y="73"/>
                  </a:lnTo>
                  <a:lnTo>
                    <a:pt x="762" y="90"/>
                  </a:lnTo>
                  <a:lnTo>
                    <a:pt x="754" y="106"/>
                  </a:lnTo>
                  <a:lnTo>
                    <a:pt x="702" y="173"/>
                  </a:lnTo>
                  <a:lnTo>
                    <a:pt x="647" y="237"/>
                  </a:lnTo>
                  <a:lnTo>
                    <a:pt x="588" y="297"/>
                  </a:lnTo>
                  <a:lnTo>
                    <a:pt x="526" y="353"/>
                  </a:lnTo>
                  <a:lnTo>
                    <a:pt x="459" y="405"/>
                  </a:lnTo>
                  <a:lnTo>
                    <a:pt x="391" y="453"/>
                  </a:lnTo>
                  <a:lnTo>
                    <a:pt x="320" y="497"/>
                  </a:lnTo>
                  <a:lnTo>
                    <a:pt x="245" y="536"/>
                  </a:lnTo>
                  <a:lnTo>
                    <a:pt x="168" y="570"/>
                  </a:lnTo>
                  <a:lnTo>
                    <a:pt x="89" y="600"/>
                  </a:lnTo>
                  <a:lnTo>
                    <a:pt x="78" y="602"/>
                  </a:lnTo>
                  <a:lnTo>
                    <a:pt x="67" y="603"/>
                  </a:lnTo>
                  <a:lnTo>
                    <a:pt x="51" y="601"/>
                  </a:lnTo>
                  <a:lnTo>
                    <a:pt x="36" y="595"/>
                  </a:lnTo>
                  <a:lnTo>
                    <a:pt x="22" y="586"/>
                  </a:lnTo>
                  <a:lnTo>
                    <a:pt x="11" y="573"/>
                  </a:lnTo>
                  <a:lnTo>
                    <a:pt x="3" y="557"/>
                  </a:lnTo>
                  <a:lnTo>
                    <a:pt x="0" y="540"/>
                  </a:lnTo>
                  <a:lnTo>
                    <a:pt x="1" y="522"/>
                  </a:lnTo>
                  <a:lnTo>
                    <a:pt x="7" y="506"/>
                  </a:lnTo>
                  <a:lnTo>
                    <a:pt x="16" y="492"/>
                  </a:lnTo>
                  <a:lnTo>
                    <a:pt x="30" y="481"/>
                  </a:lnTo>
                  <a:lnTo>
                    <a:pt x="46" y="473"/>
                  </a:lnTo>
                  <a:lnTo>
                    <a:pt x="116" y="446"/>
                  </a:lnTo>
                  <a:lnTo>
                    <a:pt x="185" y="416"/>
                  </a:lnTo>
                  <a:lnTo>
                    <a:pt x="253" y="380"/>
                  </a:lnTo>
                  <a:lnTo>
                    <a:pt x="317" y="340"/>
                  </a:lnTo>
                  <a:lnTo>
                    <a:pt x="379" y="297"/>
                  </a:lnTo>
                  <a:lnTo>
                    <a:pt x="439" y="251"/>
                  </a:lnTo>
                  <a:lnTo>
                    <a:pt x="495" y="200"/>
                  </a:lnTo>
                  <a:lnTo>
                    <a:pt x="549" y="146"/>
                  </a:lnTo>
                  <a:lnTo>
                    <a:pt x="599" y="89"/>
                  </a:lnTo>
                  <a:lnTo>
                    <a:pt x="645" y="28"/>
                  </a:lnTo>
                  <a:lnTo>
                    <a:pt x="657" y="15"/>
                  </a:lnTo>
                  <a:lnTo>
                    <a:pt x="672" y="6"/>
                  </a:lnTo>
                  <a:lnTo>
                    <a:pt x="688" y="1"/>
                  </a:lnTo>
                  <a:lnTo>
                    <a:pt x="705"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16" name="Google Shape;916;p65"/>
          <p:cNvGrpSpPr/>
          <p:nvPr/>
        </p:nvGrpSpPr>
        <p:grpSpPr>
          <a:xfrm>
            <a:off x="5357420" y="3035058"/>
            <a:ext cx="344768" cy="346938"/>
            <a:chOff x="4513263" y="2109788"/>
            <a:chExt cx="757234" cy="761998"/>
          </a:xfrm>
        </p:grpSpPr>
        <p:sp>
          <p:nvSpPr>
            <p:cNvPr id="917" name="Google Shape;917;p65"/>
            <p:cNvSpPr/>
            <p:nvPr/>
          </p:nvSpPr>
          <p:spPr>
            <a:xfrm>
              <a:off x="4513263" y="2109788"/>
              <a:ext cx="757234" cy="761998"/>
            </a:xfrm>
            <a:custGeom>
              <a:rect b="b" l="l" r="r" t="t"/>
              <a:pathLst>
                <a:path extrusionOk="0" h="3360" w="3338">
                  <a:moveTo>
                    <a:pt x="1091" y="2064"/>
                  </a:moveTo>
                  <a:lnTo>
                    <a:pt x="176" y="2980"/>
                  </a:lnTo>
                  <a:lnTo>
                    <a:pt x="159" y="3001"/>
                  </a:lnTo>
                  <a:lnTo>
                    <a:pt x="147" y="3022"/>
                  </a:lnTo>
                  <a:lnTo>
                    <a:pt x="138" y="3045"/>
                  </a:lnTo>
                  <a:lnTo>
                    <a:pt x="134" y="3070"/>
                  </a:lnTo>
                  <a:lnTo>
                    <a:pt x="134" y="3094"/>
                  </a:lnTo>
                  <a:lnTo>
                    <a:pt x="138" y="3119"/>
                  </a:lnTo>
                  <a:lnTo>
                    <a:pt x="147" y="3142"/>
                  </a:lnTo>
                  <a:lnTo>
                    <a:pt x="159" y="3165"/>
                  </a:lnTo>
                  <a:lnTo>
                    <a:pt x="176" y="3184"/>
                  </a:lnTo>
                  <a:lnTo>
                    <a:pt x="196" y="3201"/>
                  </a:lnTo>
                  <a:lnTo>
                    <a:pt x="217" y="3213"/>
                  </a:lnTo>
                  <a:lnTo>
                    <a:pt x="241" y="3222"/>
                  </a:lnTo>
                  <a:lnTo>
                    <a:pt x="265" y="3226"/>
                  </a:lnTo>
                  <a:lnTo>
                    <a:pt x="289" y="3226"/>
                  </a:lnTo>
                  <a:lnTo>
                    <a:pt x="314" y="3222"/>
                  </a:lnTo>
                  <a:lnTo>
                    <a:pt x="337" y="3213"/>
                  </a:lnTo>
                  <a:lnTo>
                    <a:pt x="360" y="3201"/>
                  </a:lnTo>
                  <a:lnTo>
                    <a:pt x="379" y="3184"/>
                  </a:lnTo>
                  <a:lnTo>
                    <a:pt x="1293" y="2267"/>
                  </a:lnTo>
                  <a:lnTo>
                    <a:pt x="1091" y="2064"/>
                  </a:lnTo>
                  <a:close/>
                  <a:moveTo>
                    <a:pt x="2256" y="133"/>
                  </a:moveTo>
                  <a:lnTo>
                    <a:pt x="2179" y="137"/>
                  </a:lnTo>
                  <a:lnTo>
                    <a:pt x="2103" y="147"/>
                  </a:lnTo>
                  <a:lnTo>
                    <a:pt x="2029" y="162"/>
                  </a:lnTo>
                  <a:lnTo>
                    <a:pt x="1957" y="182"/>
                  </a:lnTo>
                  <a:lnTo>
                    <a:pt x="1888" y="209"/>
                  </a:lnTo>
                  <a:lnTo>
                    <a:pt x="1821" y="240"/>
                  </a:lnTo>
                  <a:lnTo>
                    <a:pt x="1757" y="276"/>
                  </a:lnTo>
                  <a:lnTo>
                    <a:pt x="1697" y="318"/>
                  </a:lnTo>
                  <a:lnTo>
                    <a:pt x="1641" y="362"/>
                  </a:lnTo>
                  <a:lnTo>
                    <a:pt x="1587" y="412"/>
                  </a:lnTo>
                  <a:lnTo>
                    <a:pt x="1537" y="466"/>
                  </a:lnTo>
                  <a:lnTo>
                    <a:pt x="1492" y="523"/>
                  </a:lnTo>
                  <a:lnTo>
                    <a:pt x="1451" y="583"/>
                  </a:lnTo>
                  <a:lnTo>
                    <a:pt x="1415" y="648"/>
                  </a:lnTo>
                  <a:lnTo>
                    <a:pt x="1384" y="715"/>
                  </a:lnTo>
                  <a:lnTo>
                    <a:pt x="1357" y="784"/>
                  </a:lnTo>
                  <a:lnTo>
                    <a:pt x="1337" y="855"/>
                  </a:lnTo>
                  <a:lnTo>
                    <a:pt x="1322" y="930"/>
                  </a:lnTo>
                  <a:lnTo>
                    <a:pt x="1312" y="1006"/>
                  </a:lnTo>
                  <a:lnTo>
                    <a:pt x="1308" y="1083"/>
                  </a:lnTo>
                  <a:lnTo>
                    <a:pt x="1312" y="1162"/>
                  </a:lnTo>
                  <a:lnTo>
                    <a:pt x="1322" y="1237"/>
                  </a:lnTo>
                  <a:lnTo>
                    <a:pt x="1337" y="1311"/>
                  </a:lnTo>
                  <a:lnTo>
                    <a:pt x="1357" y="1384"/>
                  </a:lnTo>
                  <a:lnTo>
                    <a:pt x="1384" y="1453"/>
                  </a:lnTo>
                  <a:lnTo>
                    <a:pt x="1415" y="1520"/>
                  </a:lnTo>
                  <a:lnTo>
                    <a:pt x="1451" y="1583"/>
                  </a:lnTo>
                  <a:lnTo>
                    <a:pt x="1492" y="1644"/>
                  </a:lnTo>
                  <a:lnTo>
                    <a:pt x="1537" y="1701"/>
                  </a:lnTo>
                  <a:lnTo>
                    <a:pt x="1587" y="1755"/>
                  </a:lnTo>
                  <a:lnTo>
                    <a:pt x="1641" y="1804"/>
                  </a:lnTo>
                  <a:lnTo>
                    <a:pt x="1697" y="1850"/>
                  </a:lnTo>
                  <a:lnTo>
                    <a:pt x="1757" y="1891"/>
                  </a:lnTo>
                  <a:lnTo>
                    <a:pt x="1821" y="1927"/>
                  </a:lnTo>
                  <a:lnTo>
                    <a:pt x="1888" y="1959"/>
                  </a:lnTo>
                  <a:lnTo>
                    <a:pt x="1957" y="1984"/>
                  </a:lnTo>
                  <a:lnTo>
                    <a:pt x="2029" y="2006"/>
                  </a:lnTo>
                  <a:lnTo>
                    <a:pt x="2103" y="2021"/>
                  </a:lnTo>
                  <a:lnTo>
                    <a:pt x="2179" y="2030"/>
                  </a:lnTo>
                  <a:lnTo>
                    <a:pt x="2256" y="2033"/>
                  </a:lnTo>
                  <a:lnTo>
                    <a:pt x="2334" y="2030"/>
                  </a:lnTo>
                  <a:lnTo>
                    <a:pt x="2410" y="2021"/>
                  </a:lnTo>
                  <a:lnTo>
                    <a:pt x="2484" y="2006"/>
                  </a:lnTo>
                  <a:lnTo>
                    <a:pt x="2556" y="1984"/>
                  </a:lnTo>
                  <a:lnTo>
                    <a:pt x="2625" y="1959"/>
                  </a:lnTo>
                  <a:lnTo>
                    <a:pt x="2692" y="1927"/>
                  </a:lnTo>
                  <a:lnTo>
                    <a:pt x="2755" y="1891"/>
                  </a:lnTo>
                  <a:lnTo>
                    <a:pt x="2816" y="1850"/>
                  </a:lnTo>
                  <a:lnTo>
                    <a:pt x="2873" y="1804"/>
                  </a:lnTo>
                  <a:lnTo>
                    <a:pt x="2927" y="1755"/>
                  </a:lnTo>
                  <a:lnTo>
                    <a:pt x="2975" y="1701"/>
                  </a:lnTo>
                  <a:lnTo>
                    <a:pt x="3021" y="1644"/>
                  </a:lnTo>
                  <a:lnTo>
                    <a:pt x="3062" y="1583"/>
                  </a:lnTo>
                  <a:lnTo>
                    <a:pt x="3098" y="1520"/>
                  </a:lnTo>
                  <a:lnTo>
                    <a:pt x="3130" y="1453"/>
                  </a:lnTo>
                  <a:lnTo>
                    <a:pt x="3155" y="1384"/>
                  </a:lnTo>
                  <a:lnTo>
                    <a:pt x="3176" y="1311"/>
                  </a:lnTo>
                  <a:lnTo>
                    <a:pt x="3192" y="1237"/>
                  </a:lnTo>
                  <a:lnTo>
                    <a:pt x="3201" y="1162"/>
                  </a:lnTo>
                  <a:lnTo>
                    <a:pt x="3204" y="1083"/>
                  </a:lnTo>
                  <a:lnTo>
                    <a:pt x="3201" y="1006"/>
                  </a:lnTo>
                  <a:lnTo>
                    <a:pt x="3192" y="930"/>
                  </a:lnTo>
                  <a:lnTo>
                    <a:pt x="3176" y="855"/>
                  </a:lnTo>
                  <a:lnTo>
                    <a:pt x="3155" y="784"/>
                  </a:lnTo>
                  <a:lnTo>
                    <a:pt x="3130" y="715"/>
                  </a:lnTo>
                  <a:lnTo>
                    <a:pt x="3098" y="648"/>
                  </a:lnTo>
                  <a:lnTo>
                    <a:pt x="3062" y="583"/>
                  </a:lnTo>
                  <a:lnTo>
                    <a:pt x="3021" y="523"/>
                  </a:lnTo>
                  <a:lnTo>
                    <a:pt x="2975" y="466"/>
                  </a:lnTo>
                  <a:lnTo>
                    <a:pt x="2927" y="412"/>
                  </a:lnTo>
                  <a:lnTo>
                    <a:pt x="2873" y="362"/>
                  </a:lnTo>
                  <a:lnTo>
                    <a:pt x="2816" y="318"/>
                  </a:lnTo>
                  <a:lnTo>
                    <a:pt x="2755" y="276"/>
                  </a:lnTo>
                  <a:lnTo>
                    <a:pt x="2692" y="240"/>
                  </a:lnTo>
                  <a:lnTo>
                    <a:pt x="2625" y="209"/>
                  </a:lnTo>
                  <a:lnTo>
                    <a:pt x="2556" y="182"/>
                  </a:lnTo>
                  <a:lnTo>
                    <a:pt x="2484" y="162"/>
                  </a:lnTo>
                  <a:lnTo>
                    <a:pt x="2410" y="147"/>
                  </a:lnTo>
                  <a:lnTo>
                    <a:pt x="2334" y="137"/>
                  </a:lnTo>
                  <a:lnTo>
                    <a:pt x="2256" y="133"/>
                  </a:lnTo>
                  <a:close/>
                  <a:moveTo>
                    <a:pt x="2256" y="0"/>
                  </a:moveTo>
                  <a:lnTo>
                    <a:pt x="2340" y="3"/>
                  </a:lnTo>
                  <a:lnTo>
                    <a:pt x="2424" y="13"/>
                  </a:lnTo>
                  <a:lnTo>
                    <a:pt x="2504" y="29"/>
                  </a:lnTo>
                  <a:lnTo>
                    <a:pt x="2582" y="50"/>
                  </a:lnTo>
                  <a:lnTo>
                    <a:pt x="2658" y="77"/>
                  </a:lnTo>
                  <a:lnTo>
                    <a:pt x="2732" y="110"/>
                  </a:lnTo>
                  <a:lnTo>
                    <a:pt x="2802" y="149"/>
                  </a:lnTo>
                  <a:lnTo>
                    <a:pt x="2869" y="191"/>
                  </a:lnTo>
                  <a:lnTo>
                    <a:pt x="2933" y="238"/>
                  </a:lnTo>
                  <a:lnTo>
                    <a:pt x="2992" y="290"/>
                  </a:lnTo>
                  <a:lnTo>
                    <a:pt x="3048" y="346"/>
                  </a:lnTo>
                  <a:lnTo>
                    <a:pt x="3099" y="406"/>
                  </a:lnTo>
                  <a:lnTo>
                    <a:pt x="3147" y="470"/>
                  </a:lnTo>
                  <a:lnTo>
                    <a:pt x="3190" y="538"/>
                  </a:lnTo>
                  <a:lnTo>
                    <a:pt x="3227" y="608"/>
                  </a:lnTo>
                  <a:lnTo>
                    <a:pt x="3260" y="681"/>
                  </a:lnTo>
                  <a:lnTo>
                    <a:pt x="3287" y="757"/>
                  </a:lnTo>
                  <a:lnTo>
                    <a:pt x="3309" y="836"/>
                  </a:lnTo>
                  <a:lnTo>
                    <a:pt x="3325" y="916"/>
                  </a:lnTo>
                  <a:lnTo>
                    <a:pt x="3334" y="999"/>
                  </a:lnTo>
                  <a:lnTo>
                    <a:pt x="3338" y="1083"/>
                  </a:lnTo>
                  <a:lnTo>
                    <a:pt x="3334" y="1168"/>
                  </a:lnTo>
                  <a:lnTo>
                    <a:pt x="3325" y="1251"/>
                  </a:lnTo>
                  <a:lnTo>
                    <a:pt x="3309" y="1332"/>
                  </a:lnTo>
                  <a:lnTo>
                    <a:pt x="3287" y="1410"/>
                  </a:lnTo>
                  <a:lnTo>
                    <a:pt x="3260" y="1487"/>
                  </a:lnTo>
                  <a:lnTo>
                    <a:pt x="3227" y="1560"/>
                  </a:lnTo>
                  <a:lnTo>
                    <a:pt x="3190" y="1630"/>
                  </a:lnTo>
                  <a:lnTo>
                    <a:pt x="3147" y="1697"/>
                  </a:lnTo>
                  <a:lnTo>
                    <a:pt x="3099" y="1761"/>
                  </a:lnTo>
                  <a:lnTo>
                    <a:pt x="3048" y="1821"/>
                  </a:lnTo>
                  <a:lnTo>
                    <a:pt x="2992" y="1878"/>
                  </a:lnTo>
                  <a:lnTo>
                    <a:pt x="2933" y="1928"/>
                  </a:lnTo>
                  <a:lnTo>
                    <a:pt x="2869" y="1976"/>
                  </a:lnTo>
                  <a:lnTo>
                    <a:pt x="2802" y="2019"/>
                  </a:lnTo>
                  <a:lnTo>
                    <a:pt x="2732" y="2057"/>
                  </a:lnTo>
                  <a:lnTo>
                    <a:pt x="2658" y="2089"/>
                  </a:lnTo>
                  <a:lnTo>
                    <a:pt x="2582" y="2117"/>
                  </a:lnTo>
                  <a:lnTo>
                    <a:pt x="2504" y="2138"/>
                  </a:lnTo>
                  <a:lnTo>
                    <a:pt x="2424" y="2154"/>
                  </a:lnTo>
                  <a:lnTo>
                    <a:pt x="2340" y="2164"/>
                  </a:lnTo>
                  <a:lnTo>
                    <a:pt x="2256" y="2168"/>
                  </a:lnTo>
                  <a:lnTo>
                    <a:pt x="2176" y="2165"/>
                  </a:lnTo>
                  <a:lnTo>
                    <a:pt x="2097" y="2155"/>
                  </a:lnTo>
                  <a:lnTo>
                    <a:pt x="2019" y="2141"/>
                  </a:lnTo>
                  <a:lnTo>
                    <a:pt x="1943" y="2121"/>
                  </a:lnTo>
                  <a:lnTo>
                    <a:pt x="1870" y="2096"/>
                  </a:lnTo>
                  <a:lnTo>
                    <a:pt x="1800" y="2066"/>
                  </a:lnTo>
                  <a:lnTo>
                    <a:pt x="1732" y="2031"/>
                  </a:lnTo>
                  <a:lnTo>
                    <a:pt x="1667" y="1992"/>
                  </a:lnTo>
                  <a:lnTo>
                    <a:pt x="1605" y="1948"/>
                  </a:lnTo>
                  <a:lnTo>
                    <a:pt x="1546" y="1900"/>
                  </a:lnTo>
                  <a:lnTo>
                    <a:pt x="1331" y="2116"/>
                  </a:lnTo>
                  <a:lnTo>
                    <a:pt x="1435" y="2220"/>
                  </a:lnTo>
                  <a:lnTo>
                    <a:pt x="1447" y="2234"/>
                  </a:lnTo>
                  <a:lnTo>
                    <a:pt x="1453" y="2250"/>
                  </a:lnTo>
                  <a:lnTo>
                    <a:pt x="1455" y="2267"/>
                  </a:lnTo>
                  <a:lnTo>
                    <a:pt x="1453" y="2285"/>
                  </a:lnTo>
                  <a:lnTo>
                    <a:pt x="1447" y="2300"/>
                  </a:lnTo>
                  <a:lnTo>
                    <a:pt x="1435" y="2314"/>
                  </a:lnTo>
                  <a:lnTo>
                    <a:pt x="473" y="3279"/>
                  </a:lnTo>
                  <a:lnTo>
                    <a:pt x="445" y="3304"/>
                  </a:lnTo>
                  <a:lnTo>
                    <a:pt x="414" y="3324"/>
                  </a:lnTo>
                  <a:lnTo>
                    <a:pt x="382" y="3340"/>
                  </a:lnTo>
                  <a:lnTo>
                    <a:pt x="347" y="3351"/>
                  </a:lnTo>
                  <a:lnTo>
                    <a:pt x="313" y="3358"/>
                  </a:lnTo>
                  <a:lnTo>
                    <a:pt x="277" y="3360"/>
                  </a:lnTo>
                  <a:lnTo>
                    <a:pt x="242" y="3358"/>
                  </a:lnTo>
                  <a:lnTo>
                    <a:pt x="207" y="3351"/>
                  </a:lnTo>
                  <a:lnTo>
                    <a:pt x="173" y="3340"/>
                  </a:lnTo>
                  <a:lnTo>
                    <a:pt x="140" y="3324"/>
                  </a:lnTo>
                  <a:lnTo>
                    <a:pt x="110" y="3304"/>
                  </a:lnTo>
                  <a:lnTo>
                    <a:pt x="81" y="3279"/>
                  </a:lnTo>
                  <a:lnTo>
                    <a:pt x="57" y="3250"/>
                  </a:lnTo>
                  <a:lnTo>
                    <a:pt x="37" y="3219"/>
                  </a:lnTo>
                  <a:lnTo>
                    <a:pt x="20" y="3187"/>
                  </a:lnTo>
                  <a:lnTo>
                    <a:pt x="9" y="3153"/>
                  </a:lnTo>
                  <a:lnTo>
                    <a:pt x="3" y="3118"/>
                  </a:lnTo>
                  <a:lnTo>
                    <a:pt x="0" y="3082"/>
                  </a:lnTo>
                  <a:lnTo>
                    <a:pt x="3" y="3046"/>
                  </a:lnTo>
                  <a:lnTo>
                    <a:pt x="9" y="3012"/>
                  </a:lnTo>
                  <a:lnTo>
                    <a:pt x="20" y="2978"/>
                  </a:lnTo>
                  <a:lnTo>
                    <a:pt x="37" y="2946"/>
                  </a:lnTo>
                  <a:lnTo>
                    <a:pt x="57" y="2914"/>
                  </a:lnTo>
                  <a:lnTo>
                    <a:pt x="81" y="2886"/>
                  </a:lnTo>
                  <a:lnTo>
                    <a:pt x="1043" y="1922"/>
                  </a:lnTo>
                  <a:lnTo>
                    <a:pt x="1057" y="1911"/>
                  </a:lnTo>
                  <a:lnTo>
                    <a:pt x="1074" y="1904"/>
                  </a:lnTo>
                  <a:lnTo>
                    <a:pt x="1091" y="1902"/>
                  </a:lnTo>
                  <a:lnTo>
                    <a:pt x="1107" y="1904"/>
                  </a:lnTo>
                  <a:lnTo>
                    <a:pt x="1123" y="1911"/>
                  </a:lnTo>
                  <a:lnTo>
                    <a:pt x="1138" y="1922"/>
                  </a:lnTo>
                  <a:lnTo>
                    <a:pt x="1236" y="2021"/>
                  </a:lnTo>
                  <a:lnTo>
                    <a:pt x="1451" y="1805"/>
                  </a:lnTo>
                  <a:lnTo>
                    <a:pt x="1402" y="1746"/>
                  </a:lnTo>
                  <a:lnTo>
                    <a:pt x="1356" y="1683"/>
                  </a:lnTo>
                  <a:lnTo>
                    <a:pt x="1315" y="1618"/>
                  </a:lnTo>
                  <a:lnTo>
                    <a:pt x="1280" y="1549"/>
                  </a:lnTo>
                  <a:lnTo>
                    <a:pt x="1248" y="1476"/>
                  </a:lnTo>
                  <a:lnTo>
                    <a:pt x="1223" y="1402"/>
                  </a:lnTo>
                  <a:lnTo>
                    <a:pt x="1203" y="1326"/>
                  </a:lnTo>
                  <a:lnTo>
                    <a:pt x="1187" y="1246"/>
                  </a:lnTo>
                  <a:lnTo>
                    <a:pt x="1178" y="1166"/>
                  </a:lnTo>
                  <a:lnTo>
                    <a:pt x="1175" y="1083"/>
                  </a:lnTo>
                  <a:lnTo>
                    <a:pt x="1178" y="999"/>
                  </a:lnTo>
                  <a:lnTo>
                    <a:pt x="1188" y="916"/>
                  </a:lnTo>
                  <a:lnTo>
                    <a:pt x="1204" y="836"/>
                  </a:lnTo>
                  <a:lnTo>
                    <a:pt x="1225" y="757"/>
                  </a:lnTo>
                  <a:lnTo>
                    <a:pt x="1252" y="681"/>
                  </a:lnTo>
                  <a:lnTo>
                    <a:pt x="1285" y="608"/>
                  </a:lnTo>
                  <a:lnTo>
                    <a:pt x="1324" y="538"/>
                  </a:lnTo>
                  <a:lnTo>
                    <a:pt x="1366" y="470"/>
                  </a:lnTo>
                  <a:lnTo>
                    <a:pt x="1413" y="406"/>
                  </a:lnTo>
                  <a:lnTo>
                    <a:pt x="1465" y="346"/>
                  </a:lnTo>
                  <a:lnTo>
                    <a:pt x="1521" y="290"/>
                  </a:lnTo>
                  <a:lnTo>
                    <a:pt x="1581" y="238"/>
                  </a:lnTo>
                  <a:lnTo>
                    <a:pt x="1645" y="191"/>
                  </a:lnTo>
                  <a:lnTo>
                    <a:pt x="1712" y="149"/>
                  </a:lnTo>
                  <a:lnTo>
                    <a:pt x="1782" y="110"/>
                  </a:lnTo>
                  <a:lnTo>
                    <a:pt x="1855" y="77"/>
                  </a:lnTo>
                  <a:lnTo>
                    <a:pt x="1930" y="50"/>
                  </a:lnTo>
                  <a:lnTo>
                    <a:pt x="2009" y="29"/>
                  </a:lnTo>
                  <a:lnTo>
                    <a:pt x="2090" y="13"/>
                  </a:lnTo>
                  <a:lnTo>
                    <a:pt x="2172" y="3"/>
                  </a:lnTo>
                  <a:lnTo>
                    <a:pt x="2256"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8" name="Google Shape;918;p65"/>
            <p:cNvSpPr/>
            <p:nvPr/>
          </p:nvSpPr>
          <p:spPr>
            <a:xfrm>
              <a:off x="5089525" y="2312988"/>
              <a:ext cx="33337" cy="34925"/>
            </a:xfrm>
            <a:custGeom>
              <a:rect b="b" l="l" r="r" t="t"/>
              <a:pathLst>
                <a:path extrusionOk="0" h="155" w="143">
                  <a:moveTo>
                    <a:pt x="71" y="0"/>
                  </a:moveTo>
                  <a:lnTo>
                    <a:pt x="88" y="1"/>
                  </a:lnTo>
                  <a:lnTo>
                    <a:pt x="105" y="6"/>
                  </a:lnTo>
                  <a:lnTo>
                    <a:pt x="120" y="16"/>
                  </a:lnTo>
                  <a:lnTo>
                    <a:pt x="132" y="29"/>
                  </a:lnTo>
                  <a:lnTo>
                    <a:pt x="140" y="44"/>
                  </a:lnTo>
                  <a:lnTo>
                    <a:pt x="143" y="61"/>
                  </a:lnTo>
                  <a:lnTo>
                    <a:pt x="143" y="78"/>
                  </a:lnTo>
                  <a:lnTo>
                    <a:pt x="137" y="96"/>
                  </a:lnTo>
                  <a:lnTo>
                    <a:pt x="127" y="117"/>
                  </a:lnTo>
                  <a:lnTo>
                    <a:pt x="118" y="130"/>
                  </a:lnTo>
                  <a:lnTo>
                    <a:pt x="108" y="141"/>
                  </a:lnTo>
                  <a:lnTo>
                    <a:pt x="95" y="149"/>
                  </a:lnTo>
                  <a:lnTo>
                    <a:pt x="81" y="154"/>
                  </a:lnTo>
                  <a:lnTo>
                    <a:pt x="67" y="155"/>
                  </a:lnTo>
                  <a:lnTo>
                    <a:pt x="52" y="154"/>
                  </a:lnTo>
                  <a:lnTo>
                    <a:pt x="38" y="149"/>
                  </a:lnTo>
                  <a:lnTo>
                    <a:pt x="23" y="138"/>
                  </a:lnTo>
                  <a:lnTo>
                    <a:pt x="12" y="126"/>
                  </a:lnTo>
                  <a:lnTo>
                    <a:pt x="4" y="111"/>
                  </a:lnTo>
                  <a:lnTo>
                    <a:pt x="0" y="94"/>
                  </a:lnTo>
                  <a:lnTo>
                    <a:pt x="1" y="76"/>
                  </a:lnTo>
                  <a:lnTo>
                    <a:pt x="6" y="59"/>
                  </a:lnTo>
                  <a:lnTo>
                    <a:pt x="16" y="39"/>
                  </a:lnTo>
                  <a:lnTo>
                    <a:pt x="26" y="23"/>
                  </a:lnTo>
                  <a:lnTo>
                    <a:pt x="39" y="11"/>
                  </a:lnTo>
                  <a:lnTo>
                    <a:pt x="53" y="4"/>
                  </a:lnTo>
                  <a:lnTo>
                    <a:pt x="71"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19" name="Google Shape;919;p65"/>
            <p:cNvSpPr/>
            <p:nvPr/>
          </p:nvSpPr>
          <p:spPr>
            <a:xfrm>
              <a:off x="4845050" y="2268538"/>
              <a:ext cx="255586" cy="242888"/>
            </a:xfrm>
            <a:custGeom>
              <a:rect b="b" l="l" r="r" t="t"/>
              <a:pathLst>
                <a:path extrusionOk="0" h="1066" w="1130">
                  <a:moveTo>
                    <a:pt x="873" y="806"/>
                  </a:moveTo>
                  <a:lnTo>
                    <a:pt x="857" y="809"/>
                  </a:lnTo>
                  <a:lnTo>
                    <a:pt x="842" y="815"/>
                  </a:lnTo>
                  <a:lnTo>
                    <a:pt x="830" y="824"/>
                  </a:lnTo>
                  <a:lnTo>
                    <a:pt x="820" y="837"/>
                  </a:lnTo>
                  <a:lnTo>
                    <a:pt x="813" y="852"/>
                  </a:lnTo>
                  <a:lnTo>
                    <a:pt x="811" y="869"/>
                  </a:lnTo>
                  <a:lnTo>
                    <a:pt x="813" y="885"/>
                  </a:lnTo>
                  <a:lnTo>
                    <a:pt x="820" y="901"/>
                  </a:lnTo>
                  <a:lnTo>
                    <a:pt x="830" y="913"/>
                  </a:lnTo>
                  <a:lnTo>
                    <a:pt x="842" y="923"/>
                  </a:lnTo>
                  <a:lnTo>
                    <a:pt x="857" y="929"/>
                  </a:lnTo>
                  <a:lnTo>
                    <a:pt x="873" y="931"/>
                  </a:lnTo>
                  <a:lnTo>
                    <a:pt x="890" y="929"/>
                  </a:lnTo>
                  <a:lnTo>
                    <a:pt x="905" y="923"/>
                  </a:lnTo>
                  <a:lnTo>
                    <a:pt x="917" y="913"/>
                  </a:lnTo>
                  <a:lnTo>
                    <a:pt x="927" y="901"/>
                  </a:lnTo>
                  <a:lnTo>
                    <a:pt x="933" y="885"/>
                  </a:lnTo>
                  <a:lnTo>
                    <a:pt x="935" y="869"/>
                  </a:lnTo>
                  <a:lnTo>
                    <a:pt x="933" y="852"/>
                  </a:lnTo>
                  <a:lnTo>
                    <a:pt x="927" y="837"/>
                  </a:lnTo>
                  <a:lnTo>
                    <a:pt x="917" y="824"/>
                  </a:lnTo>
                  <a:lnTo>
                    <a:pt x="905" y="815"/>
                  </a:lnTo>
                  <a:lnTo>
                    <a:pt x="890" y="809"/>
                  </a:lnTo>
                  <a:lnTo>
                    <a:pt x="873" y="806"/>
                  </a:lnTo>
                  <a:close/>
                  <a:moveTo>
                    <a:pt x="196" y="541"/>
                  </a:moveTo>
                  <a:lnTo>
                    <a:pt x="180" y="543"/>
                  </a:lnTo>
                  <a:lnTo>
                    <a:pt x="164" y="549"/>
                  </a:lnTo>
                  <a:lnTo>
                    <a:pt x="152" y="560"/>
                  </a:lnTo>
                  <a:lnTo>
                    <a:pt x="142" y="572"/>
                  </a:lnTo>
                  <a:lnTo>
                    <a:pt x="136" y="587"/>
                  </a:lnTo>
                  <a:lnTo>
                    <a:pt x="134" y="603"/>
                  </a:lnTo>
                  <a:lnTo>
                    <a:pt x="136" y="621"/>
                  </a:lnTo>
                  <a:lnTo>
                    <a:pt x="142" y="635"/>
                  </a:lnTo>
                  <a:lnTo>
                    <a:pt x="152" y="648"/>
                  </a:lnTo>
                  <a:lnTo>
                    <a:pt x="164" y="657"/>
                  </a:lnTo>
                  <a:lnTo>
                    <a:pt x="180" y="663"/>
                  </a:lnTo>
                  <a:lnTo>
                    <a:pt x="196" y="666"/>
                  </a:lnTo>
                  <a:lnTo>
                    <a:pt x="212" y="663"/>
                  </a:lnTo>
                  <a:lnTo>
                    <a:pt x="227" y="657"/>
                  </a:lnTo>
                  <a:lnTo>
                    <a:pt x="239" y="648"/>
                  </a:lnTo>
                  <a:lnTo>
                    <a:pt x="250" y="635"/>
                  </a:lnTo>
                  <a:lnTo>
                    <a:pt x="256" y="621"/>
                  </a:lnTo>
                  <a:lnTo>
                    <a:pt x="258" y="603"/>
                  </a:lnTo>
                  <a:lnTo>
                    <a:pt x="256" y="587"/>
                  </a:lnTo>
                  <a:lnTo>
                    <a:pt x="250" y="572"/>
                  </a:lnTo>
                  <a:lnTo>
                    <a:pt x="239" y="560"/>
                  </a:lnTo>
                  <a:lnTo>
                    <a:pt x="227" y="549"/>
                  </a:lnTo>
                  <a:lnTo>
                    <a:pt x="212" y="543"/>
                  </a:lnTo>
                  <a:lnTo>
                    <a:pt x="196" y="541"/>
                  </a:lnTo>
                  <a:close/>
                  <a:moveTo>
                    <a:pt x="479" y="134"/>
                  </a:moveTo>
                  <a:lnTo>
                    <a:pt x="463" y="136"/>
                  </a:lnTo>
                  <a:lnTo>
                    <a:pt x="449" y="142"/>
                  </a:lnTo>
                  <a:lnTo>
                    <a:pt x="436" y="152"/>
                  </a:lnTo>
                  <a:lnTo>
                    <a:pt x="426" y="164"/>
                  </a:lnTo>
                  <a:lnTo>
                    <a:pt x="419" y="180"/>
                  </a:lnTo>
                  <a:lnTo>
                    <a:pt x="417" y="196"/>
                  </a:lnTo>
                  <a:lnTo>
                    <a:pt x="419" y="212"/>
                  </a:lnTo>
                  <a:lnTo>
                    <a:pt x="426" y="228"/>
                  </a:lnTo>
                  <a:lnTo>
                    <a:pt x="436" y="240"/>
                  </a:lnTo>
                  <a:lnTo>
                    <a:pt x="449" y="250"/>
                  </a:lnTo>
                  <a:lnTo>
                    <a:pt x="463" y="256"/>
                  </a:lnTo>
                  <a:lnTo>
                    <a:pt x="479" y="258"/>
                  </a:lnTo>
                  <a:lnTo>
                    <a:pt x="496" y="256"/>
                  </a:lnTo>
                  <a:lnTo>
                    <a:pt x="511" y="250"/>
                  </a:lnTo>
                  <a:lnTo>
                    <a:pt x="524" y="240"/>
                  </a:lnTo>
                  <a:lnTo>
                    <a:pt x="533" y="228"/>
                  </a:lnTo>
                  <a:lnTo>
                    <a:pt x="540" y="212"/>
                  </a:lnTo>
                  <a:lnTo>
                    <a:pt x="542" y="196"/>
                  </a:lnTo>
                  <a:lnTo>
                    <a:pt x="540" y="180"/>
                  </a:lnTo>
                  <a:lnTo>
                    <a:pt x="533" y="164"/>
                  </a:lnTo>
                  <a:lnTo>
                    <a:pt x="524" y="152"/>
                  </a:lnTo>
                  <a:lnTo>
                    <a:pt x="511" y="142"/>
                  </a:lnTo>
                  <a:lnTo>
                    <a:pt x="496" y="136"/>
                  </a:lnTo>
                  <a:lnTo>
                    <a:pt x="479" y="134"/>
                  </a:lnTo>
                  <a:close/>
                  <a:moveTo>
                    <a:pt x="479" y="0"/>
                  </a:moveTo>
                  <a:lnTo>
                    <a:pt x="515" y="3"/>
                  </a:lnTo>
                  <a:lnTo>
                    <a:pt x="548" y="12"/>
                  </a:lnTo>
                  <a:lnTo>
                    <a:pt x="579" y="27"/>
                  </a:lnTo>
                  <a:lnTo>
                    <a:pt x="606" y="46"/>
                  </a:lnTo>
                  <a:lnTo>
                    <a:pt x="630" y="70"/>
                  </a:lnTo>
                  <a:lnTo>
                    <a:pt x="649" y="97"/>
                  </a:lnTo>
                  <a:lnTo>
                    <a:pt x="663" y="128"/>
                  </a:lnTo>
                  <a:lnTo>
                    <a:pt x="672" y="160"/>
                  </a:lnTo>
                  <a:lnTo>
                    <a:pt x="675" y="196"/>
                  </a:lnTo>
                  <a:lnTo>
                    <a:pt x="672" y="231"/>
                  </a:lnTo>
                  <a:lnTo>
                    <a:pt x="664" y="262"/>
                  </a:lnTo>
                  <a:lnTo>
                    <a:pt x="650" y="293"/>
                  </a:lnTo>
                  <a:lnTo>
                    <a:pt x="632" y="319"/>
                  </a:lnTo>
                  <a:lnTo>
                    <a:pt x="839" y="676"/>
                  </a:lnTo>
                  <a:lnTo>
                    <a:pt x="856" y="674"/>
                  </a:lnTo>
                  <a:lnTo>
                    <a:pt x="873" y="673"/>
                  </a:lnTo>
                  <a:lnTo>
                    <a:pt x="892" y="674"/>
                  </a:lnTo>
                  <a:lnTo>
                    <a:pt x="1003" y="434"/>
                  </a:lnTo>
                  <a:lnTo>
                    <a:pt x="1014" y="419"/>
                  </a:lnTo>
                  <a:lnTo>
                    <a:pt x="1027" y="408"/>
                  </a:lnTo>
                  <a:lnTo>
                    <a:pt x="1042" y="400"/>
                  </a:lnTo>
                  <a:lnTo>
                    <a:pt x="1058" y="396"/>
                  </a:lnTo>
                  <a:lnTo>
                    <a:pt x="1076" y="397"/>
                  </a:lnTo>
                  <a:lnTo>
                    <a:pt x="1093" y="402"/>
                  </a:lnTo>
                  <a:lnTo>
                    <a:pt x="1108" y="412"/>
                  </a:lnTo>
                  <a:lnTo>
                    <a:pt x="1119" y="425"/>
                  </a:lnTo>
                  <a:lnTo>
                    <a:pt x="1127" y="440"/>
                  </a:lnTo>
                  <a:lnTo>
                    <a:pt x="1130" y="457"/>
                  </a:lnTo>
                  <a:lnTo>
                    <a:pt x="1130" y="474"/>
                  </a:lnTo>
                  <a:lnTo>
                    <a:pt x="1124" y="491"/>
                  </a:lnTo>
                  <a:lnTo>
                    <a:pt x="1013" y="731"/>
                  </a:lnTo>
                  <a:lnTo>
                    <a:pt x="1032" y="753"/>
                  </a:lnTo>
                  <a:lnTo>
                    <a:pt x="1047" y="779"/>
                  </a:lnTo>
                  <a:lnTo>
                    <a:pt x="1059" y="807"/>
                  </a:lnTo>
                  <a:lnTo>
                    <a:pt x="1066" y="837"/>
                  </a:lnTo>
                  <a:lnTo>
                    <a:pt x="1069" y="869"/>
                  </a:lnTo>
                  <a:lnTo>
                    <a:pt x="1066" y="904"/>
                  </a:lnTo>
                  <a:lnTo>
                    <a:pt x="1057" y="937"/>
                  </a:lnTo>
                  <a:lnTo>
                    <a:pt x="1042" y="968"/>
                  </a:lnTo>
                  <a:lnTo>
                    <a:pt x="1023" y="995"/>
                  </a:lnTo>
                  <a:lnTo>
                    <a:pt x="999" y="1019"/>
                  </a:lnTo>
                  <a:lnTo>
                    <a:pt x="972" y="1038"/>
                  </a:lnTo>
                  <a:lnTo>
                    <a:pt x="941" y="1052"/>
                  </a:lnTo>
                  <a:lnTo>
                    <a:pt x="909" y="1061"/>
                  </a:lnTo>
                  <a:lnTo>
                    <a:pt x="873" y="1066"/>
                  </a:lnTo>
                  <a:lnTo>
                    <a:pt x="838" y="1061"/>
                  </a:lnTo>
                  <a:lnTo>
                    <a:pt x="805" y="1052"/>
                  </a:lnTo>
                  <a:lnTo>
                    <a:pt x="775" y="1038"/>
                  </a:lnTo>
                  <a:lnTo>
                    <a:pt x="747" y="1019"/>
                  </a:lnTo>
                  <a:lnTo>
                    <a:pt x="724" y="995"/>
                  </a:lnTo>
                  <a:lnTo>
                    <a:pt x="705" y="968"/>
                  </a:lnTo>
                  <a:lnTo>
                    <a:pt x="689" y="937"/>
                  </a:lnTo>
                  <a:lnTo>
                    <a:pt x="680" y="904"/>
                  </a:lnTo>
                  <a:lnTo>
                    <a:pt x="677" y="869"/>
                  </a:lnTo>
                  <a:lnTo>
                    <a:pt x="680" y="833"/>
                  </a:lnTo>
                  <a:lnTo>
                    <a:pt x="689" y="801"/>
                  </a:lnTo>
                  <a:lnTo>
                    <a:pt x="704" y="770"/>
                  </a:lnTo>
                  <a:lnTo>
                    <a:pt x="723" y="743"/>
                  </a:lnTo>
                  <a:lnTo>
                    <a:pt x="518" y="388"/>
                  </a:lnTo>
                  <a:lnTo>
                    <a:pt x="499" y="392"/>
                  </a:lnTo>
                  <a:lnTo>
                    <a:pt x="479" y="393"/>
                  </a:lnTo>
                  <a:lnTo>
                    <a:pt x="453" y="391"/>
                  </a:lnTo>
                  <a:lnTo>
                    <a:pt x="426" y="385"/>
                  </a:lnTo>
                  <a:lnTo>
                    <a:pt x="355" y="489"/>
                  </a:lnTo>
                  <a:lnTo>
                    <a:pt x="371" y="515"/>
                  </a:lnTo>
                  <a:lnTo>
                    <a:pt x="382" y="543"/>
                  </a:lnTo>
                  <a:lnTo>
                    <a:pt x="389" y="573"/>
                  </a:lnTo>
                  <a:lnTo>
                    <a:pt x="392" y="603"/>
                  </a:lnTo>
                  <a:lnTo>
                    <a:pt x="389" y="639"/>
                  </a:lnTo>
                  <a:lnTo>
                    <a:pt x="380" y="673"/>
                  </a:lnTo>
                  <a:lnTo>
                    <a:pt x="364" y="703"/>
                  </a:lnTo>
                  <a:lnTo>
                    <a:pt x="345" y="730"/>
                  </a:lnTo>
                  <a:lnTo>
                    <a:pt x="322" y="754"/>
                  </a:lnTo>
                  <a:lnTo>
                    <a:pt x="294" y="773"/>
                  </a:lnTo>
                  <a:lnTo>
                    <a:pt x="264" y="788"/>
                  </a:lnTo>
                  <a:lnTo>
                    <a:pt x="231" y="797"/>
                  </a:lnTo>
                  <a:lnTo>
                    <a:pt x="196" y="800"/>
                  </a:lnTo>
                  <a:lnTo>
                    <a:pt x="160" y="797"/>
                  </a:lnTo>
                  <a:lnTo>
                    <a:pt x="128" y="788"/>
                  </a:lnTo>
                  <a:lnTo>
                    <a:pt x="97" y="773"/>
                  </a:lnTo>
                  <a:lnTo>
                    <a:pt x="70" y="754"/>
                  </a:lnTo>
                  <a:lnTo>
                    <a:pt x="46" y="730"/>
                  </a:lnTo>
                  <a:lnTo>
                    <a:pt x="27" y="703"/>
                  </a:lnTo>
                  <a:lnTo>
                    <a:pt x="12" y="673"/>
                  </a:lnTo>
                  <a:lnTo>
                    <a:pt x="3" y="639"/>
                  </a:lnTo>
                  <a:lnTo>
                    <a:pt x="0" y="603"/>
                  </a:lnTo>
                  <a:lnTo>
                    <a:pt x="3" y="569"/>
                  </a:lnTo>
                  <a:lnTo>
                    <a:pt x="12" y="535"/>
                  </a:lnTo>
                  <a:lnTo>
                    <a:pt x="27" y="505"/>
                  </a:lnTo>
                  <a:lnTo>
                    <a:pt x="46" y="477"/>
                  </a:lnTo>
                  <a:lnTo>
                    <a:pt x="70" y="454"/>
                  </a:lnTo>
                  <a:lnTo>
                    <a:pt x="97" y="434"/>
                  </a:lnTo>
                  <a:lnTo>
                    <a:pt x="128" y="420"/>
                  </a:lnTo>
                  <a:lnTo>
                    <a:pt x="160" y="411"/>
                  </a:lnTo>
                  <a:lnTo>
                    <a:pt x="196" y="408"/>
                  </a:lnTo>
                  <a:lnTo>
                    <a:pt x="221" y="409"/>
                  </a:lnTo>
                  <a:lnTo>
                    <a:pt x="245" y="414"/>
                  </a:lnTo>
                  <a:lnTo>
                    <a:pt x="318" y="307"/>
                  </a:lnTo>
                  <a:lnTo>
                    <a:pt x="303" y="283"/>
                  </a:lnTo>
                  <a:lnTo>
                    <a:pt x="293" y="255"/>
                  </a:lnTo>
                  <a:lnTo>
                    <a:pt x="286" y="227"/>
                  </a:lnTo>
                  <a:lnTo>
                    <a:pt x="284" y="196"/>
                  </a:lnTo>
                  <a:lnTo>
                    <a:pt x="287" y="160"/>
                  </a:lnTo>
                  <a:lnTo>
                    <a:pt x="296" y="128"/>
                  </a:lnTo>
                  <a:lnTo>
                    <a:pt x="311" y="97"/>
                  </a:lnTo>
                  <a:lnTo>
                    <a:pt x="330" y="70"/>
                  </a:lnTo>
                  <a:lnTo>
                    <a:pt x="353" y="46"/>
                  </a:lnTo>
                  <a:lnTo>
                    <a:pt x="381" y="27"/>
                  </a:lnTo>
                  <a:lnTo>
                    <a:pt x="411" y="12"/>
                  </a:lnTo>
                  <a:lnTo>
                    <a:pt x="445" y="3"/>
                  </a:lnTo>
                  <a:lnTo>
                    <a:pt x="479"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20" name="Google Shape;920;p65"/>
            <p:cNvSpPr/>
            <p:nvPr/>
          </p:nvSpPr>
          <p:spPr>
            <a:xfrm>
              <a:off x="5094288" y="2216151"/>
              <a:ext cx="88900" cy="88900"/>
            </a:xfrm>
            <a:custGeom>
              <a:rect b="b" l="l" r="r" t="t"/>
              <a:pathLst>
                <a:path extrusionOk="0" h="393" w="392">
                  <a:moveTo>
                    <a:pt x="196" y="135"/>
                  </a:moveTo>
                  <a:lnTo>
                    <a:pt x="180" y="137"/>
                  </a:lnTo>
                  <a:lnTo>
                    <a:pt x="165" y="143"/>
                  </a:lnTo>
                  <a:lnTo>
                    <a:pt x="152" y="153"/>
                  </a:lnTo>
                  <a:lnTo>
                    <a:pt x="142" y="165"/>
                  </a:lnTo>
                  <a:lnTo>
                    <a:pt x="136" y="181"/>
                  </a:lnTo>
                  <a:lnTo>
                    <a:pt x="134" y="197"/>
                  </a:lnTo>
                  <a:lnTo>
                    <a:pt x="136" y="214"/>
                  </a:lnTo>
                  <a:lnTo>
                    <a:pt x="142" y="228"/>
                  </a:lnTo>
                  <a:lnTo>
                    <a:pt x="152" y="242"/>
                  </a:lnTo>
                  <a:lnTo>
                    <a:pt x="165" y="251"/>
                  </a:lnTo>
                  <a:lnTo>
                    <a:pt x="180" y="257"/>
                  </a:lnTo>
                  <a:lnTo>
                    <a:pt x="196" y="260"/>
                  </a:lnTo>
                  <a:lnTo>
                    <a:pt x="212" y="257"/>
                  </a:lnTo>
                  <a:lnTo>
                    <a:pt x="227" y="251"/>
                  </a:lnTo>
                  <a:lnTo>
                    <a:pt x="240" y="242"/>
                  </a:lnTo>
                  <a:lnTo>
                    <a:pt x="250" y="228"/>
                  </a:lnTo>
                  <a:lnTo>
                    <a:pt x="256" y="214"/>
                  </a:lnTo>
                  <a:lnTo>
                    <a:pt x="258" y="197"/>
                  </a:lnTo>
                  <a:lnTo>
                    <a:pt x="256" y="181"/>
                  </a:lnTo>
                  <a:lnTo>
                    <a:pt x="250" y="165"/>
                  </a:lnTo>
                  <a:lnTo>
                    <a:pt x="240" y="153"/>
                  </a:lnTo>
                  <a:lnTo>
                    <a:pt x="227" y="143"/>
                  </a:lnTo>
                  <a:lnTo>
                    <a:pt x="212" y="137"/>
                  </a:lnTo>
                  <a:lnTo>
                    <a:pt x="196" y="135"/>
                  </a:lnTo>
                  <a:close/>
                  <a:moveTo>
                    <a:pt x="196" y="0"/>
                  </a:moveTo>
                  <a:lnTo>
                    <a:pt x="232" y="4"/>
                  </a:lnTo>
                  <a:lnTo>
                    <a:pt x="264" y="14"/>
                  </a:lnTo>
                  <a:lnTo>
                    <a:pt x="295" y="28"/>
                  </a:lnTo>
                  <a:lnTo>
                    <a:pt x="322" y="47"/>
                  </a:lnTo>
                  <a:lnTo>
                    <a:pt x="345" y="71"/>
                  </a:lnTo>
                  <a:lnTo>
                    <a:pt x="365" y="98"/>
                  </a:lnTo>
                  <a:lnTo>
                    <a:pt x="380" y="129"/>
                  </a:lnTo>
                  <a:lnTo>
                    <a:pt x="389" y="162"/>
                  </a:lnTo>
                  <a:lnTo>
                    <a:pt x="392" y="197"/>
                  </a:lnTo>
                  <a:lnTo>
                    <a:pt x="389" y="233"/>
                  </a:lnTo>
                  <a:lnTo>
                    <a:pt x="380" y="265"/>
                  </a:lnTo>
                  <a:lnTo>
                    <a:pt x="365" y="296"/>
                  </a:lnTo>
                  <a:lnTo>
                    <a:pt x="345" y="323"/>
                  </a:lnTo>
                  <a:lnTo>
                    <a:pt x="322" y="348"/>
                  </a:lnTo>
                  <a:lnTo>
                    <a:pt x="295" y="367"/>
                  </a:lnTo>
                  <a:lnTo>
                    <a:pt x="264" y="381"/>
                  </a:lnTo>
                  <a:lnTo>
                    <a:pt x="232" y="390"/>
                  </a:lnTo>
                  <a:lnTo>
                    <a:pt x="196" y="393"/>
                  </a:lnTo>
                  <a:lnTo>
                    <a:pt x="160" y="390"/>
                  </a:lnTo>
                  <a:lnTo>
                    <a:pt x="128" y="381"/>
                  </a:lnTo>
                  <a:lnTo>
                    <a:pt x="97" y="367"/>
                  </a:lnTo>
                  <a:lnTo>
                    <a:pt x="70" y="348"/>
                  </a:lnTo>
                  <a:lnTo>
                    <a:pt x="47" y="323"/>
                  </a:lnTo>
                  <a:lnTo>
                    <a:pt x="27" y="296"/>
                  </a:lnTo>
                  <a:lnTo>
                    <a:pt x="12" y="265"/>
                  </a:lnTo>
                  <a:lnTo>
                    <a:pt x="3" y="233"/>
                  </a:lnTo>
                  <a:lnTo>
                    <a:pt x="0" y="197"/>
                  </a:lnTo>
                  <a:lnTo>
                    <a:pt x="3" y="162"/>
                  </a:lnTo>
                  <a:lnTo>
                    <a:pt x="12" y="129"/>
                  </a:lnTo>
                  <a:lnTo>
                    <a:pt x="27" y="98"/>
                  </a:lnTo>
                  <a:lnTo>
                    <a:pt x="47" y="71"/>
                  </a:lnTo>
                  <a:lnTo>
                    <a:pt x="70" y="47"/>
                  </a:lnTo>
                  <a:lnTo>
                    <a:pt x="97" y="28"/>
                  </a:lnTo>
                  <a:lnTo>
                    <a:pt x="128" y="14"/>
                  </a:lnTo>
                  <a:lnTo>
                    <a:pt x="160" y="4"/>
                  </a:lnTo>
                  <a:lnTo>
                    <a:pt x="196"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21" name="Google Shape;921;p65"/>
          <p:cNvGrpSpPr/>
          <p:nvPr/>
        </p:nvGrpSpPr>
        <p:grpSpPr>
          <a:xfrm>
            <a:off x="5318676" y="3890023"/>
            <a:ext cx="422256" cy="422332"/>
            <a:chOff x="7027863" y="2111376"/>
            <a:chExt cx="760410" cy="760410"/>
          </a:xfrm>
        </p:grpSpPr>
        <p:sp>
          <p:nvSpPr>
            <p:cNvPr id="922" name="Google Shape;922;p65"/>
            <p:cNvSpPr/>
            <p:nvPr/>
          </p:nvSpPr>
          <p:spPr>
            <a:xfrm>
              <a:off x="7027863" y="2111376"/>
              <a:ext cx="760410" cy="760410"/>
            </a:xfrm>
            <a:custGeom>
              <a:rect b="b" l="l" r="r" t="t"/>
              <a:pathLst>
                <a:path extrusionOk="0" h="3354" w="3354">
                  <a:moveTo>
                    <a:pt x="1582" y="135"/>
                  </a:moveTo>
                  <a:lnTo>
                    <a:pt x="1548" y="138"/>
                  </a:lnTo>
                  <a:lnTo>
                    <a:pt x="1514" y="146"/>
                  </a:lnTo>
                  <a:lnTo>
                    <a:pt x="1483" y="160"/>
                  </a:lnTo>
                  <a:lnTo>
                    <a:pt x="1455" y="178"/>
                  </a:lnTo>
                  <a:lnTo>
                    <a:pt x="1431" y="202"/>
                  </a:lnTo>
                  <a:lnTo>
                    <a:pt x="1410" y="228"/>
                  </a:lnTo>
                  <a:lnTo>
                    <a:pt x="1394" y="258"/>
                  </a:lnTo>
                  <a:lnTo>
                    <a:pt x="1383" y="290"/>
                  </a:lnTo>
                  <a:lnTo>
                    <a:pt x="1377" y="325"/>
                  </a:lnTo>
                  <a:lnTo>
                    <a:pt x="1374" y="341"/>
                  </a:lnTo>
                  <a:lnTo>
                    <a:pt x="1366" y="355"/>
                  </a:lnTo>
                  <a:lnTo>
                    <a:pt x="1356" y="368"/>
                  </a:lnTo>
                  <a:lnTo>
                    <a:pt x="1343" y="378"/>
                  </a:lnTo>
                  <a:lnTo>
                    <a:pt x="1328" y="384"/>
                  </a:lnTo>
                  <a:lnTo>
                    <a:pt x="1245" y="409"/>
                  </a:lnTo>
                  <a:lnTo>
                    <a:pt x="1164" y="440"/>
                  </a:lnTo>
                  <a:lnTo>
                    <a:pt x="1085" y="476"/>
                  </a:lnTo>
                  <a:lnTo>
                    <a:pt x="1009" y="516"/>
                  </a:lnTo>
                  <a:lnTo>
                    <a:pt x="994" y="522"/>
                  </a:lnTo>
                  <a:lnTo>
                    <a:pt x="977" y="524"/>
                  </a:lnTo>
                  <a:lnTo>
                    <a:pt x="961" y="523"/>
                  </a:lnTo>
                  <a:lnTo>
                    <a:pt x="946" y="518"/>
                  </a:lnTo>
                  <a:lnTo>
                    <a:pt x="933" y="509"/>
                  </a:lnTo>
                  <a:lnTo>
                    <a:pt x="907" y="490"/>
                  </a:lnTo>
                  <a:lnTo>
                    <a:pt x="879" y="476"/>
                  </a:lnTo>
                  <a:lnTo>
                    <a:pt x="850" y="466"/>
                  </a:lnTo>
                  <a:lnTo>
                    <a:pt x="821" y="460"/>
                  </a:lnTo>
                  <a:lnTo>
                    <a:pt x="790" y="459"/>
                  </a:lnTo>
                  <a:lnTo>
                    <a:pt x="760" y="463"/>
                  </a:lnTo>
                  <a:lnTo>
                    <a:pt x="731" y="471"/>
                  </a:lnTo>
                  <a:lnTo>
                    <a:pt x="703" y="483"/>
                  </a:lnTo>
                  <a:lnTo>
                    <a:pt x="676" y="499"/>
                  </a:lnTo>
                  <a:lnTo>
                    <a:pt x="652" y="519"/>
                  </a:lnTo>
                  <a:lnTo>
                    <a:pt x="519" y="653"/>
                  </a:lnTo>
                  <a:lnTo>
                    <a:pt x="499" y="676"/>
                  </a:lnTo>
                  <a:lnTo>
                    <a:pt x="483" y="703"/>
                  </a:lnTo>
                  <a:lnTo>
                    <a:pt x="470" y="731"/>
                  </a:lnTo>
                  <a:lnTo>
                    <a:pt x="462" y="761"/>
                  </a:lnTo>
                  <a:lnTo>
                    <a:pt x="459" y="790"/>
                  </a:lnTo>
                  <a:lnTo>
                    <a:pt x="460" y="821"/>
                  </a:lnTo>
                  <a:lnTo>
                    <a:pt x="465" y="850"/>
                  </a:lnTo>
                  <a:lnTo>
                    <a:pt x="475" y="880"/>
                  </a:lnTo>
                  <a:lnTo>
                    <a:pt x="490" y="907"/>
                  </a:lnTo>
                  <a:lnTo>
                    <a:pt x="508" y="933"/>
                  </a:lnTo>
                  <a:lnTo>
                    <a:pt x="517" y="947"/>
                  </a:lnTo>
                  <a:lnTo>
                    <a:pt x="522" y="962"/>
                  </a:lnTo>
                  <a:lnTo>
                    <a:pt x="524" y="979"/>
                  </a:lnTo>
                  <a:lnTo>
                    <a:pt x="521" y="994"/>
                  </a:lnTo>
                  <a:lnTo>
                    <a:pt x="515" y="1010"/>
                  </a:lnTo>
                  <a:lnTo>
                    <a:pt x="474" y="1085"/>
                  </a:lnTo>
                  <a:lnTo>
                    <a:pt x="439" y="1165"/>
                  </a:lnTo>
                  <a:lnTo>
                    <a:pt x="408" y="1245"/>
                  </a:lnTo>
                  <a:lnTo>
                    <a:pt x="384" y="1328"/>
                  </a:lnTo>
                  <a:lnTo>
                    <a:pt x="377" y="1343"/>
                  </a:lnTo>
                  <a:lnTo>
                    <a:pt x="368" y="1356"/>
                  </a:lnTo>
                  <a:lnTo>
                    <a:pt x="355" y="1367"/>
                  </a:lnTo>
                  <a:lnTo>
                    <a:pt x="340" y="1374"/>
                  </a:lnTo>
                  <a:lnTo>
                    <a:pt x="324" y="1378"/>
                  </a:lnTo>
                  <a:lnTo>
                    <a:pt x="289" y="1383"/>
                  </a:lnTo>
                  <a:lnTo>
                    <a:pt x="257" y="1394"/>
                  </a:lnTo>
                  <a:lnTo>
                    <a:pt x="227" y="1410"/>
                  </a:lnTo>
                  <a:lnTo>
                    <a:pt x="201" y="1432"/>
                  </a:lnTo>
                  <a:lnTo>
                    <a:pt x="178" y="1456"/>
                  </a:lnTo>
                  <a:lnTo>
                    <a:pt x="159" y="1484"/>
                  </a:lnTo>
                  <a:lnTo>
                    <a:pt x="146" y="1515"/>
                  </a:lnTo>
                  <a:lnTo>
                    <a:pt x="136" y="1549"/>
                  </a:lnTo>
                  <a:lnTo>
                    <a:pt x="133" y="1583"/>
                  </a:lnTo>
                  <a:lnTo>
                    <a:pt x="133" y="1772"/>
                  </a:lnTo>
                  <a:lnTo>
                    <a:pt x="136" y="1806"/>
                  </a:lnTo>
                  <a:lnTo>
                    <a:pt x="146" y="1840"/>
                  </a:lnTo>
                  <a:lnTo>
                    <a:pt x="159" y="1871"/>
                  </a:lnTo>
                  <a:lnTo>
                    <a:pt x="178" y="1899"/>
                  </a:lnTo>
                  <a:lnTo>
                    <a:pt x="201" y="1923"/>
                  </a:lnTo>
                  <a:lnTo>
                    <a:pt x="227" y="1944"/>
                  </a:lnTo>
                  <a:lnTo>
                    <a:pt x="257" y="1960"/>
                  </a:lnTo>
                  <a:lnTo>
                    <a:pt x="289" y="1971"/>
                  </a:lnTo>
                  <a:lnTo>
                    <a:pt x="324" y="1977"/>
                  </a:lnTo>
                  <a:lnTo>
                    <a:pt x="340" y="1980"/>
                  </a:lnTo>
                  <a:lnTo>
                    <a:pt x="355" y="1988"/>
                  </a:lnTo>
                  <a:lnTo>
                    <a:pt x="368" y="1998"/>
                  </a:lnTo>
                  <a:lnTo>
                    <a:pt x="377" y="2011"/>
                  </a:lnTo>
                  <a:lnTo>
                    <a:pt x="384" y="2026"/>
                  </a:lnTo>
                  <a:lnTo>
                    <a:pt x="408" y="2109"/>
                  </a:lnTo>
                  <a:lnTo>
                    <a:pt x="439" y="2190"/>
                  </a:lnTo>
                  <a:lnTo>
                    <a:pt x="474" y="2269"/>
                  </a:lnTo>
                  <a:lnTo>
                    <a:pt x="515" y="2345"/>
                  </a:lnTo>
                  <a:lnTo>
                    <a:pt x="521" y="2360"/>
                  </a:lnTo>
                  <a:lnTo>
                    <a:pt x="524" y="2377"/>
                  </a:lnTo>
                  <a:lnTo>
                    <a:pt x="522" y="2393"/>
                  </a:lnTo>
                  <a:lnTo>
                    <a:pt x="517" y="2408"/>
                  </a:lnTo>
                  <a:lnTo>
                    <a:pt x="508" y="2421"/>
                  </a:lnTo>
                  <a:lnTo>
                    <a:pt x="490" y="2447"/>
                  </a:lnTo>
                  <a:lnTo>
                    <a:pt x="475" y="2475"/>
                  </a:lnTo>
                  <a:lnTo>
                    <a:pt x="465" y="2504"/>
                  </a:lnTo>
                  <a:lnTo>
                    <a:pt x="460" y="2533"/>
                  </a:lnTo>
                  <a:lnTo>
                    <a:pt x="459" y="2564"/>
                  </a:lnTo>
                  <a:lnTo>
                    <a:pt x="462" y="2594"/>
                  </a:lnTo>
                  <a:lnTo>
                    <a:pt x="470" y="2623"/>
                  </a:lnTo>
                  <a:lnTo>
                    <a:pt x="483" y="2651"/>
                  </a:lnTo>
                  <a:lnTo>
                    <a:pt x="499" y="2678"/>
                  </a:lnTo>
                  <a:lnTo>
                    <a:pt x="519" y="2702"/>
                  </a:lnTo>
                  <a:lnTo>
                    <a:pt x="652" y="2835"/>
                  </a:lnTo>
                  <a:lnTo>
                    <a:pt x="676" y="2855"/>
                  </a:lnTo>
                  <a:lnTo>
                    <a:pt x="703" y="2871"/>
                  </a:lnTo>
                  <a:lnTo>
                    <a:pt x="731" y="2884"/>
                  </a:lnTo>
                  <a:lnTo>
                    <a:pt x="760" y="2892"/>
                  </a:lnTo>
                  <a:lnTo>
                    <a:pt x="790" y="2895"/>
                  </a:lnTo>
                  <a:lnTo>
                    <a:pt x="821" y="2894"/>
                  </a:lnTo>
                  <a:lnTo>
                    <a:pt x="850" y="2889"/>
                  </a:lnTo>
                  <a:lnTo>
                    <a:pt x="879" y="2879"/>
                  </a:lnTo>
                  <a:lnTo>
                    <a:pt x="907" y="2864"/>
                  </a:lnTo>
                  <a:lnTo>
                    <a:pt x="933" y="2846"/>
                  </a:lnTo>
                  <a:lnTo>
                    <a:pt x="946" y="2837"/>
                  </a:lnTo>
                  <a:lnTo>
                    <a:pt x="960" y="2832"/>
                  </a:lnTo>
                  <a:lnTo>
                    <a:pt x="975" y="2830"/>
                  </a:lnTo>
                  <a:lnTo>
                    <a:pt x="993" y="2832"/>
                  </a:lnTo>
                  <a:lnTo>
                    <a:pt x="1009" y="2839"/>
                  </a:lnTo>
                  <a:lnTo>
                    <a:pt x="1085" y="2880"/>
                  </a:lnTo>
                  <a:lnTo>
                    <a:pt x="1164" y="2915"/>
                  </a:lnTo>
                  <a:lnTo>
                    <a:pt x="1245" y="2946"/>
                  </a:lnTo>
                  <a:lnTo>
                    <a:pt x="1328" y="2970"/>
                  </a:lnTo>
                  <a:lnTo>
                    <a:pt x="1343" y="2977"/>
                  </a:lnTo>
                  <a:lnTo>
                    <a:pt x="1356" y="2986"/>
                  </a:lnTo>
                  <a:lnTo>
                    <a:pt x="1366" y="2999"/>
                  </a:lnTo>
                  <a:lnTo>
                    <a:pt x="1374" y="3014"/>
                  </a:lnTo>
                  <a:lnTo>
                    <a:pt x="1377" y="3030"/>
                  </a:lnTo>
                  <a:lnTo>
                    <a:pt x="1383" y="3065"/>
                  </a:lnTo>
                  <a:lnTo>
                    <a:pt x="1394" y="3097"/>
                  </a:lnTo>
                  <a:lnTo>
                    <a:pt x="1410" y="3127"/>
                  </a:lnTo>
                  <a:lnTo>
                    <a:pt x="1431" y="3153"/>
                  </a:lnTo>
                  <a:lnTo>
                    <a:pt x="1455" y="3176"/>
                  </a:lnTo>
                  <a:lnTo>
                    <a:pt x="1483" y="3195"/>
                  </a:lnTo>
                  <a:lnTo>
                    <a:pt x="1514" y="3208"/>
                  </a:lnTo>
                  <a:lnTo>
                    <a:pt x="1548" y="3218"/>
                  </a:lnTo>
                  <a:lnTo>
                    <a:pt x="1582" y="3221"/>
                  </a:lnTo>
                  <a:lnTo>
                    <a:pt x="1771" y="3221"/>
                  </a:lnTo>
                  <a:lnTo>
                    <a:pt x="1805" y="3218"/>
                  </a:lnTo>
                  <a:lnTo>
                    <a:pt x="1839" y="3208"/>
                  </a:lnTo>
                  <a:lnTo>
                    <a:pt x="1870" y="3195"/>
                  </a:lnTo>
                  <a:lnTo>
                    <a:pt x="1898" y="3176"/>
                  </a:lnTo>
                  <a:lnTo>
                    <a:pt x="1922" y="3153"/>
                  </a:lnTo>
                  <a:lnTo>
                    <a:pt x="1944" y="3127"/>
                  </a:lnTo>
                  <a:lnTo>
                    <a:pt x="1960" y="3097"/>
                  </a:lnTo>
                  <a:lnTo>
                    <a:pt x="1971" y="3065"/>
                  </a:lnTo>
                  <a:lnTo>
                    <a:pt x="1976" y="3030"/>
                  </a:lnTo>
                  <a:lnTo>
                    <a:pt x="1980" y="3014"/>
                  </a:lnTo>
                  <a:lnTo>
                    <a:pt x="1987" y="2999"/>
                  </a:lnTo>
                  <a:lnTo>
                    <a:pt x="1998" y="2986"/>
                  </a:lnTo>
                  <a:lnTo>
                    <a:pt x="2011" y="2977"/>
                  </a:lnTo>
                  <a:lnTo>
                    <a:pt x="2026" y="2970"/>
                  </a:lnTo>
                  <a:lnTo>
                    <a:pt x="2109" y="2946"/>
                  </a:lnTo>
                  <a:lnTo>
                    <a:pt x="2189" y="2915"/>
                  </a:lnTo>
                  <a:lnTo>
                    <a:pt x="2269" y="2880"/>
                  </a:lnTo>
                  <a:lnTo>
                    <a:pt x="2344" y="2839"/>
                  </a:lnTo>
                  <a:lnTo>
                    <a:pt x="2360" y="2833"/>
                  </a:lnTo>
                  <a:lnTo>
                    <a:pt x="2375" y="2830"/>
                  </a:lnTo>
                  <a:lnTo>
                    <a:pt x="2392" y="2832"/>
                  </a:lnTo>
                  <a:lnTo>
                    <a:pt x="2407" y="2837"/>
                  </a:lnTo>
                  <a:lnTo>
                    <a:pt x="2421" y="2846"/>
                  </a:lnTo>
                  <a:lnTo>
                    <a:pt x="2447" y="2864"/>
                  </a:lnTo>
                  <a:lnTo>
                    <a:pt x="2474" y="2879"/>
                  </a:lnTo>
                  <a:lnTo>
                    <a:pt x="2504" y="2889"/>
                  </a:lnTo>
                  <a:lnTo>
                    <a:pt x="2533" y="2894"/>
                  </a:lnTo>
                  <a:lnTo>
                    <a:pt x="2564" y="2895"/>
                  </a:lnTo>
                  <a:lnTo>
                    <a:pt x="2593" y="2892"/>
                  </a:lnTo>
                  <a:lnTo>
                    <a:pt x="2623" y="2884"/>
                  </a:lnTo>
                  <a:lnTo>
                    <a:pt x="2651" y="2871"/>
                  </a:lnTo>
                  <a:lnTo>
                    <a:pt x="2678" y="2855"/>
                  </a:lnTo>
                  <a:lnTo>
                    <a:pt x="2701" y="2835"/>
                  </a:lnTo>
                  <a:lnTo>
                    <a:pt x="2835" y="2702"/>
                  </a:lnTo>
                  <a:lnTo>
                    <a:pt x="2855" y="2678"/>
                  </a:lnTo>
                  <a:lnTo>
                    <a:pt x="2871" y="2651"/>
                  </a:lnTo>
                  <a:lnTo>
                    <a:pt x="2883" y="2623"/>
                  </a:lnTo>
                  <a:lnTo>
                    <a:pt x="2891" y="2594"/>
                  </a:lnTo>
                  <a:lnTo>
                    <a:pt x="2895" y="2564"/>
                  </a:lnTo>
                  <a:lnTo>
                    <a:pt x="2894" y="2533"/>
                  </a:lnTo>
                  <a:lnTo>
                    <a:pt x="2888" y="2504"/>
                  </a:lnTo>
                  <a:lnTo>
                    <a:pt x="2878" y="2474"/>
                  </a:lnTo>
                  <a:lnTo>
                    <a:pt x="2864" y="2447"/>
                  </a:lnTo>
                  <a:lnTo>
                    <a:pt x="2845" y="2421"/>
                  </a:lnTo>
                  <a:lnTo>
                    <a:pt x="2836" y="2408"/>
                  </a:lnTo>
                  <a:lnTo>
                    <a:pt x="2831" y="2393"/>
                  </a:lnTo>
                  <a:lnTo>
                    <a:pt x="2830" y="2377"/>
                  </a:lnTo>
                  <a:lnTo>
                    <a:pt x="2832" y="2360"/>
                  </a:lnTo>
                  <a:lnTo>
                    <a:pt x="2838" y="2345"/>
                  </a:lnTo>
                  <a:lnTo>
                    <a:pt x="2878" y="2269"/>
                  </a:lnTo>
                  <a:lnTo>
                    <a:pt x="2914" y="2190"/>
                  </a:lnTo>
                  <a:lnTo>
                    <a:pt x="2945" y="2109"/>
                  </a:lnTo>
                  <a:lnTo>
                    <a:pt x="2970" y="2026"/>
                  </a:lnTo>
                  <a:lnTo>
                    <a:pt x="2976" y="2011"/>
                  </a:lnTo>
                  <a:lnTo>
                    <a:pt x="2986" y="1998"/>
                  </a:lnTo>
                  <a:lnTo>
                    <a:pt x="2999" y="1988"/>
                  </a:lnTo>
                  <a:lnTo>
                    <a:pt x="3013" y="1980"/>
                  </a:lnTo>
                  <a:lnTo>
                    <a:pt x="3029" y="1977"/>
                  </a:lnTo>
                  <a:lnTo>
                    <a:pt x="3064" y="1971"/>
                  </a:lnTo>
                  <a:lnTo>
                    <a:pt x="3096" y="1960"/>
                  </a:lnTo>
                  <a:lnTo>
                    <a:pt x="3126" y="1944"/>
                  </a:lnTo>
                  <a:lnTo>
                    <a:pt x="3152" y="1923"/>
                  </a:lnTo>
                  <a:lnTo>
                    <a:pt x="3176" y="1899"/>
                  </a:lnTo>
                  <a:lnTo>
                    <a:pt x="3194" y="1871"/>
                  </a:lnTo>
                  <a:lnTo>
                    <a:pt x="3208" y="1840"/>
                  </a:lnTo>
                  <a:lnTo>
                    <a:pt x="3216" y="1806"/>
                  </a:lnTo>
                  <a:lnTo>
                    <a:pt x="3219" y="1772"/>
                  </a:lnTo>
                  <a:lnTo>
                    <a:pt x="3219" y="1583"/>
                  </a:lnTo>
                  <a:lnTo>
                    <a:pt x="3216" y="1549"/>
                  </a:lnTo>
                  <a:lnTo>
                    <a:pt x="3208" y="1515"/>
                  </a:lnTo>
                  <a:lnTo>
                    <a:pt x="3194" y="1484"/>
                  </a:lnTo>
                  <a:lnTo>
                    <a:pt x="3176" y="1456"/>
                  </a:lnTo>
                  <a:lnTo>
                    <a:pt x="3152" y="1432"/>
                  </a:lnTo>
                  <a:lnTo>
                    <a:pt x="3126" y="1410"/>
                  </a:lnTo>
                  <a:lnTo>
                    <a:pt x="3096" y="1394"/>
                  </a:lnTo>
                  <a:lnTo>
                    <a:pt x="3064" y="1383"/>
                  </a:lnTo>
                  <a:lnTo>
                    <a:pt x="3029" y="1378"/>
                  </a:lnTo>
                  <a:lnTo>
                    <a:pt x="3013" y="1374"/>
                  </a:lnTo>
                  <a:lnTo>
                    <a:pt x="2999" y="1367"/>
                  </a:lnTo>
                  <a:lnTo>
                    <a:pt x="2986" y="1356"/>
                  </a:lnTo>
                  <a:lnTo>
                    <a:pt x="2976" y="1343"/>
                  </a:lnTo>
                  <a:lnTo>
                    <a:pt x="2970" y="1328"/>
                  </a:lnTo>
                  <a:lnTo>
                    <a:pt x="2945" y="1245"/>
                  </a:lnTo>
                  <a:lnTo>
                    <a:pt x="2914" y="1165"/>
                  </a:lnTo>
                  <a:lnTo>
                    <a:pt x="2878" y="1085"/>
                  </a:lnTo>
                  <a:lnTo>
                    <a:pt x="2838" y="1010"/>
                  </a:lnTo>
                  <a:lnTo>
                    <a:pt x="2832" y="994"/>
                  </a:lnTo>
                  <a:lnTo>
                    <a:pt x="2830" y="979"/>
                  </a:lnTo>
                  <a:lnTo>
                    <a:pt x="2831" y="962"/>
                  </a:lnTo>
                  <a:lnTo>
                    <a:pt x="2836" y="947"/>
                  </a:lnTo>
                  <a:lnTo>
                    <a:pt x="2845" y="933"/>
                  </a:lnTo>
                  <a:lnTo>
                    <a:pt x="2864" y="907"/>
                  </a:lnTo>
                  <a:lnTo>
                    <a:pt x="2878" y="880"/>
                  </a:lnTo>
                  <a:lnTo>
                    <a:pt x="2888" y="850"/>
                  </a:lnTo>
                  <a:lnTo>
                    <a:pt x="2894" y="821"/>
                  </a:lnTo>
                  <a:lnTo>
                    <a:pt x="2895" y="790"/>
                  </a:lnTo>
                  <a:lnTo>
                    <a:pt x="2891" y="761"/>
                  </a:lnTo>
                  <a:lnTo>
                    <a:pt x="2883" y="731"/>
                  </a:lnTo>
                  <a:lnTo>
                    <a:pt x="2871" y="703"/>
                  </a:lnTo>
                  <a:lnTo>
                    <a:pt x="2855" y="676"/>
                  </a:lnTo>
                  <a:lnTo>
                    <a:pt x="2835" y="653"/>
                  </a:lnTo>
                  <a:lnTo>
                    <a:pt x="2701" y="519"/>
                  </a:lnTo>
                  <a:lnTo>
                    <a:pt x="2678" y="499"/>
                  </a:lnTo>
                  <a:lnTo>
                    <a:pt x="2651" y="483"/>
                  </a:lnTo>
                  <a:lnTo>
                    <a:pt x="2623" y="471"/>
                  </a:lnTo>
                  <a:lnTo>
                    <a:pt x="2593" y="463"/>
                  </a:lnTo>
                  <a:lnTo>
                    <a:pt x="2564" y="459"/>
                  </a:lnTo>
                  <a:lnTo>
                    <a:pt x="2533" y="460"/>
                  </a:lnTo>
                  <a:lnTo>
                    <a:pt x="2504" y="466"/>
                  </a:lnTo>
                  <a:lnTo>
                    <a:pt x="2474" y="476"/>
                  </a:lnTo>
                  <a:lnTo>
                    <a:pt x="2447" y="490"/>
                  </a:lnTo>
                  <a:lnTo>
                    <a:pt x="2421" y="509"/>
                  </a:lnTo>
                  <a:lnTo>
                    <a:pt x="2407" y="518"/>
                  </a:lnTo>
                  <a:lnTo>
                    <a:pt x="2392" y="523"/>
                  </a:lnTo>
                  <a:lnTo>
                    <a:pt x="2375" y="524"/>
                  </a:lnTo>
                  <a:lnTo>
                    <a:pt x="2360" y="522"/>
                  </a:lnTo>
                  <a:lnTo>
                    <a:pt x="2344" y="516"/>
                  </a:lnTo>
                  <a:lnTo>
                    <a:pt x="2269" y="476"/>
                  </a:lnTo>
                  <a:lnTo>
                    <a:pt x="2189" y="440"/>
                  </a:lnTo>
                  <a:lnTo>
                    <a:pt x="2109" y="409"/>
                  </a:lnTo>
                  <a:lnTo>
                    <a:pt x="2026" y="384"/>
                  </a:lnTo>
                  <a:lnTo>
                    <a:pt x="2011" y="378"/>
                  </a:lnTo>
                  <a:lnTo>
                    <a:pt x="1998" y="368"/>
                  </a:lnTo>
                  <a:lnTo>
                    <a:pt x="1987" y="355"/>
                  </a:lnTo>
                  <a:lnTo>
                    <a:pt x="1980" y="341"/>
                  </a:lnTo>
                  <a:lnTo>
                    <a:pt x="1976" y="325"/>
                  </a:lnTo>
                  <a:lnTo>
                    <a:pt x="1971" y="290"/>
                  </a:lnTo>
                  <a:lnTo>
                    <a:pt x="1960" y="258"/>
                  </a:lnTo>
                  <a:lnTo>
                    <a:pt x="1944" y="228"/>
                  </a:lnTo>
                  <a:lnTo>
                    <a:pt x="1922" y="202"/>
                  </a:lnTo>
                  <a:lnTo>
                    <a:pt x="1898" y="178"/>
                  </a:lnTo>
                  <a:lnTo>
                    <a:pt x="1870" y="160"/>
                  </a:lnTo>
                  <a:lnTo>
                    <a:pt x="1839" y="146"/>
                  </a:lnTo>
                  <a:lnTo>
                    <a:pt x="1805" y="138"/>
                  </a:lnTo>
                  <a:lnTo>
                    <a:pt x="1771" y="135"/>
                  </a:lnTo>
                  <a:lnTo>
                    <a:pt x="1582" y="135"/>
                  </a:lnTo>
                  <a:close/>
                  <a:moveTo>
                    <a:pt x="1582" y="0"/>
                  </a:moveTo>
                  <a:lnTo>
                    <a:pt x="1771" y="0"/>
                  </a:lnTo>
                  <a:lnTo>
                    <a:pt x="1813" y="3"/>
                  </a:lnTo>
                  <a:lnTo>
                    <a:pt x="1855" y="11"/>
                  </a:lnTo>
                  <a:lnTo>
                    <a:pt x="1895" y="25"/>
                  </a:lnTo>
                  <a:lnTo>
                    <a:pt x="1933" y="42"/>
                  </a:lnTo>
                  <a:lnTo>
                    <a:pt x="1968" y="64"/>
                  </a:lnTo>
                  <a:lnTo>
                    <a:pt x="2000" y="90"/>
                  </a:lnTo>
                  <a:lnTo>
                    <a:pt x="2028" y="119"/>
                  </a:lnTo>
                  <a:lnTo>
                    <a:pt x="2054" y="152"/>
                  </a:lnTo>
                  <a:lnTo>
                    <a:pt x="2074" y="188"/>
                  </a:lnTo>
                  <a:lnTo>
                    <a:pt x="2091" y="226"/>
                  </a:lnTo>
                  <a:lnTo>
                    <a:pt x="2103" y="267"/>
                  </a:lnTo>
                  <a:lnTo>
                    <a:pt x="2173" y="290"/>
                  </a:lnTo>
                  <a:lnTo>
                    <a:pt x="2241" y="316"/>
                  </a:lnTo>
                  <a:lnTo>
                    <a:pt x="2307" y="346"/>
                  </a:lnTo>
                  <a:lnTo>
                    <a:pt x="2372" y="379"/>
                  </a:lnTo>
                  <a:lnTo>
                    <a:pt x="2410" y="359"/>
                  </a:lnTo>
                  <a:lnTo>
                    <a:pt x="2449" y="343"/>
                  </a:lnTo>
                  <a:lnTo>
                    <a:pt x="2488" y="332"/>
                  </a:lnTo>
                  <a:lnTo>
                    <a:pt x="2529" y="327"/>
                  </a:lnTo>
                  <a:lnTo>
                    <a:pt x="2571" y="327"/>
                  </a:lnTo>
                  <a:lnTo>
                    <a:pt x="2612" y="331"/>
                  </a:lnTo>
                  <a:lnTo>
                    <a:pt x="2652" y="340"/>
                  </a:lnTo>
                  <a:lnTo>
                    <a:pt x="2691" y="354"/>
                  </a:lnTo>
                  <a:lnTo>
                    <a:pt x="2729" y="373"/>
                  </a:lnTo>
                  <a:lnTo>
                    <a:pt x="2763" y="396"/>
                  </a:lnTo>
                  <a:lnTo>
                    <a:pt x="2796" y="425"/>
                  </a:lnTo>
                  <a:lnTo>
                    <a:pt x="2929" y="558"/>
                  </a:lnTo>
                  <a:lnTo>
                    <a:pt x="2958" y="591"/>
                  </a:lnTo>
                  <a:lnTo>
                    <a:pt x="2981" y="625"/>
                  </a:lnTo>
                  <a:lnTo>
                    <a:pt x="3000" y="663"/>
                  </a:lnTo>
                  <a:lnTo>
                    <a:pt x="3014" y="702"/>
                  </a:lnTo>
                  <a:lnTo>
                    <a:pt x="3023" y="742"/>
                  </a:lnTo>
                  <a:lnTo>
                    <a:pt x="3027" y="783"/>
                  </a:lnTo>
                  <a:lnTo>
                    <a:pt x="3027" y="825"/>
                  </a:lnTo>
                  <a:lnTo>
                    <a:pt x="3021" y="866"/>
                  </a:lnTo>
                  <a:lnTo>
                    <a:pt x="3011" y="905"/>
                  </a:lnTo>
                  <a:lnTo>
                    <a:pt x="2995" y="944"/>
                  </a:lnTo>
                  <a:lnTo>
                    <a:pt x="2975" y="982"/>
                  </a:lnTo>
                  <a:lnTo>
                    <a:pt x="3008" y="1047"/>
                  </a:lnTo>
                  <a:lnTo>
                    <a:pt x="3038" y="1113"/>
                  </a:lnTo>
                  <a:lnTo>
                    <a:pt x="3064" y="1181"/>
                  </a:lnTo>
                  <a:lnTo>
                    <a:pt x="3087" y="1251"/>
                  </a:lnTo>
                  <a:lnTo>
                    <a:pt x="3128" y="1263"/>
                  </a:lnTo>
                  <a:lnTo>
                    <a:pt x="3166" y="1280"/>
                  </a:lnTo>
                  <a:lnTo>
                    <a:pt x="3202" y="1300"/>
                  </a:lnTo>
                  <a:lnTo>
                    <a:pt x="3235" y="1326"/>
                  </a:lnTo>
                  <a:lnTo>
                    <a:pt x="3264" y="1354"/>
                  </a:lnTo>
                  <a:lnTo>
                    <a:pt x="3290" y="1386"/>
                  </a:lnTo>
                  <a:lnTo>
                    <a:pt x="3312" y="1421"/>
                  </a:lnTo>
                  <a:lnTo>
                    <a:pt x="3329" y="1459"/>
                  </a:lnTo>
                  <a:lnTo>
                    <a:pt x="3343" y="1499"/>
                  </a:lnTo>
                  <a:lnTo>
                    <a:pt x="3351" y="1541"/>
                  </a:lnTo>
                  <a:lnTo>
                    <a:pt x="3354" y="1583"/>
                  </a:lnTo>
                  <a:lnTo>
                    <a:pt x="3354" y="1772"/>
                  </a:lnTo>
                  <a:lnTo>
                    <a:pt x="3351" y="1815"/>
                  </a:lnTo>
                  <a:lnTo>
                    <a:pt x="3343" y="1856"/>
                  </a:lnTo>
                  <a:lnTo>
                    <a:pt x="3329" y="1896"/>
                  </a:lnTo>
                  <a:lnTo>
                    <a:pt x="3312" y="1934"/>
                  </a:lnTo>
                  <a:lnTo>
                    <a:pt x="3290" y="1968"/>
                  </a:lnTo>
                  <a:lnTo>
                    <a:pt x="3264" y="2000"/>
                  </a:lnTo>
                  <a:lnTo>
                    <a:pt x="3235" y="2029"/>
                  </a:lnTo>
                  <a:lnTo>
                    <a:pt x="3202" y="2054"/>
                  </a:lnTo>
                  <a:lnTo>
                    <a:pt x="3166" y="2075"/>
                  </a:lnTo>
                  <a:lnTo>
                    <a:pt x="3128" y="2091"/>
                  </a:lnTo>
                  <a:lnTo>
                    <a:pt x="3087" y="2104"/>
                  </a:lnTo>
                  <a:lnTo>
                    <a:pt x="3064" y="2173"/>
                  </a:lnTo>
                  <a:lnTo>
                    <a:pt x="3038" y="2241"/>
                  </a:lnTo>
                  <a:lnTo>
                    <a:pt x="3008" y="2308"/>
                  </a:lnTo>
                  <a:lnTo>
                    <a:pt x="2975" y="2373"/>
                  </a:lnTo>
                  <a:lnTo>
                    <a:pt x="2995" y="2410"/>
                  </a:lnTo>
                  <a:lnTo>
                    <a:pt x="3011" y="2449"/>
                  </a:lnTo>
                  <a:lnTo>
                    <a:pt x="3021" y="2490"/>
                  </a:lnTo>
                  <a:lnTo>
                    <a:pt x="3027" y="2530"/>
                  </a:lnTo>
                  <a:lnTo>
                    <a:pt x="3027" y="2571"/>
                  </a:lnTo>
                  <a:lnTo>
                    <a:pt x="3023" y="2613"/>
                  </a:lnTo>
                  <a:lnTo>
                    <a:pt x="3014" y="2652"/>
                  </a:lnTo>
                  <a:lnTo>
                    <a:pt x="3000" y="2691"/>
                  </a:lnTo>
                  <a:lnTo>
                    <a:pt x="2981" y="2729"/>
                  </a:lnTo>
                  <a:lnTo>
                    <a:pt x="2958" y="2764"/>
                  </a:lnTo>
                  <a:lnTo>
                    <a:pt x="2929" y="2796"/>
                  </a:lnTo>
                  <a:lnTo>
                    <a:pt x="2796" y="2929"/>
                  </a:lnTo>
                  <a:lnTo>
                    <a:pt x="2763" y="2958"/>
                  </a:lnTo>
                  <a:lnTo>
                    <a:pt x="2729" y="2981"/>
                  </a:lnTo>
                  <a:lnTo>
                    <a:pt x="2691" y="3001"/>
                  </a:lnTo>
                  <a:lnTo>
                    <a:pt x="2652" y="3015"/>
                  </a:lnTo>
                  <a:lnTo>
                    <a:pt x="2612" y="3024"/>
                  </a:lnTo>
                  <a:lnTo>
                    <a:pt x="2571" y="3028"/>
                  </a:lnTo>
                  <a:lnTo>
                    <a:pt x="2529" y="3027"/>
                  </a:lnTo>
                  <a:lnTo>
                    <a:pt x="2488" y="3022"/>
                  </a:lnTo>
                  <a:lnTo>
                    <a:pt x="2449" y="3012"/>
                  </a:lnTo>
                  <a:lnTo>
                    <a:pt x="2410" y="2997"/>
                  </a:lnTo>
                  <a:lnTo>
                    <a:pt x="2372" y="2976"/>
                  </a:lnTo>
                  <a:lnTo>
                    <a:pt x="2307" y="3009"/>
                  </a:lnTo>
                  <a:lnTo>
                    <a:pt x="2241" y="3038"/>
                  </a:lnTo>
                  <a:lnTo>
                    <a:pt x="2173" y="3065"/>
                  </a:lnTo>
                  <a:lnTo>
                    <a:pt x="2103" y="3087"/>
                  </a:lnTo>
                  <a:lnTo>
                    <a:pt x="2091" y="3128"/>
                  </a:lnTo>
                  <a:lnTo>
                    <a:pt x="2074" y="3167"/>
                  </a:lnTo>
                  <a:lnTo>
                    <a:pt x="2054" y="3202"/>
                  </a:lnTo>
                  <a:lnTo>
                    <a:pt x="2028" y="3235"/>
                  </a:lnTo>
                  <a:lnTo>
                    <a:pt x="2000" y="3264"/>
                  </a:lnTo>
                  <a:lnTo>
                    <a:pt x="1968" y="3291"/>
                  </a:lnTo>
                  <a:lnTo>
                    <a:pt x="1933" y="3312"/>
                  </a:lnTo>
                  <a:lnTo>
                    <a:pt x="1895" y="3331"/>
                  </a:lnTo>
                  <a:lnTo>
                    <a:pt x="1855" y="3343"/>
                  </a:lnTo>
                  <a:lnTo>
                    <a:pt x="1813" y="3351"/>
                  </a:lnTo>
                  <a:lnTo>
                    <a:pt x="1771" y="3354"/>
                  </a:lnTo>
                  <a:lnTo>
                    <a:pt x="1582" y="3354"/>
                  </a:lnTo>
                  <a:lnTo>
                    <a:pt x="1539" y="3351"/>
                  </a:lnTo>
                  <a:lnTo>
                    <a:pt x="1498" y="3343"/>
                  </a:lnTo>
                  <a:lnTo>
                    <a:pt x="1458" y="3331"/>
                  </a:lnTo>
                  <a:lnTo>
                    <a:pt x="1420" y="3312"/>
                  </a:lnTo>
                  <a:lnTo>
                    <a:pt x="1386" y="3291"/>
                  </a:lnTo>
                  <a:lnTo>
                    <a:pt x="1354" y="3264"/>
                  </a:lnTo>
                  <a:lnTo>
                    <a:pt x="1325" y="3235"/>
                  </a:lnTo>
                  <a:lnTo>
                    <a:pt x="1300" y="3202"/>
                  </a:lnTo>
                  <a:lnTo>
                    <a:pt x="1279" y="3167"/>
                  </a:lnTo>
                  <a:lnTo>
                    <a:pt x="1263" y="3128"/>
                  </a:lnTo>
                  <a:lnTo>
                    <a:pt x="1250" y="3087"/>
                  </a:lnTo>
                  <a:lnTo>
                    <a:pt x="1181" y="3065"/>
                  </a:lnTo>
                  <a:lnTo>
                    <a:pt x="1113" y="3038"/>
                  </a:lnTo>
                  <a:lnTo>
                    <a:pt x="1046" y="3009"/>
                  </a:lnTo>
                  <a:lnTo>
                    <a:pt x="981" y="2976"/>
                  </a:lnTo>
                  <a:lnTo>
                    <a:pt x="944" y="2997"/>
                  </a:lnTo>
                  <a:lnTo>
                    <a:pt x="905" y="3012"/>
                  </a:lnTo>
                  <a:lnTo>
                    <a:pt x="864" y="3022"/>
                  </a:lnTo>
                  <a:lnTo>
                    <a:pt x="824" y="3027"/>
                  </a:lnTo>
                  <a:lnTo>
                    <a:pt x="783" y="3028"/>
                  </a:lnTo>
                  <a:lnTo>
                    <a:pt x="741" y="3024"/>
                  </a:lnTo>
                  <a:lnTo>
                    <a:pt x="702" y="3015"/>
                  </a:lnTo>
                  <a:lnTo>
                    <a:pt x="663" y="3001"/>
                  </a:lnTo>
                  <a:lnTo>
                    <a:pt x="625" y="2981"/>
                  </a:lnTo>
                  <a:lnTo>
                    <a:pt x="590" y="2958"/>
                  </a:lnTo>
                  <a:lnTo>
                    <a:pt x="558" y="2929"/>
                  </a:lnTo>
                  <a:lnTo>
                    <a:pt x="425" y="2796"/>
                  </a:lnTo>
                  <a:lnTo>
                    <a:pt x="396" y="2764"/>
                  </a:lnTo>
                  <a:lnTo>
                    <a:pt x="373" y="2729"/>
                  </a:lnTo>
                  <a:lnTo>
                    <a:pt x="353" y="2691"/>
                  </a:lnTo>
                  <a:lnTo>
                    <a:pt x="339" y="2652"/>
                  </a:lnTo>
                  <a:lnTo>
                    <a:pt x="330" y="2613"/>
                  </a:lnTo>
                  <a:lnTo>
                    <a:pt x="326" y="2571"/>
                  </a:lnTo>
                  <a:lnTo>
                    <a:pt x="327" y="2530"/>
                  </a:lnTo>
                  <a:lnTo>
                    <a:pt x="332" y="2490"/>
                  </a:lnTo>
                  <a:lnTo>
                    <a:pt x="342" y="2449"/>
                  </a:lnTo>
                  <a:lnTo>
                    <a:pt x="357" y="2410"/>
                  </a:lnTo>
                  <a:lnTo>
                    <a:pt x="378" y="2373"/>
                  </a:lnTo>
                  <a:lnTo>
                    <a:pt x="345" y="2308"/>
                  </a:lnTo>
                  <a:lnTo>
                    <a:pt x="316" y="2241"/>
                  </a:lnTo>
                  <a:lnTo>
                    <a:pt x="289" y="2173"/>
                  </a:lnTo>
                  <a:lnTo>
                    <a:pt x="267" y="2104"/>
                  </a:lnTo>
                  <a:lnTo>
                    <a:pt x="226" y="2091"/>
                  </a:lnTo>
                  <a:lnTo>
                    <a:pt x="187" y="2075"/>
                  </a:lnTo>
                  <a:lnTo>
                    <a:pt x="152" y="2054"/>
                  </a:lnTo>
                  <a:lnTo>
                    <a:pt x="119" y="2029"/>
                  </a:lnTo>
                  <a:lnTo>
                    <a:pt x="90" y="2000"/>
                  </a:lnTo>
                  <a:lnTo>
                    <a:pt x="63" y="1968"/>
                  </a:lnTo>
                  <a:lnTo>
                    <a:pt x="42" y="1934"/>
                  </a:lnTo>
                  <a:lnTo>
                    <a:pt x="23" y="1896"/>
                  </a:lnTo>
                  <a:lnTo>
                    <a:pt x="11" y="1856"/>
                  </a:lnTo>
                  <a:lnTo>
                    <a:pt x="3" y="1815"/>
                  </a:lnTo>
                  <a:lnTo>
                    <a:pt x="0" y="1772"/>
                  </a:lnTo>
                  <a:lnTo>
                    <a:pt x="0" y="1583"/>
                  </a:lnTo>
                  <a:lnTo>
                    <a:pt x="3" y="1541"/>
                  </a:lnTo>
                  <a:lnTo>
                    <a:pt x="11" y="1499"/>
                  </a:lnTo>
                  <a:lnTo>
                    <a:pt x="23" y="1459"/>
                  </a:lnTo>
                  <a:lnTo>
                    <a:pt x="42" y="1421"/>
                  </a:lnTo>
                  <a:lnTo>
                    <a:pt x="63" y="1386"/>
                  </a:lnTo>
                  <a:lnTo>
                    <a:pt x="90" y="1354"/>
                  </a:lnTo>
                  <a:lnTo>
                    <a:pt x="119" y="1326"/>
                  </a:lnTo>
                  <a:lnTo>
                    <a:pt x="152" y="1300"/>
                  </a:lnTo>
                  <a:lnTo>
                    <a:pt x="187" y="1280"/>
                  </a:lnTo>
                  <a:lnTo>
                    <a:pt x="226" y="1263"/>
                  </a:lnTo>
                  <a:lnTo>
                    <a:pt x="267" y="1251"/>
                  </a:lnTo>
                  <a:lnTo>
                    <a:pt x="289" y="1181"/>
                  </a:lnTo>
                  <a:lnTo>
                    <a:pt x="316" y="1113"/>
                  </a:lnTo>
                  <a:lnTo>
                    <a:pt x="345" y="1047"/>
                  </a:lnTo>
                  <a:lnTo>
                    <a:pt x="378" y="982"/>
                  </a:lnTo>
                  <a:lnTo>
                    <a:pt x="357" y="944"/>
                  </a:lnTo>
                  <a:lnTo>
                    <a:pt x="342" y="905"/>
                  </a:lnTo>
                  <a:lnTo>
                    <a:pt x="332" y="866"/>
                  </a:lnTo>
                  <a:lnTo>
                    <a:pt x="327" y="825"/>
                  </a:lnTo>
                  <a:lnTo>
                    <a:pt x="326" y="783"/>
                  </a:lnTo>
                  <a:lnTo>
                    <a:pt x="330" y="742"/>
                  </a:lnTo>
                  <a:lnTo>
                    <a:pt x="339" y="702"/>
                  </a:lnTo>
                  <a:lnTo>
                    <a:pt x="353" y="663"/>
                  </a:lnTo>
                  <a:lnTo>
                    <a:pt x="373" y="625"/>
                  </a:lnTo>
                  <a:lnTo>
                    <a:pt x="396" y="591"/>
                  </a:lnTo>
                  <a:lnTo>
                    <a:pt x="425" y="558"/>
                  </a:lnTo>
                  <a:lnTo>
                    <a:pt x="558" y="425"/>
                  </a:lnTo>
                  <a:lnTo>
                    <a:pt x="590" y="396"/>
                  </a:lnTo>
                  <a:lnTo>
                    <a:pt x="625" y="373"/>
                  </a:lnTo>
                  <a:lnTo>
                    <a:pt x="663" y="354"/>
                  </a:lnTo>
                  <a:lnTo>
                    <a:pt x="702" y="340"/>
                  </a:lnTo>
                  <a:lnTo>
                    <a:pt x="741" y="331"/>
                  </a:lnTo>
                  <a:lnTo>
                    <a:pt x="783" y="327"/>
                  </a:lnTo>
                  <a:lnTo>
                    <a:pt x="824" y="327"/>
                  </a:lnTo>
                  <a:lnTo>
                    <a:pt x="864" y="332"/>
                  </a:lnTo>
                  <a:lnTo>
                    <a:pt x="905" y="343"/>
                  </a:lnTo>
                  <a:lnTo>
                    <a:pt x="944" y="359"/>
                  </a:lnTo>
                  <a:lnTo>
                    <a:pt x="981" y="379"/>
                  </a:lnTo>
                  <a:lnTo>
                    <a:pt x="1046" y="346"/>
                  </a:lnTo>
                  <a:lnTo>
                    <a:pt x="1113" y="316"/>
                  </a:lnTo>
                  <a:lnTo>
                    <a:pt x="1181" y="290"/>
                  </a:lnTo>
                  <a:lnTo>
                    <a:pt x="1250" y="267"/>
                  </a:lnTo>
                  <a:lnTo>
                    <a:pt x="1263" y="226"/>
                  </a:lnTo>
                  <a:lnTo>
                    <a:pt x="1279" y="188"/>
                  </a:lnTo>
                  <a:lnTo>
                    <a:pt x="1300" y="152"/>
                  </a:lnTo>
                  <a:lnTo>
                    <a:pt x="1325" y="119"/>
                  </a:lnTo>
                  <a:lnTo>
                    <a:pt x="1354" y="90"/>
                  </a:lnTo>
                  <a:lnTo>
                    <a:pt x="1386" y="64"/>
                  </a:lnTo>
                  <a:lnTo>
                    <a:pt x="1420" y="42"/>
                  </a:lnTo>
                  <a:lnTo>
                    <a:pt x="1458" y="25"/>
                  </a:lnTo>
                  <a:lnTo>
                    <a:pt x="1498" y="11"/>
                  </a:lnTo>
                  <a:lnTo>
                    <a:pt x="1539" y="3"/>
                  </a:lnTo>
                  <a:lnTo>
                    <a:pt x="1582" y="0"/>
                  </a:lnTo>
                  <a:close/>
                </a:path>
              </a:pathLst>
            </a:custGeom>
            <a:solidFill>
              <a:srgbClr val="9E9E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23" name="Google Shape;923;p65"/>
            <p:cNvSpPr/>
            <p:nvPr/>
          </p:nvSpPr>
          <p:spPr>
            <a:xfrm>
              <a:off x="7138988" y="2222501"/>
              <a:ext cx="538164" cy="538164"/>
            </a:xfrm>
            <a:custGeom>
              <a:rect b="b" l="l" r="r" t="t"/>
              <a:pathLst>
                <a:path extrusionOk="0" h="2371" w="2371">
                  <a:moveTo>
                    <a:pt x="1186" y="133"/>
                  </a:moveTo>
                  <a:lnTo>
                    <a:pt x="1103" y="136"/>
                  </a:lnTo>
                  <a:lnTo>
                    <a:pt x="1023" y="145"/>
                  </a:lnTo>
                  <a:lnTo>
                    <a:pt x="945" y="161"/>
                  </a:lnTo>
                  <a:lnTo>
                    <a:pt x="868" y="182"/>
                  </a:lnTo>
                  <a:lnTo>
                    <a:pt x="795" y="209"/>
                  </a:lnTo>
                  <a:lnTo>
                    <a:pt x="724" y="240"/>
                  </a:lnTo>
                  <a:lnTo>
                    <a:pt x="655" y="277"/>
                  </a:lnTo>
                  <a:lnTo>
                    <a:pt x="590" y="319"/>
                  </a:lnTo>
                  <a:lnTo>
                    <a:pt x="528" y="364"/>
                  </a:lnTo>
                  <a:lnTo>
                    <a:pt x="470" y="415"/>
                  </a:lnTo>
                  <a:lnTo>
                    <a:pt x="415" y="469"/>
                  </a:lnTo>
                  <a:lnTo>
                    <a:pt x="365" y="527"/>
                  </a:lnTo>
                  <a:lnTo>
                    <a:pt x="319" y="589"/>
                  </a:lnTo>
                  <a:lnTo>
                    <a:pt x="278" y="655"/>
                  </a:lnTo>
                  <a:lnTo>
                    <a:pt x="241" y="723"/>
                  </a:lnTo>
                  <a:lnTo>
                    <a:pt x="208" y="794"/>
                  </a:lnTo>
                  <a:lnTo>
                    <a:pt x="182" y="868"/>
                  </a:lnTo>
                  <a:lnTo>
                    <a:pt x="162" y="945"/>
                  </a:lnTo>
                  <a:lnTo>
                    <a:pt x="146" y="1023"/>
                  </a:lnTo>
                  <a:lnTo>
                    <a:pt x="137" y="1104"/>
                  </a:lnTo>
                  <a:lnTo>
                    <a:pt x="133" y="1185"/>
                  </a:lnTo>
                  <a:lnTo>
                    <a:pt x="137" y="1268"/>
                  </a:lnTo>
                  <a:lnTo>
                    <a:pt x="146" y="1348"/>
                  </a:lnTo>
                  <a:lnTo>
                    <a:pt x="162" y="1426"/>
                  </a:lnTo>
                  <a:lnTo>
                    <a:pt x="182" y="1503"/>
                  </a:lnTo>
                  <a:lnTo>
                    <a:pt x="208" y="1576"/>
                  </a:lnTo>
                  <a:lnTo>
                    <a:pt x="241" y="1647"/>
                  </a:lnTo>
                  <a:lnTo>
                    <a:pt x="278" y="1716"/>
                  </a:lnTo>
                  <a:lnTo>
                    <a:pt x="319" y="1781"/>
                  </a:lnTo>
                  <a:lnTo>
                    <a:pt x="365" y="1843"/>
                  </a:lnTo>
                  <a:lnTo>
                    <a:pt x="415" y="1901"/>
                  </a:lnTo>
                  <a:lnTo>
                    <a:pt x="470" y="1956"/>
                  </a:lnTo>
                  <a:lnTo>
                    <a:pt x="528" y="2006"/>
                  </a:lnTo>
                  <a:lnTo>
                    <a:pt x="590" y="2052"/>
                  </a:lnTo>
                  <a:lnTo>
                    <a:pt x="655" y="2093"/>
                  </a:lnTo>
                  <a:lnTo>
                    <a:pt x="724" y="2130"/>
                  </a:lnTo>
                  <a:lnTo>
                    <a:pt x="795" y="2163"/>
                  </a:lnTo>
                  <a:lnTo>
                    <a:pt x="868" y="2189"/>
                  </a:lnTo>
                  <a:lnTo>
                    <a:pt x="945" y="2209"/>
                  </a:lnTo>
                  <a:lnTo>
                    <a:pt x="1023" y="2225"/>
                  </a:lnTo>
                  <a:lnTo>
                    <a:pt x="1103" y="2234"/>
                  </a:lnTo>
                  <a:lnTo>
                    <a:pt x="1186" y="2238"/>
                  </a:lnTo>
                  <a:lnTo>
                    <a:pt x="1267" y="2234"/>
                  </a:lnTo>
                  <a:lnTo>
                    <a:pt x="1348" y="2225"/>
                  </a:lnTo>
                  <a:lnTo>
                    <a:pt x="1426" y="2209"/>
                  </a:lnTo>
                  <a:lnTo>
                    <a:pt x="1503" y="2189"/>
                  </a:lnTo>
                  <a:lnTo>
                    <a:pt x="1577" y="2163"/>
                  </a:lnTo>
                  <a:lnTo>
                    <a:pt x="1648" y="2130"/>
                  </a:lnTo>
                  <a:lnTo>
                    <a:pt x="1716" y="2093"/>
                  </a:lnTo>
                  <a:lnTo>
                    <a:pt x="1782" y="2052"/>
                  </a:lnTo>
                  <a:lnTo>
                    <a:pt x="1844" y="2006"/>
                  </a:lnTo>
                  <a:lnTo>
                    <a:pt x="1902" y="1956"/>
                  </a:lnTo>
                  <a:lnTo>
                    <a:pt x="1956" y="1901"/>
                  </a:lnTo>
                  <a:lnTo>
                    <a:pt x="2007" y="1843"/>
                  </a:lnTo>
                  <a:lnTo>
                    <a:pt x="2052" y="1781"/>
                  </a:lnTo>
                  <a:lnTo>
                    <a:pt x="2094" y="1716"/>
                  </a:lnTo>
                  <a:lnTo>
                    <a:pt x="2131" y="1647"/>
                  </a:lnTo>
                  <a:lnTo>
                    <a:pt x="2162" y="1576"/>
                  </a:lnTo>
                  <a:lnTo>
                    <a:pt x="2189" y="1503"/>
                  </a:lnTo>
                  <a:lnTo>
                    <a:pt x="2210" y="1426"/>
                  </a:lnTo>
                  <a:lnTo>
                    <a:pt x="2226" y="1348"/>
                  </a:lnTo>
                  <a:lnTo>
                    <a:pt x="2235" y="1268"/>
                  </a:lnTo>
                  <a:lnTo>
                    <a:pt x="2238" y="1185"/>
                  </a:lnTo>
                  <a:lnTo>
                    <a:pt x="2235" y="1104"/>
                  </a:lnTo>
                  <a:lnTo>
                    <a:pt x="2226" y="1023"/>
                  </a:lnTo>
                  <a:lnTo>
                    <a:pt x="2210" y="945"/>
                  </a:lnTo>
                  <a:lnTo>
                    <a:pt x="2189" y="868"/>
                  </a:lnTo>
                  <a:lnTo>
                    <a:pt x="2162" y="794"/>
                  </a:lnTo>
                  <a:lnTo>
                    <a:pt x="2131" y="723"/>
                  </a:lnTo>
                  <a:lnTo>
                    <a:pt x="2094" y="655"/>
                  </a:lnTo>
                  <a:lnTo>
                    <a:pt x="2052" y="589"/>
                  </a:lnTo>
                  <a:lnTo>
                    <a:pt x="2007" y="527"/>
                  </a:lnTo>
                  <a:lnTo>
                    <a:pt x="1956" y="469"/>
                  </a:lnTo>
                  <a:lnTo>
                    <a:pt x="1902" y="415"/>
                  </a:lnTo>
                  <a:lnTo>
                    <a:pt x="1844" y="364"/>
                  </a:lnTo>
                  <a:lnTo>
                    <a:pt x="1782" y="319"/>
                  </a:lnTo>
                  <a:lnTo>
                    <a:pt x="1716" y="277"/>
                  </a:lnTo>
                  <a:lnTo>
                    <a:pt x="1648" y="240"/>
                  </a:lnTo>
                  <a:lnTo>
                    <a:pt x="1577" y="209"/>
                  </a:lnTo>
                  <a:lnTo>
                    <a:pt x="1503" y="182"/>
                  </a:lnTo>
                  <a:lnTo>
                    <a:pt x="1426" y="161"/>
                  </a:lnTo>
                  <a:lnTo>
                    <a:pt x="1348" y="145"/>
                  </a:lnTo>
                  <a:lnTo>
                    <a:pt x="1267" y="136"/>
                  </a:lnTo>
                  <a:lnTo>
                    <a:pt x="1186" y="133"/>
                  </a:lnTo>
                  <a:close/>
                  <a:moveTo>
                    <a:pt x="1186" y="0"/>
                  </a:moveTo>
                  <a:lnTo>
                    <a:pt x="1275" y="3"/>
                  </a:lnTo>
                  <a:lnTo>
                    <a:pt x="1361" y="12"/>
                  </a:lnTo>
                  <a:lnTo>
                    <a:pt x="1446" y="28"/>
                  </a:lnTo>
                  <a:lnTo>
                    <a:pt x="1528" y="50"/>
                  </a:lnTo>
                  <a:lnTo>
                    <a:pt x="1607" y="77"/>
                  </a:lnTo>
                  <a:lnTo>
                    <a:pt x="1685" y="110"/>
                  </a:lnTo>
                  <a:lnTo>
                    <a:pt x="1759" y="148"/>
                  </a:lnTo>
                  <a:lnTo>
                    <a:pt x="1830" y="191"/>
                  </a:lnTo>
                  <a:lnTo>
                    <a:pt x="1899" y="238"/>
                  </a:lnTo>
                  <a:lnTo>
                    <a:pt x="1963" y="291"/>
                  </a:lnTo>
                  <a:lnTo>
                    <a:pt x="2024" y="347"/>
                  </a:lnTo>
                  <a:lnTo>
                    <a:pt x="2080" y="408"/>
                  </a:lnTo>
                  <a:lnTo>
                    <a:pt x="2133" y="472"/>
                  </a:lnTo>
                  <a:lnTo>
                    <a:pt x="2180" y="541"/>
                  </a:lnTo>
                  <a:lnTo>
                    <a:pt x="2223" y="612"/>
                  </a:lnTo>
                  <a:lnTo>
                    <a:pt x="2261" y="686"/>
                  </a:lnTo>
                  <a:lnTo>
                    <a:pt x="2294" y="764"/>
                  </a:lnTo>
                  <a:lnTo>
                    <a:pt x="2321" y="843"/>
                  </a:lnTo>
                  <a:lnTo>
                    <a:pt x="2343" y="925"/>
                  </a:lnTo>
                  <a:lnTo>
                    <a:pt x="2359" y="1010"/>
                  </a:lnTo>
                  <a:lnTo>
                    <a:pt x="2368" y="1096"/>
                  </a:lnTo>
                  <a:lnTo>
                    <a:pt x="2371" y="1185"/>
                  </a:lnTo>
                  <a:lnTo>
                    <a:pt x="2368" y="1274"/>
                  </a:lnTo>
                  <a:lnTo>
                    <a:pt x="2359" y="1360"/>
                  </a:lnTo>
                  <a:lnTo>
                    <a:pt x="2343" y="1445"/>
                  </a:lnTo>
                  <a:lnTo>
                    <a:pt x="2321" y="1527"/>
                  </a:lnTo>
                  <a:lnTo>
                    <a:pt x="2294" y="1608"/>
                  </a:lnTo>
                  <a:lnTo>
                    <a:pt x="2261" y="1685"/>
                  </a:lnTo>
                  <a:lnTo>
                    <a:pt x="2223" y="1759"/>
                  </a:lnTo>
                  <a:lnTo>
                    <a:pt x="2180" y="1831"/>
                  </a:lnTo>
                  <a:lnTo>
                    <a:pt x="2133" y="1899"/>
                  </a:lnTo>
                  <a:lnTo>
                    <a:pt x="2080" y="1963"/>
                  </a:lnTo>
                  <a:lnTo>
                    <a:pt x="2024" y="2023"/>
                  </a:lnTo>
                  <a:lnTo>
                    <a:pt x="1963" y="2080"/>
                  </a:lnTo>
                  <a:lnTo>
                    <a:pt x="1899" y="2132"/>
                  </a:lnTo>
                  <a:lnTo>
                    <a:pt x="1830" y="2180"/>
                  </a:lnTo>
                  <a:lnTo>
                    <a:pt x="1759" y="2223"/>
                  </a:lnTo>
                  <a:lnTo>
                    <a:pt x="1685" y="2260"/>
                  </a:lnTo>
                  <a:lnTo>
                    <a:pt x="1607" y="2294"/>
                  </a:lnTo>
                  <a:lnTo>
                    <a:pt x="1528" y="2320"/>
                  </a:lnTo>
                  <a:lnTo>
                    <a:pt x="1446" y="2343"/>
                  </a:lnTo>
                  <a:lnTo>
                    <a:pt x="1361" y="2358"/>
                  </a:lnTo>
                  <a:lnTo>
                    <a:pt x="1275" y="2368"/>
                  </a:lnTo>
                  <a:lnTo>
                    <a:pt x="1186" y="2371"/>
                  </a:lnTo>
                  <a:lnTo>
                    <a:pt x="1097" y="2368"/>
                  </a:lnTo>
                  <a:lnTo>
                    <a:pt x="1011" y="2358"/>
                  </a:lnTo>
                  <a:lnTo>
                    <a:pt x="926" y="2343"/>
                  </a:lnTo>
                  <a:lnTo>
                    <a:pt x="844" y="2320"/>
                  </a:lnTo>
                  <a:lnTo>
                    <a:pt x="763" y="2294"/>
                  </a:lnTo>
                  <a:lnTo>
                    <a:pt x="686" y="2260"/>
                  </a:lnTo>
                  <a:lnTo>
                    <a:pt x="612" y="2223"/>
                  </a:lnTo>
                  <a:lnTo>
                    <a:pt x="540" y="2180"/>
                  </a:lnTo>
                  <a:lnTo>
                    <a:pt x="472" y="2132"/>
                  </a:lnTo>
                  <a:lnTo>
                    <a:pt x="408" y="2080"/>
                  </a:lnTo>
                  <a:lnTo>
                    <a:pt x="348" y="2023"/>
                  </a:lnTo>
                  <a:lnTo>
                    <a:pt x="291" y="1963"/>
                  </a:lnTo>
                  <a:lnTo>
                    <a:pt x="239" y="1899"/>
                  </a:lnTo>
                  <a:lnTo>
                    <a:pt x="191" y="1831"/>
                  </a:lnTo>
                  <a:lnTo>
                    <a:pt x="148" y="1759"/>
                  </a:lnTo>
                  <a:lnTo>
                    <a:pt x="111" y="1685"/>
                  </a:lnTo>
                  <a:lnTo>
                    <a:pt x="77" y="1608"/>
                  </a:lnTo>
                  <a:lnTo>
                    <a:pt x="51" y="1527"/>
                  </a:lnTo>
                  <a:lnTo>
                    <a:pt x="28" y="1445"/>
                  </a:lnTo>
                  <a:lnTo>
                    <a:pt x="13" y="1360"/>
                  </a:lnTo>
                  <a:lnTo>
                    <a:pt x="3" y="1274"/>
                  </a:lnTo>
                  <a:lnTo>
                    <a:pt x="0" y="1185"/>
                  </a:lnTo>
                  <a:lnTo>
                    <a:pt x="3" y="1096"/>
                  </a:lnTo>
                  <a:lnTo>
                    <a:pt x="13" y="1010"/>
                  </a:lnTo>
                  <a:lnTo>
                    <a:pt x="28" y="925"/>
                  </a:lnTo>
                  <a:lnTo>
                    <a:pt x="51" y="843"/>
                  </a:lnTo>
                  <a:lnTo>
                    <a:pt x="77" y="764"/>
                  </a:lnTo>
                  <a:lnTo>
                    <a:pt x="111" y="686"/>
                  </a:lnTo>
                  <a:lnTo>
                    <a:pt x="148" y="612"/>
                  </a:lnTo>
                  <a:lnTo>
                    <a:pt x="191" y="541"/>
                  </a:lnTo>
                  <a:lnTo>
                    <a:pt x="239" y="472"/>
                  </a:lnTo>
                  <a:lnTo>
                    <a:pt x="291" y="408"/>
                  </a:lnTo>
                  <a:lnTo>
                    <a:pt x="348" y="347"/>
                  </a:lnTo>
                  <a:lnTo>
                    <a:pt x="408" y="291"/>
                  </a:lnTo>
                  <a:lnTo>
                    <a:pt x="472" y="238"/>
                  </a:lnTo>
                  <a:lnTo>
                    <a:pt x="540" y="191"/>
                  </a:lnTo>
                  <a:lnTo>
                    <a:pt x="612" y="148"/>
                  </a:lnTo>
                  <a:lnTo>
                    <a:pt x="686" y="110"/>
                  </a:lnTo>
                  <a:lnTo>
                    <a:pt x="763" y="77"/>
                  </a:lnTo>
                  <a:lnTo>
                    <a:pt x="844" y="50"/>
                  </a:lnTo>
                  <a:lnTo>
                    <a:pt x="926" y="28"/>
                  </a:lnTo>
                  <a:lnTo>
                    <a:pt x="1011" y="12"/>
                  </a:lnTo>
                  <a:lnTo>
                    <a:pt x="1097" y="3"/>
                  </a:lnTo>
                  <a:lnTo>
                    <a:pt x="1186" y="0"/>
                  </a:lnTo>
                  <a:close/>
                </a:path>
              </a:pathLst>
            </a:custGeom>
            <a:solidFill>
              <a:srgbClr val="9E9E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24" name="Google Shape;924;p65"/>
            <p:cNvSpPr/>
            <p:nvPr/>
          </p:nvSpPr>
          <p:spPr>
            <a:xfrm>
              <a:off x="7561263" y="2365376"/>
              <a:ext cx="63500" cy="141288"/>
            </a:xfrm>
            <a:custGeom>
              <a:rect b="b" l="l" r="r" t="t"/>
              <a:pathLst>
                <a:path extrusionOk="0" h="621" w="280">
                  <a:moveTo>
                    <a:pt x="63" y="0"/>
                  </a:moveTo>
                  <a:lnTo>
                    <a:pt x="79" y="1"/>
                  </a:lnTo>
                  <a:lnTo>
                    <a:pt x="96" y="6"/>
                  </a:lnTo>
                  <a:lnTo>
                    <a:pt x="111" y="16"/>
                  </a:lnTo>
                  <a:lnTo>
                    <a:pt x="122" y="30"/>
                  </a:lnTo>
                  <a:lnTo>
                    <a:pt x="159" y="90"/>
                  </a:lnTo>
                  <a:lnTo>
                    <a:pt x="190" y="151"/>
                  </a:lnTo>
                  <a:lnTo>
                    <a:pt x="217" y="215"/>
                  </a:lnTo>
                  <a:lnTo>
                    <a:pt x="239" y="280"/>
                  </a:lnTo>
                  <a:lnTo>
                    <a:pt x="257" y="347"/>
                  </a:lnTo>
                  <a:lnTo>
                    <a:pt x="270" y="416"/>
                  </a:lnTo>
                  <a:lnTo>
                    <a:pt x="277" y="485"/>
                  </a:lnTo>
                  <a:lnTo>
                    <a:pt x="280" y="554"/>
                  </a:lnTo>
                  <a:lnTo>
                    <a:pt x="277" y="572"/>
                  </a:lnTo>
                  <a:lnTo>
                    <a:pt x="271" y="588"/>
                  </a:lnTo>
                  <a:lnTo>
                    <a:pt x="260" y="602"/>
                  </a:lnTo>
                  <a:lnTo>
                    <a:pt x="246" y="612"/>
                  </a:lnTo>
                  <a:lnTo>
                    <a:pt x="231" y="618"/>
                  </a:lnTo>
                  <a:lnTo>
                    <a:pt x="213" y="621"/>
                  </a:lnTo>
                  <a:lnTo>
                    <a:pt x="195" y="618"/>
                  </a:lnTo>
                  <a:lnTo>
                    <a:pt x="179" y="612"/>
                  </a:lnTo>
                  <a:lnTo>
                    <a:pt x="166" y="602"/>
                  </a:lnTo>
                  <a:lnTo>
                    <a:pt x="155" y="588"/>
                  </a:lnTo>
                  <a:lnTo>
                    <a:pt x="149" y="572"/>
                  </a:lnTo>
                  <a:lnTo>
                    <a:pt x="146" y="554"/>
                  </a:lnTo>
                  <a:lnTo>
                    <a:pt x="144" y="486"/>
                  </a:lnTo>
                  <a:lnTo>
                    <a:pt x="134" y="418"/>
                  </a:lnTo>
                  <a:lnTo>
                    <a:pt x="121" y="351"/>
                  </a:lnTo>
                  <a:lnTo>
                    <a:pt x="101" y="286"/>
                  </a:lnTo>
                  <a:lnTo>
                    <a:pt x="76" y="223"/>
                  </a:lnTo>
                  <a:lnTo>
                    <a:pt x="46" y="162"/>
                  </a:lnTo>
                  <a:lnTo>
                    <a:pt x="11" y="103"/>
                  </a:lnTo>
                  <a:lnTo>
                    <a:pt x="3" y="88"/>
                  </a:lnTo>
                  <a:lnTo>
                    <a:pt x="0" y="70"/>
                  </a:lnTo>
                  <a:lnTo>
                    <a:pt x="1" y="53"/>
                  </a:lnTo>
                  <a:lnTo>
                    <a:pt x="7" y="37"/>
                  </a:lnTo>
                  <a:lnTo>
                    <a:pt x="16" y="23"/>
                  </a:lnTo>
                  <a:lnTo>
                    <a:pt x="29" y="11"/>
                  </a:lnTo>
                  <a:lnTo>
                    <a:pt x="46" y="3"/>
                  </a:lnTo>
                  <a:lnTo>
                    <a:pt x="63" y="0"/>
                  </a:lnTo>
                  <a:close/>
                </a:path>
              </a:pathLst>
            </a:custGeom>
            <a:solidFill>
              <a:srgbClr val="9E9E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25" name="Google Shape;925;p65"/>
            <p:cNvSpPr/>
            <p:nvPr/>
          </p:nvSpPr>
          <p:spPr>
            <a:xfrm>
              <a:off x="7523163" y="2324101"/>
              <a:ext cx="36513" cy="34925"/>
            </a:xfrm>
            <a:custGeom>
              <a:rect b="b" l="l" r="r" t="t"/>
              <a:pathLst>
                <a:path extrusionOk="0" h="160" w="164">
                  <a:moveTo>
                    <a:pt x="61" y="0"/>
                  </a:moveTo>
                  <a:lnTo>
                    <a:pt x="78" y="1"/>
                  </a:lnTo>
                  <a:lnTo>
                    <a:pt x="95" y="6"/>
                  </a:lnTo>
                  <a:lnTo>
                    <a:pt x="110" y="16"/>
                  </a:lnTo>
                  <a:lnTo>
                    <a:pt x="143" y="45"/>
                  </a:lnTo>
                  <a:lnTo>
                    <a:pt x="154" y="58"/>
                  </a:lnTo>
                  <a:lnTo>
                    <a:pt x="161" y="74"/>
                  </a:lnTo>
                  <a:lnTo>
                    <a:pt x="164" y="90"/>
                  </a:lnTo>
                  <a:lnTo>
                    <a:pt x="162" y="108"/>
                  </a:lnTo>
                  <a:lnTo>
                    <a:pt x="156" y="124"/>
                  </a:lnTo>
                  <a:lnTo>
                    <a:pt x="146" y="139"/>
                  </a:lnTo>
                  <a:lnTo>
                    <a:pt x="131" y="151"/>
                  </a:lnTo>
                  <a:lnTo>
                    <a:pt x="114" y="158"/>
                  </a:lnTo>
                  <a:lnTo>
                    <a:pt x="97" y="160"/>
                  </a:lnTo>
                  <a:lnTo>
                    <a:pt x="80" y="158"/>
                  </a:lnTo>
                  <a:lnTo>
                    <a:pt x="65" y="153"/>
                  </a:lnTo>
                  <a:lnTo>
                    <a:pt x="51" y="142"/>
                  </a:lnTo>
                  <a:lnTo>
                    <a:pt x="23" y="118"/>
                  </a:lnTo>
                  <a:lnTo>
                    <a:pt x="11" y="104"/>
                  </a:lnTo>
                  <a:lnTo>
                    <a:pt x="4" y="88"/>
                  </a:lnTo>
                  <a:lnTo>
                    <a:pt x="0" y="72"/>
                  </a:lnTo>
                  <a:lnTo>
                    <a:pt x="1" y="55"/>
                  </a:lnTo>
                  <a:lnTo>
                    <a:pt x="6" y="39"/>
                  </a:lnTo>
                  <a:lnTo>
                    <a:pt x="16" y="23"/>
                  </a:lnTo>
                  <a:lnTo>
                    <a:pt x="30" y="11"/>
                  </a:lnTo>
                  <a:lnTo>
                    <a:pt x="45" y="4"/>
                  </a:lnTo>
                  <a:lnTo>
                    <a:pt x="61" y="0"/>
                  </a:lnTo>
                  <a:close/>
                </a:path>
              </a:pathLst>
            </a:custGeom>
            <a:solidFill>
              <a:srgbClr val="9E9E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26" name="Google Shape;926;p65"/>
            <p:cNvSpPr/>
            <p:nvPr/>
          </p:nvSpPr>
          <p:spPr>
            <a:xfrm>
              <a:off x="7321551" y="2344738"/>
              <a:ext cx="161924" cy="306387"/>
            </a:xfrm>
            <a:custGeom>
              <a:rect b="b" l="l" r="r" t="t"/>
              <a:pathLst>
                <a:path extrusionOk="0" h="1351" w="710">
                  <a:moveTo>
                    <a:pt x="414" y="725"/>
                  </a:moveTo>
                  <a:lnTo>
                    <a:pt x="414" y="1129"/>
                  </a:lnTo>
                  <a:lnTo>
                    <a:pt x="447" y="1121"/>
                  </a:lnTo>
                  <a:lnTo>
                    <a:pt x="477" y="1110"/>
                  </a:lnTo>
                  <a:lnTo>
                    <a:pt x="502" y="1096"/>
                  </a:lnTo>
                  <a:lnTo>
                    <a:pt x="526" y="1079"/>
                  </a:lnTo>
                  <a:lnTo>
                    <a:pt x="544" y="1057"/>
                  </a:lnTo>
                  <a:lnTo>
                    <a:pt x="559" y="1033"/>
                  </a:lnTo>
                  <a:lnTo>
                    <a:pt x="569" y="1004"/>
                  </a:lnTo>
                  <a:lnTo>
                    <a:pt x="576" y="974"/>
                  </a:lnTo>
                  <a:lnTo>
                    <a:pt x="578" y="939"/>
                  </a:lnTo>
                  <a:lnTo>
                    <a:pt x="576" y="907"/>
                  </a:lnTo>
                  <a:lnTo>
                    <a:pt x="571" y="878"/>
                  </a:lnTo>
                  <a:lnTo>
                    <a:pt x="563" y="852"/>
                  </a:lnTo>
                  <a:lnTo>
                    <a:pt x="552" y="829"/>
                  </a:lnTo>
                  <a:lnTo>
                    <a:pt x="538" y="809"/>
                  </a:lnTo>
                  <a:lnTo>
                    <a:pt x="521" y="791"/>
                  </a:lnTo>
                  <a:lnTo>
                    <a:pt x="503" y="774"/>
                  </a:lnTo>
                  <a:lnTo>
                    <a:pt x="483" y="760"/>
                  </a:lnTo>
                  <a:lnTo>
                    <a:pt x="461" y="747"/>
                  </a:lnTo>
                  <a:lnTo>
                    <a:pt x="438" y="736"/>
                  </a:lnTo>
                  <a:lnTo>
                    <a:pt x="414" y="725"/>
                  </a:lnTo>
                  <a:close/>
                  <a:moveTo>
                    <a:pt x="341" y="206"/>
                  </a:moveTo>
                  <a:lnTo>
                    <a:pt x="315" y="209"/>
                  </a:lnTo>
                  <a:lnTo>
                    <a:pt x="289" y="215"/>
                  </a:lnTo>
                  <a:lnTo>
                    <a:pt x="266" y="222"/>
                  </a:lnTo>
                  <a:lnTo>
                    <a:pt x="243" y="232"/>
                  </a:lnTo>
                  <a:lnTo>
                    <a:pt x="223" y="243"/>
                  </a:lnTo>
                  <a:lnTo>
                    <a:pt x="206" y="256"/>
                  </a:lnTo>
                  <a:lnTo>
                    <a:pt x="191" y="272"/>
                  </a:lnTo>
                  <a:lnTo>
                    <a:pt x="178" y="292"/>
                  </a:lnTo>
                  <a:lnTo>
                    <a:pt x="169" y="313"/>
                  </a:lnTo>
                  <a:lnTo>
                    <a:pt x="164" y="337"/>
                  </a:lnTo>
                  <a:lnTo>
                    <a:pt x="162" y="364"/>
                  </a:lnTo>
                  <a:lnTo>
                    <a:pt x="164" y="393"/>
                  </a:lnTo>
                  <a:lnTo>
                    <a:pt x="169" y="419"/>
                  </a:lnTo>
                  <a:lnTo>
                    <a:pt x="178" y="441"/>
                  </a:lnTo>
                  <a:lnTo>
                    <a:pt x="192" y="462"/>
                  </a:lnTo>
                  <a:lnTo>
                    <a:pt x="207" y="479"/>
                  </a:lnTo>
                  <a:lnTo>
                    <a:pt x="224" y="494"/>
                  </a:lnTo>
                  <a:lnTo>
                    <a:pt x="245" y="509"/>
                  </a:lnTo>
                  <a:lnTo>
                    <a:pt x="266" y="521"/>
                  </a:lnTo>
                  <a:lnTo>
                    <a:pt x="290" y="532"/>
                  </a:lnTo>
                  <a:lnTo>
                    <a:pt x="315" y="542"/>
                  </a:lnTo>
                  <a:lnTo>
                    <a:pt x="341" y="552"/>
                  </a:lnTo>
                  <a:lnTo>
                    <a:pt x="341" y="206"/>
                  </a:lnTo>
                  <a:close/>
                  <a:moveTo>
                    <a:pt x="378" y="0"/>
                  </a:moveTo>
                  <a:lnTo>
                    <a:pt x="390" y="2"/>
                  </a:lnTo>
                  <a:lnTo>
                    <a:pt x="401" y="8"/>
                  </a:lnTo>
                  <a:lnTo>
                    <a:pt x="411" y="15"/>
                  </a:lnTo>
                  <a:lnTo>
                    <a:pt x="418" y="24"/>
                  </a:lnTo>
                  <a:lnTo>
                    <a:pt x="421" y="35"/>
                  </a:lnTo>
                  <a:lnTo>
                    <a:pt x="421" y="81"/>
                  </a:lnTo>
                  <a:lnTo>
                    <a:pt x="450" y="83"/>
                  </a:lnTo>
                  <a:lnTo>
                    <a:pt x="480" y="86"/>
                  </a:lnTo>
                  <a:lnTo>
                    <a:pt x="510" y="91"/>
                  </a:lnTo>
                  <a:lnTo>
                    <a:pt x="540" y="96"/>
                  </a:lnTo>
                  <a:lnTo>
                    <a:pt x="568" y="104"/>
                  </a:lnTo>
                  <a:lnTo>
                    <a:pt x="594" y="112"/>
                  </a:lnTo>
                  <a:lnTo>
                    <a:pt x="618" y="123"/>
                  </a:lnTo>
                  <a:lnTo>
                    <a:pt x="639" y="133"/>
                  </a:lnTo>
                  <a:lnTo>
                    <a:pt x="656" y="145"/>
                  </a:lnTo>
                  <a:lnTo>
                    <a:pt x="669" y="159"/>
                  </a:lnTo>
                  <a:lnTo>
                    <a:pt x="677" y="174"/>
                  </a:lnTo>
                  <a:lnTo>
                    <a:pt x="680" y="190"/>
                  </a:lnTo>
                  <a:lnTo>
                    <a:pt x="679" y="202"/>
                  </a:lnTo>
                  <a:lnTo>
                    <a:pt x="675" y="216"/>
                  </a:lnTo>
                  <a:lnTo>
                    <a:pt x="669" y="231"/>
                  </a:lnTo>
                  <a:lnTo>
                    <a:pt x="661" y="244"/>
                  </a:lnTo>
                  <a:lnTo>
                    <a:pt x="650" y="255"/>
                  </a:lnTo>
                  <a:lnTo>
                    <a:pt x="637" y="262"/>
                  </a:lnTo>
                  <a:lnTo>
                    <a:pt x="621" y="265"/>
                  </a:lnTo>
                  <a:lnTo>
                    <a:pt x="610" y="264"/>
                  </a:lnTo>
                  <a:lnTo>
                    <a:pt x="599" y="260"/>
                  </a:lnTo>
                  <a:lnTo>
                    <a:pt x="586" y="253"/>
                  </a:lnTo>
                  <a:lnTo>
                    <a:pt x="570" y="246"/>
                  </a:lnTo>
                  <a:lnTo>
                    <a:pt x="553" y="238"/>
                  </a:lnTo>
                  <a:lnTo>
                    <a:pt x="533" y="229"/>
                  </a:lnTo>
                  <a:lnTo>
                    <a:pt x="510" y="220"/>
                  </a:lnTo>
                  <a:lnTo>
                    <a:pt x="484" y="213"/>
                  </a:lnTo>
                  <a:lnTo>
                    <a:pt x="454" y="208"/>
                  </a:lnTo>
                  <a:lnTo>
                    <a:pt x="421" y="204"/>
                  </a:lnTo>
                  <a:lnTo>
                    <a:pt x="421" y="580"/>
                  </a:lnTo>
                  <a:lnTo>
                    <a:pt x="446" y="590"/>
                  </a:lnTo>
                  <a:lnTo>
                    <a:pt x="473" y="600"/>
                  </a:lnTo>
                  <a:lnTo>
                    <a:pt x="499" y="611"/>
                  </a:lnTo>
                  <a:lnTo>
                    <a:pt x="525" y="624"/>
                  </a:lnTo>
                  <a:lnTo>
                    <a:pt x="550" y="638"/>
                  </a:lnTo>
                  <a:lnTo>
                    <a:pt x="573" y="652"/>
                  </a:lnTo>
                  <a:lnTo>
                    <a:pt x="597" y="669"/>
                  </a:lnTo>
                  <a:lnTo>
                    <a:pt x="618" y="688"/>
                  </a:lnTo>
                  <a:lnTo>
                    <a:pt x="638" y="708"/>
                  </a:lnTo>
                  <a:lnTo>
                    <a:pt x="656" y="730"/>
                  </a:lnTo>
                  <a:lnTo>
                    <a:pt x="671" y="756"/>
                  </a:lnTo>
                  <a:lnTo>
                    <a:pt x="684" y="783"/>
                  </a:lnTo>
                  <a:lnTo>
                    <a:pt x="696" y="815"/>
                  </a:lnTo>
                  <a:lnTo>
                    <a:pt x="704" y="849"/>
                  </a:lnTo>
                  <a:lnTo>
                    <a:pt x="709" y="885"/>
                  </a:lnTo>
                  <a:lnTo>
                    <a:pt x="710" y="926"/>
                  </a:lnTo>
                  <a:lnTo>
                    <a:pt x="708" y="971"/>
                  </a:lnTo>
                  <a:lnTo>
                    <a:pt x="702" y="1012"/>
                  </a:lnTo>
                  <a:lnTo>
                    <a:pt x="693" y="1050"/>
                  </a:lnTo>
                  <a:lnTo>
                    <a:pt x="678" y="1085"/>
                  </a:lnTo>
                  <a:lnTo>
                    <a:pt x="661" y="1116"/>
                  </a:lnTo>
                  <a:lnTo>
                    <a:pt x="641" y="1145"/>
                  </a:lnTo>
                  <a:lnTo>
                    <a:pt x="617" y="1170"/>
                  </a:lnTo>
                  <a:lnTo>
                    <a:pt x="591" y="1193"/>
                  </a:lnTo>
                  <a:lnTo>
                    <a:pt x="561" y="1211"/>
                  </a:lnTo>
                  <a:lnTo>
                    <a:pt x="530" y="1227"/>
                  </a:lnTo>
                  <a:lnTo>
                    <a:pt x="495" y="1241"/>
                  </a:lnTo>
                  <a:lnTo>
                    <a:pt x="459" y="1250"/>
                  </a:lnTo>
                  <a:lnTo>
                    <a:pt x="421" y="1257"/>
                  </a:lnTo>
                  <a:lnTo>
                    <a:pt x="421" y="1316"/>
                  </a:lnTo>
                  <a:lnTo>
                    <a:pt x="418" y="1327"/>
                  </a:lnTo>
                  <a:lnTo>
                    <a:pt x="411" y="1336"/>
                  </a:lnTo>
                  <a:lnTo>
                    <a:pt x="401" y="1343"/>
                  </a:lnTo>
                  <a:lnTo>
                    <a:pt x="390" y="1349"/>
                  </a:lnTo>
                  <a:lnTo>
                    <a:pt x="378" y="1351"/>
                  </a:lnTo>
                  <a:lnTo>
                    <a:pt x="364" y="1349"/>
                  </a:lnTo>
                  <a:lnTo>
                    <a:pt x="351" y="1343"/>
                  </a:lnTo>
                  <a:lnTo>
                    <a:pt x="342" y="1336"/>
                  </a:lnTo>
                  <a:lnTo>
                    <a:pt x="337" y="1327"/>
                  </a:lnTo>
                  <a:lnTo>
                    <a:pt x="335" y="1316"/>
                  </a:lnTo>
                  <a:lnTo>
                    <a:pt x="335" y="1262"/>
                  </a:lnTo>
                  <a:lnTo>
                    <a:pt x="335" y="1262"/>
                  </a:lnTo>
                  <a:lnTo>
                    <a:pt x="285" y="1259"/>
                  </a:lnTo>
                  <a:lnTo>
                    <a:pt x="238" y="1252"/>
                  </a:lnTo>
                  <a:lnTo>
                    <a:pt x="196" y="1242"/>
                  </a:lnTo>
                  <a:lnTo>
                    <a:pt x="156" y="1227"/>
                  </a:lnTo>
                  <a:lnTo>
                    <a:pt x="121" y="1211"/>
                  </a:lnTo>
                  <a:lnTo>
                    <a:pt x="90" y="1194"/>
                  </a:lnTo>
                  <a:lnTo>
                    <a:pt x="63" y="1174"/>
                  </a:lnTo>
                  <a:lnTo>
                    <a:pt x="41" y="1154"/>
                  </a:lnTo>
                  <a:lnTo>
                    <a:pt x="24" y="1134"/>
                  </a:lnTo>
                  <a:lnTo>
                    <a:pt x="10" y="1113"/>
                  </a:lnTo>
                  <a:lnTo>
                    <a:pt x="3" y="1094"/>
                  </a:lnTo>
                  <a:lnTo>
                    <a:pt x="0" y="1076"/>
                  </a:lnTo>
                  <a:lnTo>
                    <a:pt x="2" y="1058"/>
                  </a:lnTo>
                  <a:lnTo>
                    <a:pt x="9" y="1041"/>
                  </a:lnTo>
                  <a:lnTo>
                    <a:pt x="19" y="1026"/>
                  </a:lnTo>
                  <a:lnTo>
                    <a:pt x="32" y="1013"/>
                  </a:lnTo>
                  <a:lnTo>
                    <a:pt x="46" y="1003"/>
                  </a:lnTo>
                  <a:lnTo>
                    <a:pt x="61" y="1000"/>
                  </a:lnTo>
                  <a:lnTo>
                    <a:pt x="71" y="1001"/>
                  </a:lnTo>
                  <a:lnTo>
                    <a:pt x="81" y="1006"/>
                  </a:lnTo>
                  <a:lnTo>
                    <a:pt x="92" y="1015"/>
                  </a:lnTo>
                  <a:lnTo>
                    <a:pt x="103" y="1025"/>
                  </a:lnTo>
                  <a:lnTo>
                    <a:pt x="115" y="1036"/>
                  </a:lnTo>
                  <a:lnTo>
                    <a:pt x="129" y="1049"/>
                  </a:lnTo>
                  <a:lnTo>
                    <a:pt x="145" y="1062"/>
                  </a:lnTo>
                  <a:lnTo>
                    <a:pt x="163" y="1077"/>
                  </a:lnTo>
                  <a:lnTo>
                    <a:pt x="183" y="1090"/>
                  </a:lnTo>
                  <a:lnTo>
                    <a:pt x="207" y="1102"/>
                  </a:lnTo>
                  <a:lnTo>
                    <a:pt x="233" y="1113"/>
                  </a:lnTo>
                  <a:lnTo>
                    <a:pt x="263" y="1121"/>
                  </a:lnTo>
                  <a:lnTo>
                    <a:pt x="296" y="1129"/>
                  </a:lnTo>
                  <a:lnTo>
                    <a:pt x="335" y="1132"/>
                  </a:lnTo>
                  <a:lnTo>
                    <a:pt x="335" y="694"/>
                  </a:lnTo>
                  <a:lnTo>
                    <a:pt x="307" y="684"/>
                  </a:lnTo>
                  <a:lnTo>
                    <a:pt x="279" y="674"/>
                  </a:lnTo>
                  <a:lnTo>
                    <a:pt x="252" y="663"/>
                  </a:lnTo>
                  <a:lnTo>
                    <a:pt x="225" y="652"/>
                  </a:lnTo>
                  <a:lnTo>
                    <a:pt x="199" y="640"/>
                  </a:lnTo>
                  <a:lnTo>
                    <a:pt x="174" y="627"/>
                  </a:lnTo>
                  <a:lnTo>
                    <a:pt x="150" y="612"/>
                  </a:lnTo>
                  <a:lnTo>
                    <a:pt x="127" y="595"/>
                  </a:lnTo>
                  <a:lnTo>
                    <a:pt x="106" y="577"/>
                  </a:lnTo>
                  <a:lnTo>
                    <a:pt x="88" y="556"/>
                  </a:lnTo>
                  <a:lnTo>
                    <a:pt x="71" y="534"/>
                  </a:lnTo>
                  <a:lnTo>
                    <a:pt x="57" y="509"/>
                  </a:lnTo>
                  <a:lnTo>
                    <a:pt x="46" y="480"/>
                  </a:lnTo>
                  <a:lnTo>
                    <a:pt x="37" y="449"/>
                  </a:lnTo>
                  <a:lnTo>
                    <a:pt x="32" y="415"/>
                  </a:lnTo>
                  <a:lnTo>
                    <a:pt x="30" y="377"/>
                  </a:lnTo>
                  <a:lnTo>
                    <a:pt x="32" y="337"/>
                  </a:lnTo>
                  <a:lnTo>
                    <a:pt x="38" y="302"/>
                  </a:lnTo>
                  <a:lnTo>
                    <a:pt x="47" y="268"/>
                  </a:lnTo>
                  <a:lnTo>
                    <a:pt x="60" y="239"/>
                  </a:lnTo>
                  <a:lnTo>
                    <a:pt x="75" y="212"/>
                  </a:lnTo>
                  <a:lnTo>
                    <a:pt x="95" y="188"/>
                  </a:lnTo>
                  <a:lnTo>
                    <a:pt x="115" y="167"/>
                  </a:lnTo>
                  <a:lnTo>
                    <a:pt x="139" y="149"/>
                  </a:lnTo>
                  <a:lnTo>
                    <a:pt x="163" y="133"/>
                  </a:lnTo>
                  <a:lnTo>
                    <a:pt x="190" y="120"/>
                  </a:lnTo>
                  <a:lnTo>
                    <a:pt x="217" y="108"/>
                  </a:lnTo>
                  <a:lnTo>
                    <a:pt x="246" y="100"/>
                  </a:lnTo>
                  <a:lnTo>
                    <a:pt x="275" y="93"/>
                  </a:lnTo>
                  <a:lnTo>
                    <a:pt x="305" y="88"/>
                  </a:lnTo>
                  <a:lnTo>
                    <a:pt x="335" y="84"/>
                  </a:lnTo>
                  <a:lnTo>
                    <a:pt x="335" y="35"/>
                  </a:lnTo>
                  <a:lnTo>
                    <a:pt x="337" y="24"/>
                  </a:lnTo>
                  <a:lnTo>
                    <a:pt x="342" y="15"/>
                  </a:lnTo>
                  <a:lnTo>
                    <a:pt x="351" y="8"/>
                  </a:lnTo>
                  <a:lnTo>
                    <a:pt x="364" y="2"/>
                  </a:lnTo>
                  <a:lnTo>
                    <a:pt x="378" y="0"/>
                  </a:lnTo>
                  <a:close/>
                </a:path>
              </a:pathLst>
            </a:custGeom>
            <a:solidFill>
              <a:srgbClr val="9E9E9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sp>
        <p:nvSpPr>
          <p:cNvPr id="927" name="Google Shape;927;p65"/>
          <p:cNvSpPr txBox="1"/>
          <p:nvPr/>
        </p:nvSpPr>
        <p:spPr>
          <a:xfrm>
            <a:off x="5827600" y="1275550"/>
            <a:ext cx="2926800" cy="492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chemeClr val="accent1"/>
              </a:buClr>
              <a:buSzPts val="1400"/>
              <a:buFont typeface="Noto Sans Symbols"/>
              <a:buNone/>
            </a:pPr>
            <a:r>
              <a:rPr i="0" lang="en" sz="900" u="none" cap="none" strike="noStrike">
                <a:solidFill>
                  <a:srgbClr val="666666"/>
                </a:solidFill>
                <a:latin typeface="Open Sans"/>
                <a:ea typeface="Open Sans"/>
                <a:cs typeface="Open Sans"/>
                <a:sym typeface="Open Sans"/>
              </a:rPr>
              <a:t>This is a sample text. You simply add your own text and description here. This text is fully editable.</a:t>
            </a:r>
            <a:r>
              <a:rPr i="0" lang="en" sz="1000" u="none" cap="none" strike="noStrike">
                <a:solidFill>
                  <a:srgbClr val="666666"/>
                </a:solidFill>
                <a:latin typeface="Open Sans"/>
                <a:ea typeface="Open Sans"/>
                <a:cs typeface="Open Sans"/>
                <a:sym typeface="Open Sans"/>
              </a:rPr>
              <a:t> </a:t>
            </a:r>
            <a:endParaRPr i="0" sz="1051" u="none" cap="none" strike="noStrike">
              <a:solidFill>
                <a:srgbClr val="666666"/>
              </a:solidFill>
              <a:latin typeface="Open Sans"/>
              <a:ea typeface="Open Sans"/>
              <a:cs typeface="Open Sans"/>
              <a:sym typeface="Open Sans"/>
            </a:endParaRPr>
          </a:p>
        </p:txBody>
      </p:sp>
      <p:sp>
        <p:nvSpPr>
          <p:cNvPr id="928" name="Google Shape;928;p65"/>
          <p:cNvSpPr txBox="1"/>
          <p:nvPr/>
        </p:nvSpPr>
        <p:spPr>
          <a:xfrm>
            <a:off x="5827600" y="2342096"/>
            <a:ext cx="2926800" cy="369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chemeClr val="accent2"/>
              </a:buClr>
              <a:buSzPts val="1400"/>
              <a:buFont typeface="Noto Sans Symbols"/>
              <a:buNone/>
            </a:pPr>
            <a:r>
              <a:rPr i="0" lang="en" sz="900" u="none" cap="none" strike="noStrike">
                <a:solidFill>
                  <a:srgbClr val="666666"/>
                </a:solidFill>
                <a:latin typeface="Open Sans"/>
                <a:ea typeface="Open Sans"/>
                <a:cs typeface="Open Sans"/>
                <a:sym typeface="Open Sans"/>
              </a:rPr>
              <a:t>This is a sample text. You simply add your own text and description here. This text is fully editable. </a:t>
            </a:r>
            <a:endParaRPr i="0" sz="951" u="none" cap="none" strike="noStrike">
              <a:solidFill>
                <a:srgbClr val="666666"/>
              </a:solidFill>
              <a:latin typeface="Open Sans"/>
              <a:ea typeface="Open Sans"/>
              <a:cs typeface="Open Sans"/>
              <a:sym typeface="Open Sans"/>
            </a:endParaRPr>
          </a:p>
        </p:txBody>
      </p:sp>
      <p:sp>
        <p:nvSpPr>
          <p:cNvPr id="929" name="Google Shape;929;p65"/>
          <p:cNvSpPr txBox="1"/>
          <p:nvPr/>
        </p:nvSpPr>
        <p:spPr>
          <a:xfrm>
            <a:off x="5827600" y="4117875"/>
            <a:ext cx="2926800" cy="378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chemeClr val="accent4"/>
              </a:buClr>
              <a:buSzPts val="1400"/>
              <a:buFont typeface="Noto Sans Symbols"/>
              <a:buNone/>
            </a:pPr>
            <a:r>
              <a:rPr i="0" lang="en" sz="900" u="none" cap="none" strike="noStrike">
                <a:solidFill>
                  <a:srgbClr val="666666"/>
                </a:solidFill>
                <a:latin typeface="Open Sans"/>
                <a:ea typeface="Open Sans"/>
                <a:cs typeface="Open Sans"/>
                <a:sym typeface="Open Sans"/>
              </a:rPr>
              <a:t>This is a sample text. You simply add your own text and description here. This text is fully editable. </a:t>
            </a:r>
            <a:endParaRPr i="0" sz="951" u="none" cap="none" strike="noStrike">
              <a:solidFill>
                <a:srgbClr val="666666"/>
              </a:solidFill>
              <a:latin typeface="Open Sans"/>
              <a:ea typeface="Open Sans"/>
              <a:cs typeface="Open Sans"/>
              <a:sym typeface="Open Sans"/>
            </a:endParaRPr>
          </a:p>
        </p:txBody>
      </p:sp>
      <p:sp>
        <p:nvSpPr>
          <p:cNvPr id="930" name="Google Shape;930;p65"/>
          <p:cNvSpPr txBox="1"/>
          <p:nvPr/>
        </p:nvSpPr>
        <p:spPr>
          <a:xfrm>
            <a:off x="5827600" y="3276329"/>
            <a:ext cx="2926800" cy="378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chemeClr val="accent3"/>
              </a:buClr>
              <a:buSzPts val="1400"/>
              <a:buFont typeface="Noto Sans Symbols"/>
              <a:buNone/>
            </a:pPr>
            <a:r>
              <a:rPr i="0" lang="en" sz="900" u="none" cap="none" strike="noStrike">
                <a:solidFill>
                  <a:srgbClr val="666666"/>
                </a:solidFill>
                <a:latin typeface="Open Sans"/>
                <a:ea typeface="Open Sans"/>
                <a:cs typeface="Open Sans"/>
                <a:sym typeface="Open Sans"/>
              </a:rPr>
              <a:t>This is a sample text. You simply add your own text and description here. This text is fully editable. </a:t>
            </a:r>
            <a:endParaRPr i="0" sz="951" u="none" cap="none" strike="noStrike">
              <a:solidFill>
                <a:srgbClr val="666666"/>
              </a:solidFill>
              <a:latin typeface="Open Sans"/>
              <a:ea typeface="Open Sans"/>
              <a:cs typeface="Open Sans"/>
              <a:sym typeface="Open Sans"/>
            </a:endParaRPr>
          </a:p>
        </p:txBody>
      </p:sp>
      <p:sp>
        <p:nvSpPr>
          <p:cNvPr id="931" name="Google Shape;931;p65"/>
          <p:cNvSpPr txBox="1"/>
          <p:nvPr/>
        </p:nvSpPr>
        <p:spPr>
          <a:xfrm>
            <a:off x="692450" y="238325"/>
            <a:ext cx="36726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Data bar chart</a:t>
            </a:r>
            <a:endParaRPr sz="2000">
              <a:solidFill>
                <a:schemeClr val="accent5"/>
              </a:solidFill>
              <a:latin typeface="Lexend Medium"/>
              <a:ea typeface="Lexend Medium"/>
              <a:cs typeface="Lexend Medium"/>
              <a:sym typeface="Lexend Medium"/>
            </a:endParaRPr>
          </a:p>
        </p:txBody>
      </p:sp>
      <p:cxnSp>
        <p:nvCxnSpPr>
          <p:cNvPr id="932" name="Google Shape;932;p65"/>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
        <p:nvSpPr>
          <p:cNvPr id="933" name="Google Shape;933;p65"/>
          <p:cNvSpPr txBox="1"/>
          <p:nvPr/>
        </p:nvSpPr>
        <p:spPr>
          <a:xfrm>
            <a:off x="5827600" y="3798825"/>
            <a:ext cx="2068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rgbClr val="9E9E9E"/>
                </a:solidFill>
                <a:latin typeface="Lexend Medium"/>
                <a:ea typeface="Lexend Medium"/>
                <a:cs typeface="Lexend Medium"/>
                <a:sym typeface="Lexend Medium"/>
              </a:rPr>
              <a:t>Key Element Title 04</a:t>
            </a:r>
            <a:endParaRPr sz="1200">
              <a:solidFill>
                <a:srgbClr val="9E9E9E"/>
              </a:solidFill>
              <a:latin typeface="Lexend Medium"/>
              <a:ea typeface="Lexend Medium"/>
              <a:cs typeface="Lexend Medium"/>
              <a:sym typeface="Lexend Medium"/>
            </a:endParaRPr>
          </a:p>
        </p:txBody>
      </p:sp>
      <p:sp>
        <p:nvSpPr>
          <p:cNvPr id="934" name="Google Shape;934;p65"/>
          <p:cNvSpPr txBox="1"/>
          <p:nvPr/>
        </p:nvSpPr>
        <p:spPr>
          <a:xfrm>
            <a:off x="5827600" y="2945650"/>
            <a:ext cx="2068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accent3"/>
                </a:solidFill>
                <a:latin typeface="Lexend Medium"/>
                <a:ea typeface="Lexend Medium"/>
                <a:cs typeface="Lexend Medium"/>
                <a:sym typeface="Lexend Medium"/>
              </a:rPr>
              <a:t>Key Element Title 04</a:t>
            </a:r>
            <a:endParaRPr sz="1200">
              <a:solidFill>
                <a:schemeClr val="accent3"/>
              </a:solidFill>
              <a:latin typeface="Lexend Medium"/>
              <a:ea typeface="Lexend Medium"/>
              <a:cs typeface="Lexend Medium"/>
              <a:sym typeface="Lexend Medium"/>
            </a:endParaRPr>
          </a:p>
        </p:txBody>
      </p:sp>
      <p:sp>
        <p:nvSpPr>
          <p:cNvPr id="935" name="Google Shape;935;p65"/>
          <p:cNvSpPr txBox="1"/>
          <p:nvPr/>
        </p:nvSpPr>
        <p:spPr>
          <a:xfrm>
            <a:off x="5827600" y="1995550"/>
            <a:ext cx="2068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accent2"/>
                </a:solidFill>
                <a:latin typeface="Lexend Medium"/>
                <a:ea typeface="Lexend Medium"/>
                <a:cs typeface="Lexend Medium"/>
                <a:sym typeface="Lexend Medium"/>
              </a:rPr>
              <a:t>Key Element Title 04</a:t>
            </a:r>
            <a:endParaRPr sz="1200">
              <a:solidFill>
                <a:schemeClr val="accent2"/>
              </a:solidFill>
              <a:latin typeface="Lexend Medium"/>
              <a:ea typeface="Lexend Medium"/>
              <a:cs typeface="Lexend Medium"/>
              <a:sym typeface="Lexend Medium"/>
            </a:endParaRPr>
          </a:p>
        </p:txBody>
      </p:sp>
      <p:sp>
        <p:nvSpPr>
          <p:cNvPr id="936" name="Google Shape;936;p65"/>
          <p:cNvSpPr txBox="1"/>
          <p:nvPr/>
        </p:nvSpPr>
        <p:spPr>
          <a:xfrm>
            <a:off x="5827600" y="1012625"/>
            <a:ext cx="2068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accent1"/>
                </a:solidFill>
                <a:latin typeface="Lexend Medium"/>
                <a:ea typeface="Lexend Medium"/>
                <a:cs typeface="Lexend Medium"/>
                <a:sym typeface="Lexend Medium"/>
              </a:rPr>
              <a:t>Key Element Title 04</a:t>
            </a:r>
            <a:endParaRPr sz="1200">
              <a:solidFill>
                <a:schemeClr val="accent1"/>
              </a:solidFill>
              <a:latin typeface="Lexend Medium"/>
              <a:ea typeface="Lexend Medium"/>
              <a:cs typeface="Lexend Medium"/>
              <a:sym typeface="Lexend Medium"/>
            </a:endParaRPr>
          </a:p>
        </p:txBody>
      </p:sp>
      <p:sp>
        <p:nvSpPr>
          <p:cNvPr id="937" name="Google Shape;937;p65"/>
          <p:cNvSpPr/>
          <p:nvPr/>
        </p:nvSpPr>
        <p:spPr>
          <a:xfrm>
            <a:off x="9349754" y="1012628"/>
            <a:ext cx="646800" cy="6468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Roboto"/>
              <a:ea typeface="Roboto"/>
              <a:cs typeface="Roboto"/>
              <a:sym typeface="Roboto"/>
            </a:endParaRPr>
          </a:p>
        </p:txBody>
      </p:sp>
      <p:sp>
        <p:nvSpPr>
          <p:cNvPr id="938" name="Google Shape;938;p65"/>
          <p:cNvSpPr/>
          <p:nvPr/>
        </p:nvSpPr>
        <p:spPr>
          <a:xfrm>
            <a:off x="9349754" y="1955866"/>
            <a:ext cx="646800" cy="646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Roboto"/>
              <a:ea typeface="Roboto"/>
              <a:cs typeface="Roboto"/>
              <a:sym typeface="Roboto"/>
            </a:endParaRPr>
          </a:p>
        </p:txBody>
      </p:sp>
      <p:sp>
        <p:nvSpPr>
          <p:cNvPr id="939" name="Google Shape;939;p65"/>
          <p:cNvSpPr/>
          <p:nvPr/>
        </p:nvSpPr>
        <p:spPr>
          <a:xfrm>
            <a:off x="9349754" y="2975302"/>
            <a:ext cx="646800" cy="6468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Roboto"/>
              <a:ea typeface="Roboto"/>
              <a:cs typeface="Roboto"/>
              <a:sym typeface="Roboto"/>
            </a:endParaRPr>
          </a:p>
        </p:txBody>
      </p:sp>
      <p:sp>
        <p:nvSpPr>
          <p:cNvPr id="940" name="Google Shape;940;p65"/>
          <p:cNvSpPr/>
          <p:nvPr/>
        </p:nvSpPr>
        <p:spPr>
          <a:xfrm>
            <a:off x="9349754" y="3842340"/>
            <a:ext cx="646800" cy="646800"/>
          </a:xfrm>
          <a:prstGeom prst="ellipse">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Roboto"/>
              <a:ea typeface="Roboto"/>
              <a:cs typeface="Roboto"/>
              <a:sym typeface="Roboto"/>
            </a:endParaRPr>
          </a:p>
        </p:txBody>
      </p:sp>
      <p:grpSp>
        <p:nvGrpSpPr>
          <p:cNvPr id="941" name="Google Shape;941;p65"/>
          <p:cNvGrpSpPr/>
          <p:nvPr/>
        </p:nvGrpSpPr>
        <p:grpSpPr>
          <a:xfrm>
            <a:off x="9484243" y="1148155"/>
            <a:ext cx="378103" cy="378027"/>
            <a:chOff x="747713" y="2109788"/>
            <a:chExt cx="761998" cy="761998"/>
          </a:xfrm>
        </p:grpSpPr>
        <p:sp>
          <p:nvSpPr>
            <p:cNvPr id="942" name="Google Shape;942;p65"/>
            <p:cNvSpPr/>
            <p:nvPr/>
          </p:nvSpPr>
          <p:spPr>
            <a:xfrm>
              <a:off x="1171576" y="2389188"/>
              <a:ext cx="42863" cy="39688"/>
            </a:xfrm>
            <a:custGeom>
              <a:rect b="b" l="l" r="r" t="t"/>
              <a:pathLst>
                <a:path extrusionOk="0" h="176" w="187">
                  <a:moveTo>
                    <a:pt x="73" y="0"/>
                  </a:moveTo>
                  <a:lnTo>
                    <a:pt x="90" y="4"/>
                  </a:lnTo>
                  <a:lnTo>
                    <a:pt x="106" y="12"/>
                  </a:lnTo>
                  <a:lnTo>
                    <a:pt x="136" y="34"/>
                  </a:lnTo>
                  <a:lnTo>
                    <a:pt x="164" y="57"/>
                  </a:lnTo>
                  <a:lnTo>
                    <a:pt x="176" y="70"/>
                  </a:lnTo>
                  <a:lnTo>
                    <a:pt x="184" y="86"/>
                  </a:lnTo>
                  <a:lnTo>
                    <a:pt x="187" y="104"/>
                  </a:lnTo>
                  <a:lnTo>
                    <a:pt x="186" y="121"/>
                  </a:lnTo>
                  <a:lnTo>
                    <a:pt x="180" y="137"/>
                  </a:lnTo>
                  <a:lnTo>
                    <a:pt x="169" y="153"/>
                  </a:lnTo>
                  <a:lnTo>
                    <a:pt x="158" y="163"/>
                  </a:lnTo>
                  <a:lnTo>
                    <a:pt x="146" y="170"/>
                  </a:lnTo>
                  <a:lnTo>
                    <a:pt x="133" y="174"/>
                  </a:lnTo>
                  <a:lnTo>
                    <a:pt x="118" y="176"/>
                  </a:lnTo>
                  <a:lnTo>
                    <a:pt x="102" y="174"/>
                  </a:lnTo>
                  <a:lnTo>
                    <a:pt x="87" y="168"/>
                  </a:lnTo>
                  <a:lnTo>
                    <a:pt x="73" y="159"/>
                  </a:lnTo>
                  <a:lnTo>
                    <a:pt x="52" y="141"/>
                  </a:lnTo>
                  <a:lnTo>
                    <a:pt x="30" y="125"/>
                  </a:lnTo>
                  <a:lnTo>
                    <a:pt x="17" y="113"/>
                  </a:lnTo>
                  <a:lnTo>
                    <a:pt x="6" y="98"/>
                  </a:lnTo>
                  <a:lnTo>
                    <a:pt x="1" y="81"/>
                  </a:lnTo>
                  <a:lnTo>
                    <a:pt x="0" y="64"/>
                  </a:lnTo>
                  <a:lnTo>
                    <a:pt x="3" y="47"/>
                  </a:lnTo>
                  <a:lnTo>
                    <a:pt x="12" y="30"/>
                  </a:lnTo>
                  <a:lnTo>
                    <a:pt x="24" y="16"/>
                  </a:lnTo>
                  <a:lnTo>
                    <a:pt x="39" y="7"/>
                  </a:lnTo>
                  <a:lnTo>
                    <a:pt x="55" y="2"/>
                  </a:lnTo>
                  <a:lnTo>
                    <a:pt x="7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43" name="Google Shape;943;p65"/>
            <p:cNvSpPr/>
            <p:nvPr/>
          </p:nvSpPr>
          <p:spPr>
            <a:xfrm>
              <a:off x="747713" y="2109788"/>
              <a:ext cx="761998" cy="761998"/>
            </a:xfrm>
            <a:custGeom>
              <a:rect b="b" l="l" r="r" t="t"/>
              <a:pathLst>
                <a:path extrusionOk="0" h="3360" w="3360">
                  <a:moveTo>
                    <a:pt x="2876" y="1748"/>
                  </a:moveTo>
                  <a:lnTo>
                    <a:pt x="2868" y="1834"/>
                  </a:lnTo>
                  <a:lnTo>
                    <a:pt x="2855" y="1918"/>
                  </a:lnTo>
                  <a:lnTo>
                    <a:pt x="2835" y="2000"/>
                  </a:lnTo>
                  <a:lnTo>
                    <a:pt x="2810" y="2080"/>
                  </a:lnTo>
                  <a:lnTo>
                    <a:pt x="2780" y="2157"/>
                  </a:lnTo>
                  <a:lnTo>
                    <a:pt x="2744" y="2231"/>
                  </a:lnTo>
                  <a:lnTo>
                    <a:pt x="2703" y="2303"/>
                  </a:lnTo>
                  <a:lnTo>
                    <a:pt x="2658" y="2371"/>
                  </a:lnTo>
                  <a:lnTo>
                    <a:pt x="2610" y="2437"/>
                  </a:lnTo>
                  <a:lnTo>
                    <a:pt x="2556" y="2498"/>
                  </a:lnTo>
                  <a:lnTo>
                    <a:pt x="2498" y="2556"/>
                  </a:lnTo>
                  <a:lnTo>
                    <a:pt x="2437" y="2610"/>
                  </a:lnTo>
                  <a:lnTo>
                    <a:pt x="2371" y="2658"/>
                  </a:lnTo>
                  <a:lnTo>
                    <a:pt x="2303" y="2703"/>
                  </a:lnTo>
                  <a:lnTo>
                    <a:pt x="2231" y="2744"/>
                  </a:lnTo>
                  <a:lnTo>
                    <a:pt x="2157" y="2780"/>
                  </a:lnTo>
                  <a:lnTo>
                    <a:pt x="2080" y="2810"/>
                  </a:lnTo>
                  <a:lnTo>
                    <a:pt x="2000" y="2835"/>
                  </a:lnTo>
                  <a:lnTo>
                    <a:pt x="1918" y="2855"/>
                  </a:lnTo>
                  <a:lnTo>
                    <a:pt x="1834" y="2868"/>
                  </a:lnTo>
                  <a:lnTo>
                    <a:pt x="1748" y="2876"/>
                  </a:lnTo>
                  <a:lnTo>
                    <a:pt x="1748" y="3055"/>
                  </a:lnTo>
                  <a:lnTo>
                    <a:pt x="1840" y="3046"/>
                  </a:lnTo>
                  <a:lnTo>
                    <a:pt x="1928" y="3033"/>
                  </a:lnTo>
                  <a:lnTo>
                    <a:pt x="2016" y="3015"/>
                  </a:lnTo>
                  <a:lnTo>
                    <a:pt x="2102" y="2990"/>
                  </a:lnTo>
                  <a:lnTo>
                    <a:pt x="2184" y="2961"/>
                  </a:lnTo>
                  <a:lnTo>
                    <a:pt x="2264" y="2925"/>
                  </a:lnTo>
                  <a:lnTo>
                    <a:pt x="2342" y="2886"/>
                  </a:lnTo>
                  <a:lnTo>
                    <a:pt x="2417" y="2842"/>
                  </a:lnTo>
                  <a:lnTo>
                    <a:pt x="2488" y="2793"/>
                  </a:lnTo>
                  <a:lnTo>
                    <a:pt x="2557" y="2740"/>
                  </a:lnTo>
                  <a:lnTo>
                    <a:pt x="2622" y="2683"/>
                  </a:lnTo>
                  <a:lnTo>
                    <a:pt x="2683" y="2622"/>
                  </a:lnTo>
                  <a:lnTo>
                    <a:pt x="2740" y="2557"/>
                  </a:lnTo>
                  <a:lnTo>
                    <a:pt x="2793" y="2488"/>
                  </a:lnTo>
                  <a:lnTo>
                    <a:pt x="2842" y="2417"/>
                  </a:lnTo>
                  <a:lnTo>
                    <a:pt x="2886" y="2342"/>
                  </a:lnTo>
                  <a:lnTo>
                    <a:pt x="2925" y="2264"/>
                  </a:lnTo>
                  <a:lnTo>
                    <a:pt x="2961" y="2184"/>
                  </a:lnTo>
                  <a:lnTo>
                    <a:pt x="2990" y="2102"/>
                  </a:lnTo>
                  <a:lnTo>
                    <a:pt x="3015" y="2016"/>
                  </a:lnTo>
                  <a:lnTo>
                    <a:pt x="3033" y="1928"/>
                  </a:lnTo>
                  <a:lnTo>
                    <a:pt x="3046" y="1840"/>
                  </a:lnTo>
                  <a:lnTo>
                    <a:pt x="3055" y="1748"/>
                  </a:lnTo>
                  <a:lnTo>
                    <a:pt x="2876" y="1748"/>
                  </a:lnTo>
                  <a:close/>
                  <a:moveTo>
                    <a:pt x="2204" y="1748"/>
                  </a:moveTo>
                  <a:lnTo>
                    <a:pt x="2195" y="1802"/>
                  </a:lnTo>
                  <a:lnTo>
                    <a:pt x="2180" y="1854"/>
                  </a:lnTo>
                  <a:lnTo>
                    <a:pt x="2160" y="1903"/>
                  </a:lnTo>
                  <a:lnTo>
                    <a:pt x="2135" y="1950"/>
                  </a:lnTo>
                  <a:lnTo>
                    <a:pt x="2106" y="1995"/>
                  </a:lnTo>
                  <a:lnTo>
                    <a:pt x="2072" y="2035"/>
                  </a:lnTo>
                  <a:lnTo>
                    <a:pt x="2035" y="2072"/>
                  </a:lnTo>
                  <a:lnTo>
                    <a:pt x="1995" y="2106"/>
                  </a:lnTo>
                  <a:lnTo>
                    <a:pt x="1950" y="2135"/>
                  </a:lnTo>
                  <a:lnTo>
                    <a:pt x="1903" y="2160"/>
                  </a:lnTo>
                  <a:lnTo>
                    <a:pt x="1854" y="2180"/>
                  </a:lnTo>
                  <a:lnTo>
                    <a:pt x="1802" y="2195"/>
                  </a:lnTo>
                  <a:lnTo>
                    <a:pt x="1748" y="2204"/>
                  </a:lnTo>
                  <a:lnTo>
                    <a:pt x="1748" y="2740"/>
                  </a:lnTo>
                  <a:lnTo>
                    <a:pt x="1828" y="2732"/>
                  </a:lnTo>
                  <a:lnTo>
                    <a:pt x="1904" y="2719"/>
                  </a:lnTo>
                  <a:lnTo>
                    <a:pt x="1979" y="2699"/>
                  </a:lnTo>
                  <a:lnTo>
                    <a:pt x="2053" y="2675"/>
                  </a:lnTo>
                  <a:lnTo>
                    <a:pt x="2123" y="2645"/>
                  </a:lnTo>
                  <a:lnTo>
                    <a:pt x="2190" y="2611"/>
                  </a:lnTo>
                  <a:lnTo>
                    <a:pt x="2255" y="2572"/>
                  </a:lnTo>
                  <a:lnTo>
                    <a:pt x="2317" y="2529"/>
                  </a:lnTo>
                  <a:lnTo>
                    <a:pt x="2375" y="2481"/>
                  </a:lnTo>
                  <a:lnTo>
                    <a:pt x="2430" y="2430"/>
                  </a:lnTo>
                  <a:lnTo>
                    <a:pt x="2481" y="2375"/>
                  </a:lnTo>
                  <a:lnTo>
                    <a:pt x="2529" y="2317"/>
                  </a:lnTo>
                  <a:lnTo>
                    <a:pt x="2572" y="2255"/>
                  </a:lnTo>
                  <a:lnTo>
                    <a:pt x="2611" y="2190"/>
                  </a:lnTo>
                  <a:lnTo>
                    <a:pt x="2645" y="2123"/>
                  </a:lnTo>
                  <a:lnTo>
                    <a:pt x="2675" y="2053"/>
                  </a:lnTo>
                  <a:lnTo>
                    <a:pt x="2699" y="1979"/>
                  </a:lnTo>
                  <a:lnTo>
                    <a:pt x="2719" y="1904"/>
                  </a:lnTo>
                  <a:lnTo>
                    <a:pt x="2732" y="1828"/>
                  </a:lnTo>
                  <a:lnTo>
                    <a:pt x="2740" y="1748"/>
                  </a:lnTo>
                  <a:lnTo>
                    <a:pt x="2204" y="1748"/>
                  </a:lnTo>
                  <a:close/>
                  <a:moveTo>
                    <a:pt x="1748" y="1748"/>
                  </a:moveTo>
                  <a:lnTo>
                    <a:pt x="1748" y="2067"/>
                  </a:lnTo>
                  <a:lnTo>
                    <a:pt x="1796" y="2055"/>
                  </a:lnTo>
                  <a:lnTo>
                    <a:pt x="1841" y="2038"/>
                  </a:lnTo>
                  <a:lnTo>
                    <a:pt x="1883" y="2016"/>
                  </a:lnTo>
                  <a:lnTo>
                    <a:pt x="1922" y="1989"/>
                  </a:lnTo>
                  <a:lnTo>
                    <a:pt x="1958" y="1958"/>
                  </a:lnTo>
                  <a:lnTo>
                    <a:pt x="1989" y="1922"/>
                  </a:lnTo>
                  <a:lnTo>
                    <a:pt x="2016" y="1883"/>
                  </a:lnTo>
                  <a:lnTo>
                    <a:pt x="2038" y="1841"/>
                  </a:lnTo>
                  <a:lnTo>
                    <a:pt x="2055" y="1796"/>
                  </a:lnTo>
                  <a:lnTo>
                    <a:pt x="2067" y="1748"/>
                  </a:lnTo>
                  <a:lnTo>
                    <a:pt x="1748" y="1748"/>
                  </a:lnTo>
                  <a:close/>
                  <a:moveTo>
                    <a:pt x="1293" y="1748"/>
                  </a:moveTo>
                  <a:lnTo>
                    <a:pt x="1305" y="1796"/>
                  </a:lnTo>
                  <a:lnTo>
                    <a:pt x="1322" y="1841"/>
                  </a:lnTo>
                  <a:lnTo>
                    <a:pt x="1344" y="1883"/>
                  </a:lnTo>
                  <a:lnTo>
                    <a:pt x="1371" y="1922"/>
                  </a:lnTo>
                  <a:lnTo>
                    <a:pt x="1402" y="1958"/>
                  </a:lnTo>
                  <a:lnTo>
                    <a:pt x="1438" y="1989"/>
                  </a:lnTo>
                  <a:lnTo>
                    <a:pt x="1477" y="2016"/>
                  </a:lnTo>
                  <a:lnTo>
                    <a:pt x="1519" y="2038"/>
                  </a:lnTo>
                  <a:lnTo>
                    <a:pt x="1564" y="2055"/>
                  </a:lnTo>
                  <a:lnTo>
                    <a:pt x="1612" y="2067"/>
                  </a:lnTo>
                  <a:lnTo>
                    <a:pt x="1612" y="1748"/>
                  </a:lnTo>
                  <a:lnTo>
                    <a:pt x="1293" y="1748"/>
                  </a:lnTo>
                  <a:close/>
                  <a:moveTo>
                    <a:pt x="620" y="1748"/>
                  </a:moveTo>
                  <a:lnTo>
                    <a:pt x="628" y="1828"/>
                  </a:lnTo>
                  <a:lnTo>
                    <a:pt x="641" y="1904"/>
                  </a:lnTo>
                  <a:lnTo>
                    <a:pt x="661" y="1979"/>
                  </a:lnTo>
                  <a:lnTo>
                    <a:pt x="685" y="2053"/>
                  </a:lnTo>
                  <a:lnTo>
                    <a:pt x="715" y="2123"/>
                  </a:lnTo>
                  <a:lnTo>
                    <a:pt x="749" y="2190"/>
                  </a:lnTo>
                  <a:lnTo>
                    <a:pt x="788" y="2255"/>
                  </a:lnTo>
                  <a:lnTo>
                    <a:pt x="831" y="2317"/>
                  </a:lnTo>
                  <a:lnTo>
                    <a:pt x="879" y="2375"/>
                  </a:lnTo>
                  <a:lnTo>
                    <a:pt x="930" y="2430"/>
                  </a:lnTo>
                  <a:lnTo>
                    <a:pt x="985" y="2481"/>
                  </a:lnTo>
                  <a:lnTo>
                    <a:pt x="1043" y="2529"/>
                  </a:lnTo>
                  <a:lnTo>
                    <a:pt x="1105" y="2572"/>
                  </a:lnTo>
                  <a:lnTo>
                    <a:pt x="1170" y="2611"/>
                  </a:lnTo>
                  <a:lnTo>
                    <a:pt x="1237" y="2645"/>
                  </a:lnTo>
                  <a:lnTo>
                    <a:pt x="1307" y="2675"/>
                  </a:lnTo>
                  <a:lnTo>
                    <a:pt x="1381" y="2699"/>
                  </a:lnTo>
                  <a:lnTo>
                    <a:pt x="1456" y="2719"/>
                  </a:lnTo>
                  <a:lnTo>
                    <a:pt x="1532" y="2732"/>
                  </a:lnTo>
                  <a:lnTo>
                    <a:pt x="1612" y="2740"/>
                  </a:lnTo>
                  <a:lnTo>
                    <a:pt x="1612" y="2204"/>
                  </a:lnTo>
                  <a:lnTo>
                    <a:pt x="1558" y="2195"/>
                  </a:lnTo>
                  <a:lnTo>
                    <a:pt x="1506" y="2180"/>
                  </a:lnTo>
                  <a:lnTo>
                    <a:pt x="1457" y="2160"/>
                  </a:lnTo>
                  <a:lnTo>
                    <a:pt x="1410" y="2135"/>
                  </a:lnTo>
                  <a:lnTo>
                    <a:pt x="1365" y="2106"/>
                  </a:lnTo>
                  <a:lnTo>
                    <a:pt x="1325" y="2072"/>
                  </a:lnTo>
                  <a:lnTo>
                    <a:pt x="1288" y="2035"/>
                  </a:lnTo>
                  <a:lnTo>
                    <a:pt x="1254" y="1995"/>
                  </a:lnTo>
                  <a:lnTo>
                    <a:pt x="1225" y="1950"/>
                  </a:lnTo>
                  <a:lnTo>
                    <a:pt x="1200" y="1903"/>
                  </a:lnTo>
                  <a:lnTo>
                    <a:pt x="1180" y="1854"/>
                  </a:lnTo>
                  <a:lnTo>
                    <a:pt x="1165" y="1802"/>
                  </a:lnTo>
                  <a:lnTo>
                    <a:pt x="1156" y="1748"/>
                  </a:lnTo>
                  <a:lnTo>
                    <a:pt x="620" y="1748"/>
                  </a:lnTo>
                  <a:close/>
                  <a:moveTo>
                    <a:pt x="305" y="1748"/>
                  </a:moveTo>
                  <a:lnTo>
                    <a:pt x="314" y="1840"/>
                  </a:lnTo>
                  <a:lnTo>
                    <a:pt x="327" y="1928"/>
                  </a:lnTo>
                  <a:lnTo>
                    <a:pt x="345" y="2016"/>
                  </a:lnTo>
                  <a:lnTo>
                    <a:pt x="370" y="2102"/>
                  </a:lnTo>
                  <a:lnTo>
                    <a:pt x="399" y="2184"/>
                  </a:lnTo>
                  <a:lnTo>
                    <a:pt x="435" y="2264"/>
                  </a:lnTo>
                  <a:lnTo>
                    <a:pt x="474" y="2342"/>
                  </a:lnTo>
                  <a:lnTo>
                    <a:pt x="518" y="2417"/>
                  </a:lnTo>
                  <a:lnTo>
                    <a:pt x="567" y="2488"/>
                  </a:lnTo>
                  <a:lnTo>
                    <a:pt x="620" y="2557"/>
                  </a:lnTo>
                  <a:lnTo>
                    <a:pt x="677" y="2622"/>
                  </a:lnTo>
                  <a:lnTo>
                    <a:pt x="738" y="2683"/>
                  </a:lnTo>
                  <a:lnTo>
                    <a:pt x="803" y="2740"/>
                  </a:lnTo>
                  <a:lnTo>
                    <a:pt x="872" y="2793"/>
                  </a:lnTo>
                  <a:lnTo>
                    <a:pt x="943" y="2842"/>
                  </a:lnTo>
                  <a:lnTo>
                    <a:pt x="1018" y="2886"/>
                  </a:lnTo>
                  <a:lnTo>
                    <a:pt x="1096" y="2925"/>
                  </a:lnTo>
                  <a:lnTo>
                    <a:pt x="1176" y="2961"/>
                  </a:lnTo>
                  <a:lnTo>
                    <a:pt x="1258" y="2990"/>
                  </a:lnTo>
                  <a:lnTo>
                    <a:pt x="1344" y="3015"/>
                  </a:lnTo>
                  <a:lnTo>
                    <a:pt x="1432" y="3033"/>
                  </a:lnTo>
                  <a:lnTo>
                    <a:pt x="1520" y="3046"/>
                  </a:lnTo>
                  <a:lnTo>
                    <a:pt x="1612" y="3055"/>
                  </a:lnTo>
                  <a:lnTo>
                    <a:pt x="1612" y="2876"/>
                  </a:lnTo>
                  <a:lnTo>
                    <a:pt x="1526" y="2868"/>
                  </a:lnTo>
                  <a:lnTo>
                    <a:pt x="1442" y="2855"/>
                  </a:lnTo>
                  <a:lnTo>
                    <a:pt x="1360" y="2835"/>
                  </a:lnTo>
                  <a:lnTo>
                    <a:pt x="1280" y="2810"/>
                  </a:lnTo>
                  <a:lnTo>
                    <a:pt x="1203" y="2780"/>
                  </a:lnTo>
                  <a:lnTo>
                    <a:pt x="1129" y="2744"/>
                  </a:lnTo>
                  <a:lnTo>
                    <a:pt x="1057" y="2703"/>
                  </a:lnTo>
                  <a:lnTo>
                    <a:pt x="989" y="2658"/>
                  </a:lnTo>
                  <a:lnTo>
                    <a:pt x="923" y="2610"/>
                  </a:lnTo>
                  <a:lnTo>
                    <a:pt x="862" y="2556"/>
                  </a:lnTo>
                  <a:lnTo>
                    <a:pt x="804" y="2498"/>
                  </a:lnTo>
                  <a:lnTo>
                    <a:pt x="750" y="2437"/>
                  </a:lnTo>
                  <a:lnTo>
                    <a:pt x="702" y="2371"/>
                  </a:lnTo>
                  <a:lnTo>
                    <a:pt x="657" y="2303"/>
                  </a:lnTo>
                  <a:lnTo>
                    <a:pt x="616" y="2231"/>
                  </a:lnTo>
                  <a:lnTo>
                    <a:pt x="580" y="2157"/>
                  </a:lnTo>
                  <a:lnTo>
                    <a:pt x="550" y="2080"/>
                  </a:lnTo>
                  <a:lnTo>
                    <a:pt x="525" y="2000"/>
                  </a:lnTo>
                  <a:lnTo>
                    <a:pt x="505" y="1918"/>
                  </a:lnTo>
                  <a:lnTo>
                    <a:pt x="492" y="1834"/>
                  </a:lnTo>
                  <a:lnTo>
                    <a:pt x="484" y="1748"/>
                  </a:lnTo>
                  <a:lnTo>
                    <a:pt x="305" y="1748"/>
                  </a:lnTo>
                  <a:close/>
                  <a:moveTo>
                    <a:pt x="1612" y="1293"/>
                  </a:moveTo>
                  <a:lnTo>
                    <a:pt x="1564" y="1305"/>
                  </a:lnTo>
                  <a:lnTo>
                    <a:pt x="1519" y="1322"/>
                  </a:lnTo>
                  <a:lnTo>
                    <a:pt x="1477" y="1344"/>
                  </a:lnTo>
                  <a:lnTo>
                    <a:pt x="1438" y="1371"/>
                  </a:lnTo>
                  <a:lnTo>
                    <a:pt x="1402" y="1402"/>
                  </a:lnTo>
                  <a:lnTo>
                    <a:pt x="1371" y="1438"/>
                  </a:lnTo>
                  <a:lnTo>
                    <a:pt x="1344" y="1477"/>
                  </a:lnTo>
                  <a:lnTo>
                    <a:pt x="1322" y="1519"/>
                  </a:lnTo>
                  <a:lnTo>
                    <a:pt x="1305" y="1564"/>
                  </a:lnTo>
                  <a:lnTo>
                    <a:pt x="1293" y="1612"/>
                  </a:lnTo>
                  <a:lnTo>
                    <a:pt x="1612" y="1612"/>
                  </a:lnTo>
                  <a:lnTo>
                    <a:pt x="1612" y="1293"/>
                  </a:lnTo>
                  <a:close/>
                  <a:moveTo>
                    <a:pt x="1748" y="620"/>
                  </a:moveTo>
                  <a:lnTo>
                    <a:pt x="1748" y="1612"/>
                  </a:lnTo>
                  <a:lnTo>
                    <a:pt x="2067" y="1612"/>
                  </a:lnTo>
                  <a:lnTo>
                    <a:pt x="2057" y="1570"/>
                  </a:lnTo>
                  <a:lnTo>
                    <a:pt x="2042" y="1528"/>
                  </a:lnTo>
                  <a:lnTo>
                    <a:pt x="2037" y="1511"/>
                  </a:lnTo>
                  <a:lnTo>
                    <a:pt x="2037" y="1494"/>
                  </a:lnTo>
                  <a:lnTo>
                    <a:pt x="2042" y="1476"/>
                  </a:lnTo>
                  <a:lnTo>
                    <a:pt x="2051" y="1461"/>
                  </a:lnTo>
                  <a:lnTo>
                    <a:pt x="2064" y="1449"/>
                  </a:lnTo>
                  <a:lnTo>
                    <a:pt x="2079" y="1440"/>
                  </a:lnTo>
                  <a:lnTo>
                    <a:pt x="2096" y="1435"/>
                  </a:lnTo>
                  <a:lnTo>
                    <a:pt x="2115" y="1435"/>
                  </a:lnTo>
                  <a:lnTo>
                    <a:pt x="2131" y="1440"/>
                  </a:lnTo>
                  <a:lnTo>
                    <a:pt x="2146" y="1448"/>
                  </a:lnTo>
                  <a:lnTo>
                    <a:pt x="2160" y="1460"/>
                  </a:lnTo>
                  <a:lnTo>
                    <a:pt x="2169" y="1476"/>
                  </a:lnTo>
                  <a:lnTo>
                    <a:pt x="2185" y="1520"/>
                  </a:lnTo>
                  <a:lnTo>
                    <a:pt x="2197" y="1566"/>
                  </a:lnTo>
                  <a:lnTo>
                    <a:pt x="2204" y="1612"/>
                  </a:lnTo>
                  <a:lnTo>
                    <a:pt x="2740" y="1612"/>
                  </a:lnTo>
                  <a:lnTo>
                    <a:pt x="2732" y="1532"/>
                  </a:lnTo>
                  <a:lnTo>
                    <a:pt x="2719" y="1456"/>
                  </a:lnTo>
                  <a:lnTo>
                    <a:pt x="2699" y="1381"/>
                  </a:lnTo>
                  <a:lnTo>
                    <a:pt x="2675" y="1307"/>
                  </a:lnTo>
                  <a:lnTo>
                    <a:pt x="2645" y="1237"/>
                  </a:lnTo>
                  <a:lnTo>
                    <a:pt x="2611" y="1170"/>
                  </a:lnTo>
                  <a:lnTo>
                    <a:pt x="2572" y="1105"/>
                  </a:lnTo>
                  <a:lnTo>
                    <a:pt x="2529" y="1043"/>
                  </a:lnTo>
                  <a:lnTo>
                    <a:pt x="2481" y="985"/>
                  </a:lnTo>
                  <a:lnTo>
                    <a:pt x="2430" y="930"/>
                  </a:lnTo>
                  <a:lnTo>
                    <a:pt x="2375" y="879"/>
                  </a:lnTo>
                  <a:lnTo>
                    <a:pt x="2317" y="831"/>
                  </a:lnTo>
                  <a:lnTo>
                    <a:pt x="2255" y="788"/>
                  </a:lnTo>
                  <a:lnTo>
                    <a:pt x="2190" y="749"/>
                  </a:lnTo>
                  <a:lnTo>
                    <a:pt x="2123" y="715"/>
                  </a:lnTo>
                  <a:lnTo>
                    <a:pt x="2053" y="685"/>
                  </a:lnTo>
                  <a:lnTo>
                    <a:pt x="1979" y="661"/>
                  </a:lnTo>
                  <a:lnTo>
                    <a:pt x="1904" y="641"/>
                  </a:lnTo>
                  <a:lnTo>
                    <a:pt x="1828" y="628"/>
                  </a:lnTo>
                  <a:lnTo>
                    <a:pt x="1748" y="620"/>
                  </a:lnTo>
                  <a:close/>
                  <a:moveTo>
                    <a:pt x="1612" y="620"/>
                  </a:moveTo>
                  <a:lnTo>
                    <a:pt x="1532" y="628"/>
                  </a:lnTo>
                  <a:lnTo>
                    <a:pt x="1456" y="641"/>
                  </a:lnTo>
                  <a:lnTo>
                    <a:pt x="1381" y="661"/>
                  </a:lnTo>
                  <a:lnTo>
                    <a:pt x="1307" y="685"/>
                  </a:lnTo>
                  <a:lnTo>
                    <a:pt x="1237" y="715"/>
                  </a:lnTo>
                  <a:lnTo>
                    <a:pt x="1170" y="749"/>
                  </a:lnTo>
                  <a:lnTo>
                    <a:pt x="1105" y="788"/>
                  </a:lnTo>
                  <a:lnTo>
                    <a:pt x="1043" y="831"/>
                  </a:lnTo>
                  <a:lnTo>
                    <a:pt x="985" y="879"/>
                  </a:lnTo>
                  <a:lnTo>
                    <a:pt x="930" y="930"/>
                  </a:lnTo>
                  <a:lnTo>
                    <a:pt x="879" y="985"/>
                  </a:lnTo>
                  <a:lnTo>
                    <a:pt x="831" y="1043"/>
                  </a:lnTo>
                  <a:lnTo>
                    <a:pt x="788" y="1105"/>
                  </a:lnTo>
                  <a:lnTo>
                    <a:pt x="749" y="1170"/>
                  </a:lnTo>
                  <a:lnTo>
                    <a:pt x="715" y="1237"/>
                  </a:lnTo>
                  <a:lnTo>
                    <a:pt x="685" y="1307"/>
                  </a:lnTo>
                  <a:lnTo>
                    <a:pt x="661" y="1381"/>
                  </a:lnTo>
                  <a:lnTo>
                    <a:pt x="641" y="1456"/>
                  </a:lnTo>
                  <a:lnTo>
                    <a:pt x="628" y="1532"/>
                  </a:lnTo>
                  <a:lnTo>
                    <a:pt x="620" y="1612"/>
                  </a:lnTo>
                  <a:lnTo>
                    <a:pt x="1156" y="1612"/>
                  </a:lnTo>
                  <a:lnTo>
                    <a:pt x="1165" y="1558"/>
                  </a:lnTo>
                  <a:lnTo>
                    <a:pt x="1180" y="1506"/>
                  </a:lnTo>
                  <a:lnTo>
                    <a:pt x="1200" y="1457"/>
                  </a:lnTo>
                  <a:lnTo>
                    <a:pt x="1225" y="1410"/>
                  </a:lnTo>
                  <a:lnTo>
                    <a:pt x="1254" y="1365"/>
                  </a:lnTo>
                  <a:lnTo>
                    <a:pt x="1288" y="1325"/>
                  </a:lnTo>
                  <a:lnTo>
                    <a:pt x="1325" y="1288"/>
                  </a:lnTo>
                  <a:lnTo>
                    <a:pt x="1365" y="1254"/>
                  </a:lnTo>
                  <a:lnTo>
                    <a:pt x="1410" y="1225"/>
                  </a:lnTo>
                  <a:lnTo>
                    <a:pt x="1457" y="1200"/>
                  </a:lnTo>
                  <a:lnTo>
                    <a:pt x="1506" y="1180"/>
                  </a:lnTo>
                  <a:lnTo>
                    <a:pt x="1558" y="1165"/>
                  </a:lnTo>
                  <a:lnTo>
                    <a:pt x="1612" y="1156"/>
                  </a:lnTo>
                  <a:lnTo>
                    <a:pt x="1612" y="620"/>
                  </a:lnTo>
                  <a:close/>
                  <a:moveTo>
                    <a:pt x="1748" y="305"/>
                  </a:moveTo>
                  <a:lnTo>
                    <a:pt x="1748" y="484"/>
                  </a:lnTo>
                  <a:lnTo>
                    <a:pt x="1834" y="492"/>
                  </a:lnTo>
                  <a:lnTo>
                    <a:pt x="1918" y="505"/>
                  </a:lnTo>
                  <a:lnTo>
                    <a:pt x="2000" y="525"/>
                  </a:lnTo>
                  <a:lnTo>
                    <a:pt x="2080" y="550"/>
                  </a:lnTo>
                  <a:lnTo>
                    <a:pt x="2157" y="580"/>
                  </a:lnTo>
                  <a:lnTo>
                    <a:pt x="2231" y="616"/>
                  </a:lnTo>
                  <a:lnTo>
                    <a:pt x="2303" y="657"/>
                  </a:lnTo>
                  <a:lnTo>
                    <a:pt x="2371" y="702"/>
                  </a:lnTo>
                  <a:lnTo>
                    <a:pt x="2437" y="750"/>
                  </a:lnTo>
                  <a:lnTo>
                    <a:pt x="2498" y="804"/>
                  </a:lnTo>
                  <a:lnTo>
                    <a:pt x="2556" y="862"/>
                  </a:lnTo>
                  <a:lnTo>
                    <a:pt x="2610" y="923"/>
                  </a:lnTo>
                  <a:lnTo>
                    <a:pt x="2658" y="989"/>
                  </a:lnTo>
                  <a:lnTo>
                    <a:pt x="2703" y="1057"/>
                  </a:lnTo>
                  <a:lnTo>
                    <a:pt x="2744" y="1129"/>
                  </a:lnTo>
                  <a:lnTo>
                    <a:pt x="2780" y="1203"/>
                  </a:lnTo>
                  <a:lnTo>
                    <a:pt x="2810" y="1280"/>
                  </a:lnTo>
                  <a:lnTo>
                    <a:pt x="2835" y="1360"/>
                  </a:lnTo>
                  <a:lnTo>
                    <a:pt x="2855" y="1442"/>
                  </a:lnTo>
                  <a:lnTo>
                    <a:pt x="2868" y="1526"/>
                  </a:lnTo>
                  <a:lnTo>
                    <a:pt x="2876" y="1612"/>
                  </a:lnTo>
                  <a:lnTo>
                    <a:pt x="3055" y="1612"/>
                  </a:lnTo>
                  <a:lnTo>
                    <a:pt x="3046" y="1520"/>
                  </a:lnTo>
                  <a:lnTo>
                    <a:pt x="3033" y="1432"/>
                  </a:lnTo>
                  <a:lnTo>
                    <a:pt x="3015" y="1344"/>
                  </a:lnTo>
                  <a:lnTo>
                    <a:pt x="2990" y="1258"/>
                  </a:lnTo>
                  <a:lnTo>
                    <a:pt x="2961" y="1176"/>
                  </a:lnTo>
                  <a:lnTo>
                    <a:pt x="2925" y="1096"/>
                  </a:lnTo>
                  <a:lnTo>
                    <a:pt x="2886" y="1018"/>
                  </a:lnTo>
                  <a:lnTo>
                    <a:pt x="2842" y="943"/>
                  </a:lnTo>
                  <a:lnTo>
                    <a:pt x="2793" y="872"/>
                  </a:lnTo>
                  <a:lnTo>
                    <a:pt x="2740" y="803"/>
                  </a:lnTo>
                  <a:lnTo>
                    <a:pt x="2683" y="738"/>
                  </a:lnTo>
                  <a:lnTo>
                    <a:pt x="2622" y="677"/>
                  </a:lnTo>
                  <a:lnTo>
                    <a:pt x="2557" y="620"/>
                  </a:lnTo>
                  <a:lnTo>
                    <a:pt x="2488" y="567"/>
                  </a:lnTo>
                  <a:lnTo>
                    <a:pt x="2417" y="518"/>
                  </a:lnTo>
                  <a:lnTo>
                    <a:pt x="2342" y="474"/>
                  </a:lnTo>
                  <a:lnTo>
                    <a:pt x="2264" y="435"/>
                  </a:lnTo>
                  <a:lnTo>
                    <a:pt x="2184" y="399"/>
                  </a:lnTo>
                  <a:lnTo>
                    <a:pt x="2102" y="370"/>
                  </a:lnTo>
                  <a:lnTo>
                    <a:pt x="2016" y="345"/>
                  </a:lnTo>
                  <a:lnTo>
                    <a:pt x="1928" y="327"/>
                  </a:lnTo>
                  <a:lnTo>
                    <a:pt x="1840" y="314"/>
                  </a:lnTo>
                  <a:lnTo>
                    <a:pt x="1748" y="305"/>
                  </a:lnTo>
                  <a:close/>
                  <a:moveTo>
                    <a:pt x="1612" y="305"/>
                  </a:moveTo>
                  <a:lnTo>
                    <a:pt x="1520" y="314"/>
                  </a:lnTo>
                  <a:lnTo>
                    <a:pt x="1432" y="327"/>
                  </a:lnTo>
                  <a:lnTo>
                    <a:pt x="1344" y="345"/>
                  </a:lnTo>
                  <a:lnTo>
                    <a:pt x="1258" y="370"/>
                  </a:lnTo>
                  <a:lnTo>
                    <a:pt x="1176" y="399"/>
                  </a:lnTo>
                  <a:lnTo>
                    <a:pt x="1096" y="435"/>
                  </a:lnTo>
                  <a:lnTo>
                    <a:pt x="1018" y="474"/>
                  </a:lnTo>
                  <a:lnTo>
                    <a:pt x="943" y="518"/>
                  </a:lnTo>
                  <a:lnTo>
                    <a:pt x="872" y="567"/>
                  </a:lnTo>
                  <a:lnTo>
                    <a:pt x="803" y="620"/>
                  </a:lnTo>
                  <a:lnTo>
                    <a:pt x="738" y="677"/>
                  </a:lnTo>
                  <a:lnTo>
                    <a:pt x="677" y="738"/>
                  </a:lnTo>
                  <a:lnTo>
                    <a:pt x="620" y="803"/>
                  </a:lnTo>
                  <a:lnTo>
                    <a:pt x="567" y="872"/>
                  </a:lnTo>
                  <a:lnTo>
                    <a:pt x="518" y="943"/>
                  </a:lnTo>
                  <a:lnTo>
                    <a:pt x="474" y="1018"/>
                  </a:lnTo>
                  <a:lnTo>
                    <a:pt x="435" y="1096"/>
                  </a:lnTo>
                  <a:lnTo>
                    <a:pt x="399" y="1176"/>
                  </a:lnTo>
                  <a:lnTo>
                    <a:pt x="370" y="1258"/>
                  </a:lnTo>
                  <a:lnTo>
                    <a:pt x="345" y="1344"/>
                  </a:lnTo>
                  <a:lnTo>
                    <a:pt x="327" y="1432"/>
                  </a:lnTo>
                  <a:lnTo>
                    <a:pt x="314" y="1520"/>
                  </a:lnTo>
                  <a:lnTo>
                    <a:pt x="305" y="1612"/>
                  </a:lnTo>
                  <a:lnTo>
                    <a:pt x="484" y="1612"/>
                  </a:lnTo>
                  <a:lnTo>
                    <a:pt x="492" y="1526"/>
                  </a:lnTo>
                  <a:lnTo>
                    <a:pt x="505" y="1442"/>
                  </a:lnTo>
                  <a:lnTo>
                    <a:pt x="525" y="1360"/>
                  </a:lnTo>
                  <a:lnTo>
                    <a:pt x="550" y="1280"/>
                  </a:lnTo>
                  <a:lnTo>
                    <a:pt x="580" y="1203"/>
                  </a:lnTo>
                  <a:lnTo>
                    <a:pt x="616" y="1129"/>
                  </a:lnTo>
                  <a:lnTo>
                    <a:pt x="657" y="1057"/>
                  </a:lnTo>
                  <a:lnTo>
                    <a:pt x="702" y="989"/>
                  </a:lnTo>
                  <a:lnTo>
                    <a:pt x="750" y="923"/>
                  </a:lnTo>
                  <a:lnTo>
                    <a:pt x="804" y="862"/>
                  </a:lnTo>
                  <a:lnTo>
                    <a:pt x="862" y="804"/>
                  </a:lnTo>
                  <a:lnTo>
                    <a:pt x="923" y="750"/>
                  </a:lnTo>
                  <a:lnTo>
                    <a:pt x="989" y="702"/>
                  </a:lnTo>
                  <a:lnTo>
                    <a:pt x="1057" y="657"/>
                  </a:lnTo>
                  <a:lnTo>
                    <a:pt x="1129" y="616"/>
                  </a:lnTo>
                  <a:lnTo>
                    <a:pt x="1203" y="580"/>
                  </a:lnTo>
                  <a:lnTo>
                    <a:pt x="1280" y="550"/>
                  </a:lnTo>
                  <a:lnTo>
                    <a:pt x="1360" y="525"/>
                  </a:lnTo>
                  <a:lnTo>
                    <a:pt x="1442" y="505"/>
                  </a:lnTo>
                  <a:lnTo>
                    <a:pt x="1526" y="492"/>
                  </a:lnTo>
                  <a:lnTo>
                    <a:pt x="1612" y="484"/>
                  </a:lnTo>
                  <a:lnTo>
                    <a:pt x="1612" y="305"/>
                  </a:lnTo>
                  <a:close/>
                  <a:moveTo>
                    <a:pt x="1680" y="0"/>
                  </a:moveTo>
                  <a:lnTo>
                    <a:pt x="1698" y="2"/>
                  </a:lnTo>
                  <a:lnTo>
                    <a:pt x="1715" y="9"/>
                  </a:lnTo>
                  <a:lnTo>
                    <a:pt x="1728" y="20"/>
                  </a:lnTo>
                  <a:lnTo>
                    <a:pt x="1739" y="34"/>
                  </a:lnTo>
                  <a:lnTo>
                    <a:pt x="1746" y="50"/>
                  </a:lnTo>
                  <a:lnTo>
                    <a:pt x="1748" y="68"/>
                  </a:lnTo>
                  <a:lnTo>
                    <a:pt x="1748" y="169"/>
                  </a:lnTo>
                  <a:lnTo>
                    <a:pt x="1835" y="175"/>
                  </a:lnTo>
                  <a:lnTo>
                    <a:pt x="1921" y="186"/>
                  </a:lnTo>
                  <a:lnTo>
                    <a:pt x="2006" y="203"/>
                  </a:lnTo>
                  <a:lnTo>
                    <a:pt x="2088" y="223"/>
                  </a:lnTo>
                  <a:lnTo>
                    <a:pt x="2171" y="248"/>
                  </a:lnTo>
                  <a:lnTo>
                    <a:pt x="2250" y="278"/>
                  </a:lnTo>
                  <a:lnTo>
                    <a:pt x="2329" y="313"/>
                  </a:lnTo>
                  <a:lnTo>
                    <a:pt x="2405" y="351"/>
                  </a:lnTo>
                  <a:lnTo>
                    <a:pt x="2478" y="395"/>
                  </a:lnTo>
                  <a:lnTo>
                    <a:pt x="2551" y="442"/>
                  </a:lnTo>
                  <a:lnTo>
                    <a:pt x="2620" y="494"/>
                  </a:lnTo>
                  <a:lnTo>
                    <a:pt x="2686" y="550"/>
                  </a:lnTo>
                  <a:lnTo>
                    <a:pt x="2750" y="610"/>
                  </a:lnTo>
                  <a:lnTo>
                    <a:pt x="2810" y="674"/>
                  </a:lnTo>
                  <a:lnTo>
                    <a:pt x="2866" y="740"/>
                  </a:lnTo>
                  <a:lnTo>
                    <a:pt x="2918" y="809"/>
                  </a:lnTo>
                  <a:lnTo>
                    <a:pt x="2965" y="882"/>
                  </a:lnTo>
                  <a:lnTo>
                    <a:pt x="3009" y="955"/>
                  </a:lnTo>
                  <a:lnTo>
                    <a:pt x="3047" y="1031"/>
                  </a:lnTo>
                  <a:lnTo>
                    <a:pt x="3082" y="1110"/>
                  </a:lnTo>
                  <a:lnTo>
                    <a:pt x="3112" y="1189"/>
                  </a:lnTo>
                  <a:lnTo>
                    <a:pt x="3137" y="1272"/>
                  </a:lnTo>
                  <a:lnTo>
                    <a:pt x="3157" y="1354"/>
                  </a:lnTo>
                  <a:lnTo>
                    <a:pt x="3174" y="1439"/>
                  </a:lnTo>
                  <a:lnTo>
                    <a:pt x="3185" y="1525"/>
                  </a:lnTo>
                  <a:lnTo>
                    <a:pt x="3191" y="1612"/>
                  </a:lnTo>
                  <a:lnTo>
                    <a:pt x="3292" y="1612"/>
                  </a:lnTo>
                  <a:lnTo>
                    <a:pt x="3310" y="1614"/>
                  </a:lnTo>
                  <a:lnTo>
                    <a:pt x="3326" y="1621"/>
                  </a:lnTo>
                  <a:lnTo>
                    <a:pt x="3340" y="1632"/>
                  </a:lnTo>
                  <a:lnTo>
                    <a:pt x="3351" y="1645"/>
                  </a:lnTo>
                  <a:lnTo>
                    <a:pt x="3358" y="1662"/>
                  </a:lnTo>
                  <a:lnTo>
                    <a:pt x="3360" y="1680"/>
                  </a:lnTo>
                  <a:lnTo>
                    <a:pt x="3358" y="1698"/>
                  </a:lnTo>
                  <a:lnTo>
                    <a:pt x="3351" y="1715"/>
                  </a:lnTo>
                  <a:lnTo>
                    <a:pt x="3340" y="1728"/>
                  </a:lnTo>
                  <a:lnTo>
                    <a:pt x="3326" y="1739"/>
                  </a:lnTo>
                  <a:lnTo>
                    <a:pt x="3310" y="1746"/>
                  </a:lnTo>
                  <a:lnTo>
                    <a:pt x="3292" y="1748"/>
                  </a:lnTo>
                  <a:lnTo>
                    <a:pt x="3191" y="1748"/>
                  </a:lnTo>
                  <a:lnTo>
                    <a:pt x="3185" y="1835"/>
                  </a:lnTo>
                  <a:lnTo>
                    <a:pt x="3174" y="1921"/>
                  </a:lnTo>
                  <a:lnTo>
                    <a:pt x="3157" y="2006"/>
                  </a:lnTo>
                  <a:lnTo>
                    <a:pt x="3137" y="2088"/>
                  </a:lnTo>
                  <a:lnTo>
                    <a:pt x="3112" y="2171"/>
                  </a:lnTo>
                  <a:lnTo>
                    <a:pt x="3082" y="2250"/>
                  </a:lnTo>
                  <a:lnTo>
                    <a:pt x="3047" y="2329"/>
                  </a:lnTo>
                  <a:lnTo>
                    <a:pt x="3009" y="2405"/>
                  </a:lnTo>
                  <a:lnTo>
                    <a:pt x="2965" y="2478"/>
                  </a:lnTo>
                  <a:lnTo>
                    <a:pt x="2918" y="2551"/>
                  </a:lnTo>
                  <a:lnTo>
                    <a:pt x="2866" y="2620"/>
                  </a:lnTo>
                  <a:lnTo>
                    <a:pt x="2810" y="2686"/>
                  </a:lnTo>
                  <a:lnTo>
                    <a:pt x="2750" y="2750"/>
                  </a:lnTo>
                  <a:lnTo>
                    <a:pt x="2686" y="2810"/>
                  </a:lnTo>
                  <a:lnTo>
                    <a:pt x="2620" y="2866"/>
                  </a:lnTo>
                  <a:lnTo>
                    <a:pt x="2551" y="2918"/>
                  </a:lnTo>
                  <a:lnTo>
                    <a:pt x="2478" y="2965"/>
                  </a:lnTo>
                  <a:lnTo>
                    <a:pt x="2405" y="3009"/>
                  </a:lnTo>
                  <a:lnTo>
                    <a:pt x="2329" y="3047"/>
                  </a:lnTo>
                  <a:lnTo>
                    <a:pt x="2250" y="3082"/>
                  </a:lnTo>
                  <a:lnTo>
                    <a:pt x="2171" y="3112"/>
                  </a:lnTo>
                  <a:lnTo>
                    <a:pt x="2088" y="3137"/>
                  </a:lnTo>
                  <a:lnTo>
                    <a:pt x="2006" y="3157"/>
                  </a:lnTo>
                  <a:lnTo>
                    <a:pt x="1921" y="3174"/>
                  </a:lnTo>
                  <a:lnTo>
                    <a:pt x="1835" y="3185"/>
                  </a:lnTo>
                  <a:lnTo>
                    <a:pt x="1748" y="3191"/>
                  </a:lnTo>
                  <a:lnTo>
                    <a:pt x="1748" y="3292"/>
                  </a:lnTo>
                  <a:lnTo>
                    <a:pt x="1746" y="3310"/>
                  </a:lnTo>
                  <a:lnTo>
                    <a:pt x="1739" y="3326"/>
                  </a:lnTo>
                  <a:lnTo>
                    <a:pt x="1728" y="3340"/>
                  </a:lnTo>
                  <a:lnTo>
                    <a:pt x="1715" y="3351"/>
                  </a:lnTo>
                  <a:lnTo>
                    <a:pt x="1698" y="3358"/>
                  </a:lnTo>
                  <a:lnTo>
                    <a:pt x="1680" y="3360"/>
                  </a:lnTo>
                  <a:lnTo>
                    <a:pt x="1662" y="3358"/>
                  </a:lnTo>
                  <a:lnTo>
                    <a:pt x="1645" y="3351"/>
                  </a:lnTo>
                  <a:lnTo>
                    <a:pt x="1632" y="3340"/>
                  </a:lnTo>
                  <a:lnTo>
                    <a:pt x="1621" y="3326"/>
                  </a:lnTo>
                  <a:lnTo>
                    <a:pt x="1614" y="3310"/>
                  </a:lnTo>
                  <a:lnTo>
                    <a:pt x="1612" y="3292"/>
                  </a:lnTo>
                  <a:lnTo>
                    <a:pt x="1612" y="3191"/>
                  </a:lnTo>
                  <a:lnTo>
                    <a:pt x="1525" y="3185"/>
                  </a:lnTo>
                  <a:lnTo>
                    <a:pt x="1439" y="3174"/>
                  </a:lnTo>
                  <a:lnTo>
                    <a:pt x="1354" y="3157"/>
                  </a:lnTo>
                  <a:lnTo>
                    <a:pt x="1272" y="3137"/>
                  </a:lnTo>
                  <a:lnTo>
                    <a:pt x="1189" y="3112"/>
                  </a:lnTo>
                  <a:lnTo>
                    <a:pt x="1110" y="3082"/>
                  </a:lnTo>
                  <a:lnTo>
                    <a:pt x="1031" y="3047"/>
                  </a:lnTo>
                  <a:lnTo>
                    <a:pt x="955" y="3009"/>
                  </a:lnTo>
                  <a:lnTo>
                    <a:pt x="882" y="2965"/>
                  </a:lnTo>
                  <a:lnTo>
                    <a:pt x="809" y="2918"/>
                  </a:lnTo>
                  <a:lnTo>
                    <a:pt x="740" y="2866"/>
                  </a:lnTo>
                  <a:lnTo>
                    <a:pt x="674" y="2810"/>
                  </a:lnTo>
                  <a:lnTo>
                    <a:pt x="610" y="2750"/>
                  </a:lnTo>
                  <a:lnTo>
                    <a:pt x="550" y="2686"/>
                  </a:lnTo>
                  <a:lnTo>
                    <a:pt x="494" y="2620"/>
                  </a:lnTo>
                  <a:lnTo>
                    <a:pt x="442" y="2551"/>
                  </a:lnTo>
                  <a:lnTo>
                    <a:pt x="395" y="2478"/>
                  </a:lnTo>
                  <a:lnTo>
                    <a:pt x="351" y="2405"/>
                  </a:lnTo>
                  <a:lnTo>
                    <a:pt x="313" y="2329"/>
                  </a:lnTo>
                  <a:lnTo>
                    <a:pt x="278" y="2250"/>
                  </a:lnTo>
                  <a:lnTo>
                    <a:pt x="248" y="2171"/>
                  </a:lnTo>
                  <a:lnTo>
                    <a:pt x="223" y="2088"/>
                  </a:lnTo>
                  <a:lnTo>
                    <a:pt x="203" y="2006"/>
                  </a:lnTo>
                  <a:lnTo>
                    <a:pt x="186" y="1921"/>
                  </a:lnTo>
                  <a:lnTo>
                    <a:pt x="175" y="1835"/>
                  </a:lnTo>
                  <a:lnTo>
                    <a:pt x="169" y="1748"/>
                  </a:lnTo>
                  <a:lnTo>
                    <a:pt x="68" y="1748"/>
                  </a:lnTo>
                  <a:lnTo>
                    <a:pt x="50" y="1746"/>
                  </a:lnTo>
                  <a:lnTo>
                    <a:pt x="34" y="1739"/>
                  </a:lnTo>
                  <a:lnTo>
                    <a:pt x="20" y="1728"/>
                  </a:lnTo>
                  <a:lnTo>
                    <a:pt x="9" y="1715"/>
                  </a:lnTo>
                  <a:lnTo>
                    <a:pt x="2" y="1698"/>
                  </a:lnTo>
                  <a:lnTo>
                    <a:pt x="0" y="1680"/>
                  </a:lnTo>
                  <a:lnTo>
                    <a:pt x="2" y="1662"/>
                  </a:lnTo>
                  <a:lnTo>
                    <a:pt x="9" y="1645"/>
                  </a:lnTo>
                  <a:lnTo>
                    <a:pt x="20" y="1632"/>
                  </a:lnTo>
                  <a:lnTo>
                    <a:pt x="34" y="1621"/>
                  </a:lnTo>
                  <a:lnTo>
                    <a:pt x="50" y="1614"/>
                  </a:lnTo>
                  <a:lnTo>
                    <a:pt x="68" y="1612"/>
                  </a:lnTo>
                  <a:lnTo>
                    <a:pt x="169" y="1612"/>
                  </a:lnTo>
                  <a:lnTo>
                    <a:pt x="175" y="1525"/>
                  </a:lnTo>
                  <a:lnTo>
                    <a:pt x="186" y="1439"/>
                  </a:lnTo>
                  <a:lnTo>
                    <a:pt x="203" y="1354"/>
                  </a:lnTo>
                  <a:lnTo>
                    <a:pt x="223" y="1272"/>
                  </a:lnTo>
                  <a:lnTo>
                    <a:pt x="248" y="1189"/>
                  </a:lnTo>
                  <a:lnTo>
                    <a:pt x="278" y="1110"/>
                  </a:lnTo>
                  <a:lnTo>
                    <a:pt x="313" y="1031"/>
                  </a:lnTo>
                  <a:lnTo>
                    <a:pt x="351" y="955"/>
                  </a:lnTo>
                  <a:lnTo>
                    <a:pt x="395" y="882"/>
                  </a:lnTo>
                  <a:lnTo>
                    <a:pt x="442" y="809"/>
                  </a:lnTo>
                  <a:lnTo>
                    <a:pt x="494" y="740"/>
                  </a:lnTo>
                  <a:lnTo>
                    <a:pt x="550" y="674"/>
                  </a:lnTo>
                  <a:lnTo>
                    <a:pt x="610" y="610"/>
                  </a:lnTo>
                  <a:lnTo>
                    <a:pt x="674" y="550"/>
                  </a:lnTo>
                  <a:lnTo>
                    <a:pt x="740" y="494"/>
                  </a:lnTo>
                  <a:lnTo>
                    <a:pt x="809" y="442"/>
                  </a:lnTo>
                  <a:lnTo>
                    <a:pt x="882" y="395"/>
                  </a:lnTo>
                  <a:lnTo>
                    <a:pt x="955" y="351"/>
                  </a:lnTo>
                  <a:lnTo>
                    <a:pt x="1031" y="313"/>
                  </a:lnTo>
                  <a:lnTo>
                    <a:pt x="1110" y="278"/>
                  </a:lnTo>
                  <a:lnTo>
                    <a:pt x="1189" y="248"/>
                  </a:lnTo>
                  <a:lnTo>
                    <a:pt x="1272" y="223"/>
                  </a:lnTo>
                  <a:lnTo>
                    <a:pt x="1354" y="203"/>
                  </a:lnTo>
                  <a:lnTo>
                    <a:pt x="1439" y="186"/>
                  </a:lnTo>
                  <a:lnTo>
                    <a:pt x="1525" y="175"/>
                  </a:lnTo>
                  <a:lnTo>
                    <a:pt x="1612" y="169"/>
                  </a:lnTo>
                  <a:lnTo>
                    <a:pt x="1612" y="68"/>
                  </a:lnTo>
                  <a:lnTo>
                    <a:pt x="1614" y="50"/>
                  </a:lnTo>
                  <a:lnTo>
                    <a:pt x="1621" y="34"/>
                  </a:lnTo>
                  <a:lnTo>
                    <a:pt x="1632" y="20"/>
                  </a:lnTo>
                  <a:lnTo>
                    <a:pt x="1645" y="9"/>
                  </a:lnTo>
                  <a:lnTo>
                    <a:pt x="1662" y="2"/>
                  </a:lnTo>
                  <a:lnTo>
                    <a:pt x="168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44" name="Google Shape;944;p65"/>
          <p:cNvGrpSpPr/>
          <p:nvPr/>
        </p:nvGrpSpPr>
        <p:grpSpPr>
          <a:xfrm>
            <a:off x="9484250" y="2090600"/>
            <a:ext cx="378105" cy="377317"/>
            <a:chOff x="2001838" y="2111376"/>
            <a:chExt cx="762001" cy="760413"/>
          </a:xfrm>
        </p:grpSpPr>
        <p:sp>
          <p:nvSpPr>
            <p:cNvPr id="945" name="Google Shape;945;p65"/>
            <p:cNvSpPr/>
            <p:nvPr/>
          </p:nvSpPr>
          <p:spPr>
            <a:xfrm>
              <a:off x="2335213" y="2111376"/>
              <a:ext cx="95250" cy="131762"/>
            </a:xfrm>
            <a:custGeom>
              <a:rect b="b" l="l" r="r" t="t"/>
              <a:pathLst>
                <a:path extrusionOk="0" h="583" w="426">
                  <a:moveTo>
                    <a:pt x="213" y="133"/>
                  </a:moveTo>
                  <a:lnTo>
                    <a:pt x="197" y="136"/>
                  </a:lnTo>
                  <a:lnTo>
                    <a:pt x="181" y="141"/>
                  </a:lnTo>
                  <a:lnTo>
                    <a:pt x="167" y="148"/>
                  </a:lnTo>
                  <a:lnTo>
                    <a:pt x="155" y="159"/>
                  </a:lnTo>
                  <a:lnTo>
                    <a:pt x="145" y="172"/>
                  </a:lnTo>
                  <a:lnTo>
                    <a:pt x="139" y="186"/>
                  </a:lnTo>
                  <a:lnTo>
                    <a:pt x="135" y="202"/>
                  </a:lnTo>
                  <a:lnTo>
                    <a:pt x="134" y="218"/>
                  </a:lnTo>
                  <a:lnTo>
                    <a:pt x="145" y="383"/>
                  </a:lnTo>
                  <a:lnTo>
                    <a:pt x="148" y="399"/>
                  </a:lnTo>
                  <a:lnTo>
                    <a:pt x="154" y="415"/>
                  </a:lnTo>
                  <a:lnTo>
                    <a:pt x="163" y="428"/>
                  </a:lnTo>
                  <a:lnTo>
                    <a:pt x="175" y="438"/>
                  </a:lnTo>
                  <a:lnTo>
                    <a:pt x="194" y="446"/>
                  </a:lnTo>
                  <a:lnTo>
                    <a:pt x="213" y="449"/>
                  </a:lnTo>
                  <a:lnTo>
                    <a:pt x="232" y="446"/>
                  </a:lnTo>
                  <a:lnTo>
                    <a:pt x="251" y="438"/>
                  </a:lnTo>
                  <a:lnTo>
                    <a:pt x="263" y="428"/>
                  </a:lnTo>
                  <a:lnTo>
                    <a:pt x="272" y="415"/>
                  </a:lnTo>
                  <a:lnTo>
                    <a:pt x="278" y="399"/>
                  </a:lnTo>
                  <a:lnTo>
                    <a:pt x="281" y="383"/>
                  </a:lnTo>
                  <a:lnTo>
                    <a:pt x="292" y="218"/>
                  </a:lnTo>
                  <a:lnTo>
                    <a:pt x="291" y="202"/>
                  </a:lnTo>
                  <a:lnTo>
                    <a:pt x="287" y="186"/>
                  </a:lnTo>
                  <a:lnTo>
                    <a:pt x="281" y="172"/>
                  </a:lnTo>
                  <a:lnTo>
                    <a:pt x="271" y="159"/>
                  </a:lnTo>
                  <a:lnTo>
                    <a:pt x="259" y="148"/>
                  </a:lnTo>
                  <a:lnTo>
                    <a:pt x="245" y="141"/>
                  </a:lnTo>
                  <a:lnTo>
                    <a:pt x="229" y="136"/>
                  </a:lnTo>
                  <a:lnTo>
                    <a:pt x="213" y="133"/>
                  </a:lnTo>
                  <a:close/>
                  <a:moveTo>
                    <a:pt x="212" y="0"/>
                  </a:moveTo>
                  <a:lnTo>
                    <a:pt x="243" y="2"/>
                  </a:lnTo>
                  <a:lnTo>
                    <a:pt x="270" y="8"/>
                  </a:lnTo>
                  <a:lnTo>
                    <a:pt x="298" y="17"/>
                  </a:lnTo>
                  <a:lnTo>
                    <a:pt x="323" y="31"/>
                  </a:lnTo>
                  <a:lnTo>
                    <a:pt x="347" y="47"/>
                  </a:lnTo>
                  <a:lnTo>
                    <a:pt x="369" y="67"/>
                  </a:lnTo>
                  <a:lnTo>
                    <a:pt x="387" y="90"/>
                  </a:lnTo>
                  <a:lnTo>
                    <a:pt x="402" y="115"/>
                  </a:lnTo>
                  <a:lnTo>
                    <a:pt x="414" y="142"/>
                  </a:lnTo>
                  <a:lnTo>
                    <a:pt x="422" y="169"/>
                  </a:lnTo>
                  <a:lnTo>
                    <a:pt x="426" y="198"/>
                  </a:lnTo>
                  <a:lnTo>
                    <a:pt x="426" y="227"/>
                  </a:lnTo>
                  <a:lnTo>
                    <a:pt x="415" y="391"/>
                  </a:lnTo>
                  <a:lnTo>
                    <a:pt x="411" y="424"/>
                  </a:lnTo>
                  <a:lnTo>
                    <a:pt x="401" y="454"/>
                  </a:lnTo>
                  <a:lnTo>
                    <a:pt x="387" y="483"/>
                  </a:lnTo>
                  <a:lnTo>
                    <a:pt x="370" y="508"/>
                  </a:lnTo>
                  <a:lnTo>
                    <a:pt x="348" y="531"/>
                  </a:lnTo>
                  <a:lnTo>
                    <a:pt x="323" y="550"/>
                  </a:lnTo>
                  <a:lnTo>
                    <a:pt x="298" y="564"/>
                  </a:lnTo>
                  <a:lnTo>
                    <a:pt x="270" y="574"/>
                  </a:lnTo>
                  <a:lnTo>
                    <a:pt x="242" y="580"/>
                  </a:lnTo>
                  <a:lnTo>
                    <a:pt x="213" y="583"/>
                  </a:lnTo>
                  <a:lnTo>
                    <a:pt x="184" y="580"/>
                  </a:lnTo>
                  <a:lnTo>
                    <a:pt x="156" y="574"/>
                  </a:lnTo>
                  <a:lnTo>
                    <a:pt x="128" y="564"/>
                  </a:lnTo>
                  <a:lnTo>
                    <a:pt x="103" y="550"/>
                  </a:lnTo>
                  <a:lnTo>
                    <a:pt x="78" y="531"/>
                  </a:lnTo>
                  <a:lnTo>
                    <a:pt x="56" y="508"/>
                  </a:lnTo>
                  <a:lnTo>
                    <a:pt x="39" y="483"/>
                  </a:lnTo>
                  <a:lnTo>
                    <a:pt x="25" y="454"/>
                  </a:lnTo>
                  <a:lnTo>
                    <a:pt x="15" y="424"/>
                  </a:lnTo>
                  <a:lnTo>
                    <a:pt x="11" y="391"/>
                  </a:lnTo>
                  <a:lnTo>
                    <a:pt x="11" y="391"/>
                  </a:lnTo>
                  <a:lnTo>
                    <a:pt x="0" y="227"/>
                  </a:lnTo>
                  <a:lnTo>
                    <a:pt x="0" y="198"/>
                  </a:lnTo>
                  <a:lnTo>
                    <a:pt x="4" y="169"/>
                  </a:lnTo>
                  <a:lnTo>
                    <a:pt x="12" y="142"/>
                  </a:lnTo>
                  <a:lnTo>
                    <a:pt x="24" y="115"/>
                  </a:lnTo>
                  <a:lnTo>
                    <a:pt x="39" y="90"/>
                  </a:lnTo>
                  <a:lnTo>
                    <a:pt x="57" y="67"/>
                  </a:lnTo>
                  <a:lnTo>
                    <a:pt x="79" y="47"/>
                  </a:lnTo>
                  <a:lnTo>
                    <a:pt x="103" y="31"/>
                  </a:lnTo>
                  <a:lnTo>
                    <a:pt x="128" y="17"/>
                  </a:lnTo>
                  <a:lnTo>
                    <a:pt x="156" y="8"/>
                  </a:lnTo>
                  <a:lnTo>
                    <a:pt x="183" y="2"/>
                  </a:lnTo>
                  <a:lnTo>
                    <a:pt x="21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46" name="Google Shape;946;p65"/>
            <p:cNvSpPr/>
            <p:nvPr/>
          </p:nvSpPr>
          <p:spPr>
            <a:xfrm>
              <a:off x="2262188" y="2247901"/>
              <a:ext cx="241301" cy="103188"/>
            </a:xfrm>
            <a:custGeom>
              <a:rect b="b" l="l" r="r" t="t"/>
              <a:pathLst>
                <a:path extrusionOk="0" h="455" w="1060">
                  <a:moveTo>
                    <a:pt x="347" y="133"/>
                  </a:moveTo>
                  <a:lnTo>
                    <a:pt x="328" y="134"/>
                  </a:lnTo>
                  <a:lnTo>
                    <a:pt x="310" y="137"/>
                  </a:lnTo>
                  <a:lnTo>
                    <a:pt x="276" y="146"/>
                  </a:lnTo>
                  <a:lnTo>
                    <a:pt x="246" y="162"/>
                  </a:lnTo>
                  <a:lnTo>
                    <a:pt x="218" y="181"/>
                  </a:lnTo>
                  <a:lnTo>
                    <a:pt x="194" y="205"/>
                  </a:lnTo>
                  <a:lnTo>
                    <a:pt x="175" y="233"/>
                  </a:lnTo>
                  <a:lnTo>
                    <a:pt x="160" y="264"/>
                  </a:lnTo>
                  <a:lnTo>
                    <a:pt x="151" y="297"/>
                  </a:lnTo>
                  <a:lnTo>
                    <a:pt x="146" y="322"/>
                  </a:lnTo>
                  <a:lnTo>
                    <a:pt x="914" y="322"/>
                  </a:lnTo>
                  <a:lnTo>
                    <a:pt x="909" y="297"/>
                  </a:lnTo>
                  <a:lnTo>
                    <a:pt x="900" y="264"/>
                  </a:lnTo>
                  <a:lnTo>
                    <a:pt x="885" y="233"/>
                  </a:lnTo>
                  <a:lnTo>
                    <a:pt x="866" y="205"/>
                  </a:lnTo>
                  <a:lnTo>
                    <a:pt x="842" y="181"/>
                  </a:lnTo>
                  <a:lnTo>
                    <a:pt x="814" y="162"/>
                  </a:lnTo>
                  <a:lnTo>
                    <a:pt x="784" y="146"/>
                  </a:lnTo>
                  <a:lnTo>
                    <a:pt x="750" y="137"/>
                  </a:lnTo>
                  <a:lnTo>
                    <a:pt x="732" y="134"/>
                  </a:lnTo>
                  <a:lnTo>
                    <a:pt x="713" y="133"/>
                  </a:lnTo>
                  <a:lnTo>
                    <a:pt x="682" y="133"/>
                  </a:lnTo>
                  <a:lnTo>
                    <a:pt x="655" y="152"/>
                  </a:lnTo>
                  <a:lnTo>
                    <a:pt x="626" y="167"/>
                  </a:lnTo>
                  <a:lnTo>
                    <a:pt x="595" y="177"/>
                  </a:lnTo>
                  <a:lnTo>
                    <a:pt x="564" y="184"/>
                  </a:lnTo>
                  <a:lnTo>
                    <a:pt x="530" y="186"/>
                  </a:lnTo>
                  <a:lnTo>
                    <a:pt x="496" y="184"/>
                  </a:lnTo>
                  <a:lnTo>
                    <a:pt x="465" y="177"/>
                  </a:lnTo>
                  <a:lnTo>
                    <a:pt x="434" y="167"/>
                  </a:lnTo>
                  <a:lnTo>
                    <a:pt x="405" y="152"/>
                  </a:lnTo>
                  <a:lnTo>
                    <a:pt x="378" y="133"/>
                  </a:lnTo>
                  <a:lnTo>
                    <a:pt x="347" y="133"/>
                  </a:lnTo>
                  <a:close/>
                  <a:moveTo>
                    <a:pt x="347" y="0"/>
                  </a:moveTo>
                  <a:lnTo>
                    <a:pt x="403" y="0"/>
                  </a:lnTo>
                  <a:lnTo>
                    <a:pt x="420" y="2"/>
                  </a:lnTo>
                  <a:lnTo>
                    <a:pt x="436" y="9"/>
                  </a:lnTo>
                  <a:lnTo>
                    <a:pt x="451" y="19"/>
                  </a:lnTo>
                  <a:lnTo>
                    <a:pt x="468" y="33"/>
                  </a:lnTo>
                  <a:lnTo>
                    <a:pt x="487" y="44"/>
                  </a:lnTo>
                  <a:lnTo>
                    <a:pt x="508" y="50"/>
                  </a:lnTo>
                  <a:lnTo>
                    <a:pt x="529" y="52"/>
                  </a:lnTo>
                  <a:lnTo>
                    <a:pt x="552" y="50"/>
                  </a:lnTo>
                  <a:lnTo>
                    <a:pt x="573" y="44"/>
                  </a:lnTo>
                  <a:lnTo>
                    <a:pt x="592" y="33"/>
                  </a:lnTo>
                  <a:lnTo>
                    <a:pt x="609" y="19"/>
                  </a:lnTo>
                  <a:lnTo>
                    <a:pt x="624" y="9"/>
                  </a:lnTo>
                  <a:lnTo>
                    <a:pt x="640" y="2"/>
                  </a:lnTo>
                  <a:lnTo>
                    <a:pt x="657" y="0"/>
                  </a:lnTo>
                  <a:lnTo>
                    <a:pt x="713" y="0"/>
                  </a:lnTo>
                  <a:lnTo>
                    <a:pt x="744" y="1"/>
                  </a:lnTo>
                  <a:lnTo>
                    <a:pt x="774" y="5"/>
                  </a:lnTo>
                  <a:lnTo>
                    <a:pt x="814" y="15"/>
                  </a:lnTo>
                  <a:lnTo>
                    <a:pt x="852" y="30"/>
                  </a:lnTo>
                  <a:lnTo>
                    <a:pt x="887" y="49"/>
                  </a:lnTo>
                  <a:lnTo>
                    <a:pt x="920" y="72"/>
                  </a:lnTo>
                  <a:lnTo>
                    <a:pt x="949" y="99"/>
                  </a:lnTo>
                  <a:lnTo>
                    <a:pt x="975" y="128"/>
                  </a:lnTo>
                  <a:lnTo>
                    <a:pt x="998" y="161"/>
                  </a:lnTo>
                  <a:lnTo>
                    <a:pt x="1017" y="196"/>
                  </a:lnTo>
                  <a:lnTo>
                    <a:pt x="1031" y="234"/>
                  </a:lnTo>
                  <a:lnTo>
                    <a:pt x="1041" y="274"/>
                  </a:lnTo>
                  <a:lnTo>
                    <a:pt x="1059" y="377"/>
                  </a:lnTo>
                  <a:lnTo>
                    <a:pt x="1060" y="391"/>
                  </a:lnTo>
                  <a:lnTo>
                    <a:pt x="1058" y="405"/>
                  </a:lnTo>
                  <a:lnTo>
                    <a:pt x="1053" y="418"/>
                  </a:lnTo>
                  <a:lnTo>
                    <a:pt x="1045" y="431"/>
                  </a:lnTo>
                  <a:lnTo>
                    <a:pt x="1034" y="441"/>
                  </a:lnTo>
                  <a:lnTo>
                    <a:pt x="1022" y="449"/>
                  </a:lnTo>
                  <a:lnTo>
                    <a:pt x="1009" y="453"/>
                  </a:lnTo>
                  <a:lnTo>
                    <a:pt x="993" y="455"/>
                  </a:lnTo>
                  <a:lnTo>
                    <a:pt x="67" y="455"/>
                  </a:lnTo>
                  <a:lnTo>
                    <a:pt x="51" y="453"/>
                  </a:lnTo>
                  <a:lnTo>
                    <a:pt x="38" y="449"/>
                  </a:lnTo>
                  <a:lnTo>
                    <a:pt x="26" y="441"/>
                  </a:lnTo>
                  <a:lnTo>
                    <a:pt x="15" y="431"/>
                  </a:lnTo>
                  <a:lnTo>
                    <a:pt x="7" y="418"/>
                  </a:lnTo>
                  <a:lnTo>
                    <a:pt x="2" y="405"/>
                  </a:lnTo>
                  <a:lnTo>
                    <a:pt x="0" y="391"/>
                  </a:lnTo>
                  <a:lnTo>
                    <a:pt x="1" y="377"/>
                  </a:lnTo>
                  <a:lnTo>
                    <a:pt x="19" y="274"/>
                  </a:lnTo>
                  <a:lnTo>
                    <a:pt x="29" y="234"/>
                  </a:lnTo>
                  <a:lnTo>
                    <a:pt x="43" y="196"/>
                  </a:lnTo>
                  <a:lnTo>
                    <a:pt x="62" y="161"/>
                  </a:lnTo>
                  <a:lnTo>
                    <a:pt x="85" y="128"/>
                  </a:lnTo>
                  <a:lnTo>
                    <a:pt x="111" y="99"/>
                  </a:lnTo>
                  <a:lnTo>
                    <a:pt x="140" y="72"/>
                  </a:lnTo>
                  <a:lnTo>
                    <a:pt x="173" y="49"/>
                  </a:lnTo>
                  <a:lnTo>
                    <a:pt x="208" y="30"/>
                  </a:lnTo>
                  <a:lnTo>
                    <a:pt x="246" y="15"/>
                  </a:lnTo>
                  <a:lnTo>
                    <a:pt x="286" y="5"/>
                  </a:lnTo>
                  <a:lnTo>
                    <a:pt x="316" y="1"/>
                  </a:lnTo>
                  <a:lnTo>
                    <a:pt x="34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47" name="Google Shape;947;p65"/>
            <p:cNvSpPr/>
            <p:nvPr/>
          </p:nvSpPr>
          <p:spPr>
            <a:xfrm>
              <a:off x="2335213" y="2632076"/>
              <a:ext cx="95250" cy="133350"/>
            </a:xfrm>
            <a:custGeom>
              <a:rect b="b" l="l" r="r" t="t"/>
              <a:pathLst>
                <a:path extrusionOk="0" h="583" w="426">
                  <a:moveTo>
                    <a:pt x="213" y="134"/>
                  </a:moveTo>
                  <a:lnTo>
                    <a:pt x="197" y="136"/>
                  </a:lnTo>
                  <a:lnTo>
                    <a:pt x="181" y="141"/>
                  </a:lnTo>
                  <a:lnTo>
                    <a:pt x="167" y="148"/>
                  </a:lnTo>
                  <a:lnTo>
                    <a:pt x="155" y="159"/>
                  </a:lnTo>
                  <a:lnTo>
                    <a:pt x="145" y="172"/>
                  </a:lnTo>
                  <a:lnTo>
                    <a:pt x="139" y="186"/>
                  </a:lnTo>
                  <a:lnTo>
                    <a:pt x="135" y="202"/>
                  </a:lnTo>
                  <a:lnTo>
                    <a:pt x="134" y="218"/>
                  </a:lnTo>
                  <a:lnTo>
                    <a:pt x="145" y="383"/>
                  </a:lnTo>
                  <a:lnTo>
                    <a:pt x="148" y="399"/>
                  </a:lnTo>
                  <a:lnTo>
                    <a:pt x="154" y="415"/>
                  </a:lnTo>
                  <a:lnTo>
                    <a:pt x="163" y="428"/>
                  </a:lnTo>
                  <a:lnTo>
                    <a:pt x="175" y="438"/>
                  </a:lnTo>
                  <a:lnTo>
                    <a:pt x="194" y="446"/>
                  </a:lnTo>
                  <a:lnTo>
                    <a:pt x="213" y="449"/>
                  </a:lnTo>
                  <a:lnTo>
                    <a:pt x="232" y="446"/>
                  </a:lnTo>
                  <a:lnTo>
                    <a:pt x="251" y="438"/>
                  </a:lnTo>
                  <a:lnTo>
                    <a:pt x="263" y="428"/>
                  </a:lnTo>
                  <a:lnTo>
                    <a:pt x="272" y="415"/>
                  </a:lnTo>
                  <a:lnTo>
                    <a:pt x="278" y="399"/>
                  </a:lnTo>
                  <a:lnTo>
                    <a:pt x="281" y="383"/>
                  </a:lnTo>
                  <a:lnTo>
                    <a:pt x="292" y="218"/>
                  </a:lnTo>
                  <a:lnTo>
                    <a:pt x="291" y="202"/>
                  </a:lnTo>
                  <a:lnTo>
                    <a:pt x="287" y="186"/>
                  </a:lnTo>
                  <a:lnTo>
                    <a:pt x="281" y="172"/>
                  </a:lnTo>
                  <a:lnTo>
                    <a:pt x="271" y="159"/>
                  </a:lnTo>
                  <a:lnTo>
                    <a:pt x="259" y="148"/>
                  </a:lnTo>
                  <a:lnTo>
                    <a:pt x="245" y="141"/>
                  </a:lnTo>
                  <a:lnTo>
                    <a:pt x="229" y="136"/>
                  </a:lnTo>
                  <a:lnTo>
                    <a:pt x="213" y="134"/>
                  </a:lnTo>
                  <a:close/>
                  <a:moveTo>
                    <a:pt x="212" y="0"/>
                  </a:moveTo>
                  <a:lnTo>
                    <a:pt x="243" y="2"/>
                  </a:lnTo>
                  <a:lnTo>
                    <a:pt x="270" y="8"/>
                  </a:lnTo>
                  <a:lnTo>
                    <a:pt x="298" y="17"/>
                  </a:lnTo>
                  <a:lnTo>
                    <a:pt x="323" y="31"/>
                  </a:lnTo>
                  <a:lnTo>
                    <a:pt x="347" y="47"/>
                  </a:lnTo>
                  <a:lnTo>
                    <a:pt x="369" y="67"/>
                  </a:lnTo>
                  <a:lnTo>
                    <a:pt x="387" y="90"/>
                  </a:lnTo>
                  <a:lnTo>
                    <a:pt x="402" y="115"/>
                  </a:lnTo>
                  <a:lnTo>
                    <a:pt x="414" y="142"/>
                  </a:lnTo>
                  <a:lnTo>
                    <a:pt x="422" y="169"/>
                  </a:lnTo>
                  <a:lnTo>
                    <a:pt x="426" y="198"/>
                  </a:lnTo>
                  <a:lnTo>
                    <a:pt x="426" y="227"/>
                  </a:lnTo>
                  <a:lnTo>
                    <a:pt x="415" y="391"/>
                  </a:lnTo>
                  <a:lnTo>
                    <a:pt x="411" y="424"/>
                  </a:lnTo>
                  <a:lnTo>
                    <a:pt x="401" y="454"/>
                  </a:lnTo>
                  <a:lnTo>
                    <a:pt x="387" y="483"/>
                  </a:lnTo>
                  <a:lnTo>
                    <a:pt x="370" y="508"/>
                  </a:lnTo>
                  <a:lnTo>
                    <a:pt x="348" y="531"/>
                  </a:lnTo>
                  <a:lnTo>
                    <a:pt x="323" y="550"/>
                  </a:lnTo>
                  <a:lnTo>
                    <a:pt x="298" y="564"/>
                  </a:lnTo>
                  <a:lnTo>
                    <a:pt x="270" y="574"/>
                  </a:lnTo>
                  <a:lnTo>
                    <a:pt x="242" y="581"/>
                  </a:lnTo>
                  <a:lnTo>
                    <a:pt x="213" y="583"/>
                  </a:lnTo>
                  <a:lnTo>
                    <a:pt x="184" y="581"/>
                  </a:lnTo>
                  <a:lnTo>
                    <a:pt x="156" y="574"/>
                  </a:lnTo>
                  <a:lnTo>
                    <a:pt x="128" y="564"/>
                  </a:lnTo>
                  <a:lnTo>
                    <a:pt x="103" y="550"/>
                  </a:lnTo>
                  <a:lnTo>
                    <a:pt x="78" y="531"/>
                  </a:lnTo>
                  <a:lnTo>
                    <a:pt x="56" y="508"/>
                  </a:lnTo>
                  <a:lnTo>
                    <a:pt x="39" y="483"/>
                  </a:lnTo>
                  <a:lnTo>
                    <a:pt x="25" y="454"/>
                  </a:lnTo>
                  <a:lnTo>
                    <a:pt x="15" y="424"/>
                  </a:lnTo>
                  <a:lnTo>
                    <a:pt x="11" y="391"/>
                  </a:lnTo>
                  <a:lnTo>
                    <a:pt x="0" y="227"/>
                  </a:lnTo>
                  <a:lnTo>
                    <a:pt x="0" y="198"/>
                  </a:lnTo>
                  <a:lnTo>
                    <a:pt x="4" y="169"/>
                  </a:lnTo>
                  <a:lnTo>
                    <a:pt x="12" y="142"/>
                  </a:lnTo>
                  <a:lnTo>
                    <a:pt x="24" y="115"/>
                  </a:lnTo>
                  <a:lnTo>
                    <a:pt x="39" y="90"/>
                  </a:lnTo>
                  <a:lnTo>
                    <a:pt x="57" y="67"/>
                  </a:lnTo>
                  <a:lnTo>
                    <a:pt x="79" y="47"/>
                  </a:lnTo>
                  <a:lnTo>
                    <a:pt x="103" y="31"/>
                  </a:lnTo>
                  <a:lnTo>
                    <a:pt x="128" y="17"/>
                  </a:lnTo>
                  <a:lnTo>
                    <a:pt x="156" y="8"/>
                  </a:lnTo>
                  <a:lnTo>
                    <a:pt x="183" y="2"/>
                  </a:lnTo>
                  <a:lnTo>
                    <a:pt x="21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48" name="Google Shape;948;p65"/>
            <p:cNvSpPr/>
            <p:nvPr/>
          </p:nvSpPr>
          <p:spPr>
            <a:xfrm>
              <a:off x="2262188" y="2768601"/>
              <a:ext cx="241301" cy="103188"/>
            </a:xfrm>
            <a:custGeom>
              <a:rect b="b" l="l" r="r" t="t"/>
              <a:pathLst>
                <a:path extrusionOk="0" h="455" w="1060">
                  <a:moveTo>
                    <a:pt x="347" y="133"/>
                  </a:moveTo>
                  <a:lnTo>
                    <a:pt x="328" y="134"/>
                  </a:lnTo>
                  <a:lnTo>
                    <a:pt x="310" y="137"/>
                  </a:lnTo>
                  <a:lnTo>
                    <a:pt x="276" y="146"/>
                  </a:lnTo>
                  <a:lnTo>
                    <a:pt x="246" y="162"/>
                  </a:lnTo>
                  <a:lnTo>
                    <a:pt x="218" y="181"/>
                  </a:lnTo>
                  <a:lnTo>
                    <a:pt x="194" y="206"/>
                  </a:lnTo>
                  <a:lnTo>
                    <a:pt x="175" y="233"/>
                  </a:lnTo>
                  <a:lnTo>
                    <a:pt x="160" y="264"/>
                  </a:lnTo>
                  <a:lnTo>
                    <a:pt x="151" y="297"/>
                  </a:lnTo>
                  <a:lnTo>
                    <a:pt x="146" y="322"/>
                  </a:lnTo>
                  <a:lnTo>
                    <a:pt x="914" y="322"/>
                  </a:lnTo>
                  <a:lnTo>
                    <a:pt x="909" y="297"/>
                  </a:lnTo>
                  <a:lnTo>
                    <a:pt x="900" y="264"/>
                  </a:lnTo>
                  <a:lnTo>
                    <a:pt x="885" y="233"/>
                  </a:lnTo>
                  <a:lnTo>
                    <a:pt x="866" y="206"/>
                  </a:lnTo>
                  <a:lnTo>
                    <a:pt x="842" y="181"/>
                  </a:lnTo>
                  <a:lnTo>
                    <a:pt x="814" y="162"/>
                  </a:lnTo>
                  <a:lnTo>
                    <a:pt x="784" y="146"/>
                  </a:lnTo>
                  <a:lnTo>
                    <a:pt x="750" y="137"/>
                  </a:lnTo>
                  <a:lnTo>
                    <a:pt x="732" y="134"/>
                  </a:lnTo>
                  <a:lnTo>
                    <a:pt x="713" y="133"/>
                  </a:lnTo>
                  <a:lnTo>
                    <a:pt x="682" y="133"/>
                  </a:lnTo>
                  <a:lnTo>
                    <a:pt x="651" y="155"/>
                  </a:lnTo>
                  <a:lnTo>
                    <a:pt x="619" y="170"/>
                  </a:lnTo>
                  <a:lnTo>
                    <a:pt x="584" y="180"/>
                  </a:lnTo>
                  <a:lnTo>
                    <a:pt x="548" y="185"/>
                  </a:lnTo>
                  <a:lnTo>
                    <a:pt x="512" y="185"/>
                  </a:lnTo>
                  <a:lnTo>
                    <a:pt x="476" y="180"/>
                  </a:lnTo>
                  <a:lnTo>
                    <a:pt x="441" y="170"/>
                  </a:lnTo>
                  <a:lnTo>
                    <a:pt x="409" y="155"/>
                  </a:lnTo>
                  <a:lnTo>
                    <a:pt x="378" y="133"/>
                  </a:lnTo>
                  <a:lnTo>
                    <a:pt x="347" y="133"/>
                  </a:lnTo>
                  <a:close/>
                  <a:moveTo>
                    <a:pt x="347" y="0"/>
                  </a:moveTo>
                  <a:lnTo>
                    <a:pt x="403" y="0"/>
                  </a:lnTo>
                  <a:lnTo>
                    <a:pt x="420" y="2"/>
                  </a:lnTo>
                  <a:lnTo>
                    <a:pt x="436" y="9"/>
                  </a:lnTo>
                  <a:lnTo>
                    <a:pt x="451" y="19"/>
                  </a:lnTo>
                  <a:lnTo>
                    <a:pt x="468" y="33"/>
                  </a:lnTo>
                  <a:lnTo>
                    <a:pt x="487" y="44"/>
                  </a:lnTo>
                  <a:lnTo>
                    <a:pt x="509" y="50"/>
                  </a:lnTo>
                  <a:lnTo>
                    <a:pt x="529" y="52"/>
                  </a:lnTo>
                  <a:lnTo>
                    <a:pt x="551" y="50"/>
                  </a:lnTo>
                  <a:lnTo>
                    <a:pt x="573" y="44"/>
                  </a:lnTo>
                  <a:lnTo>
                    <a:pt x="592" y="33"/>
                  </a:lnTo>
                  <a:lnTo>
                    <a:pt x="609" y="19"/>
                  </a:lnTo>
                  <a:lnTo>
                    <a:pt x="624" y="9"/>
                  </a:lnTo>
                  <a:lnTo>
                    <a:pt x="640" y="2"/>
                  </a:lnTo>
                  <a:lnTo>
                    <a:pt x="657" y="0"/>
                  </a:lnTo>
                  <a:lnTo>
                    <a:pt x="713" y="0"/>
                  </a:lnTo>
                  <a:lnTo>
                    <a:pt x="744" y="1"/>
                  </a:lnTo>
                  <a:lnTo>
                    <a:pt x="774" y="5"/>
                  </a:lnTo>
                  <a:lnTo>
                    <a:pt x="814" y="15"/>
                  </a:lnTo>
                  <a:lnTo>
                    <a:pt x="852" y="30"/>
                  </a:lnTo>
                  <a:lnTo>
                    <a:pt x="887" y="49"/>
                  </a:lnTo>
                  <a:lnTo>
                    <a:pt x="920" y="72"/>
                  </a:lnTo>
                  <a:lnTo>
                    <a:pt x="949" y="99"/>
                  </a:lnTo>
                  <a:lnTo>
                    <a:pt x="975" y="128"/>
                  </a:lnTo>
                  <a:lnTo>
                    <a:pt x="998" y="161"/>
                  </a:lnTo>
                  <a:lnTo>
                    <a:pt x="1017" y="196"/>
                  </a:lnTo>
                  <a:lnTo>
                    <a:pt x="1031" y="234"/>
                  </a:lnTo>
                  <a:lnTo>
                    <a:pt x="1041" y="274"/>
                  </a:lnTo>
                  <a:lnTo>
                    <a:pt x="1059" y="377"/>
                  </a:lnTo>
                  <a:lnTo>
                    <a:pt x="1060" y="391"/>
                  </a:lnTo>
                  <a:lnTo>
                    <a:pt x="1058" y="405"/>
                  </a:lnTo>
                  <a:lnTo>
                    <a:pt x="1053" y="418"/>
                  </a:lnTo>
                  <a:lnTo>
                    <a:pt x="1045" y="431"/>
                  </a:lnTo>
                  <a:lnTo>
                    <a:pt x="1034" y="441"/>
                  </a:lnTo>
                  <a:lnTo>
                    <a:pt x="1022" y="449"/>
                  </a:lnTo>
                  <a:lnTo>
                    <a:pt x="1009" y="453"/>
                  </a:lnTo>
                  <a:lnTo>
                    <a:pt x="993" y="455"/>
                  </a:lnTo>
                  <a:lnTo>
                    <a:pt x="67" y="455"/>
                  </a:lnTo>
                  <a:lnTo>
                    <a:pt x="51" y="453"/>
                  </a:lnTo>
                  <a:lnTo>
                    <a:pt x="38" y="449"/>
                  </a:lnTo>
                  <a:lnTo>
                    <a:pt x="26" y="441"/>
                  </a:lnTo>
                  <a:lnTo>
                    <a:pt x="15" y="431"/>
                  </a:lnTo>
                  <a:lnTo>
                    <a:pt x="7" y="418"/>
                  </a:lnTo>
                  <a:lnTo>
                    <a:pt x="2" y="405"/>
                  </a:lnTo>
                  <a:lnTo>
                    <a:pt x="0" y="391"/>
                  </a:lnTo>
                  <a:lnTo>
                    <a:pt x="1" y="377"/>
                  </a:lnTo>
                  <a:lnTo>
                    <a:pt x="19" y="274"/>
                  </a:lnTo>
                  <a:lnTo>
                    <a:pt x="29" y="234"/>
                  </a:lnTo>
                  <a:lnTo>
                    <a:pt x="43" y="196"/>
                  </a:lnTo>
                  <a:lnTo>
                    <a:pt x="62" y="161"/>
                  </a:lnTo>
                  <a:lnTo>
                    <a:pt x="85" y="128"/>
                  </a:lnTo>
                  <a:lnTo>
                    <a:pt x="111" y="99"/>
                  </a:lnTo>
                  <a:lnTo>
                    <a:pt x="140" y="72"/>
                  </a:lnTo>
                  <a:lnTo>
                    <a:pt x="173" y="49"/>
                  </a:lnTo>
                  <a:lnTo>
                    <a:pt x="208" y="30"/>
                  </a:lnTo>
                  <a:lnTo>
                    <a:pt x="246" y="15"/>
                  </a:lnTo>
                  <a:lnTo>
                    <a:pt x="286" y="5"/>
                  </a:lnTo>
                  <a:lnTo>
                    <a:pt x="316" y="1"/>
                  </a:lnTo>
                  <a:lnTo>
                    <a:pt x="34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49" name="Google Shape;949;p65"/>
            <p:cNvSpPr/>
            <p:nvPr/>
          </p:nvSpPr>
          <p:spPr>
            <a:xfrm>
              <a:off x="2073276" y="2371726"/>
              <a:ext cx="96838" cy="131763"/>
            </a:xfrm>
            <a:custGeom>
              <a:rect b="b" l="l" r="r" t="t"/>
              <a:pathLst>
                <a:path extrusionOk="0" h="582" w="425">
                  <a:moveTo>
                    <a:pt x="212" y="133"/>
                  </a:moveTo>
                  <a:lnTo>
                    <a:pt x="196" y="135"/>
                  </a:lnTo>
                  <a:lnTo>
                    <a:pt x="181" y="140"/>
                  </a:lnTo>
                  <a:lnTo>
                    <a:pt x="167" y="147"/>
                  </a:lnTo>
                  <a:lnTo>
                    <a:pt x="154" y="158"/>
                  </a:lnTo>
                  <a:lnTo>
                    <a:pt x="144" y="172"/>
                  </a:lnTo>
                  <a:lnTo>
                    <a:pt x="138" y="186"/>
                  </a:lnTo>
                  <a:lnTo>
                    <a:pt x="134" y="201"/>
                  </a:lnTo>
                  <a:lnTo>
                    <a:pt x="133" y="218"/>
                  </a:lnTo>
                  <a:lnTo>
                    <a:pt x="144" y="382"/>
                  </a:lnTo>
                  <a:lnTo>
                    <a:pt x="147" y="399"/>
                  </a:lnTo>
                  <a:lnTo>
                    <a:pt x="153" y="414"/>
                  </a:lnTo>
                  <a:lnTo>
                    <a:pt x="163" y="427"/>
                  </a:lnTo>
                  <a:lnTo>
                    <a:pt x="175" y="437"/>
                  </a:lnTo>
                  <a:lnTo>
                    <a:pt x="193" y="446"/>
                  </a:lnTo>
                  <a:lnTo>
                    <a:pt x="212" y="449"/>
                  </a:lnTo>
                  <a:lnTo>
                    <a:pt x="232" y="446"/>
                  </a:lnTo>
                  <a:lnTo>
                    <a:pt x="250" y="437"/>
                  </a:lnTo>
                  <a:lnTo>
                    <a:pt x="262" y="427"/>
                  </a:lnTo>
                  <a:lnTo>
                    <a:pt x="272" y="414"/>
                  </a:lnTo>
                  <a:lnTo>
                    <a:pt x="278" y="399"/>
                  </a:lnTo>
                  <a:lnTo>
                    <a:pt x="281" y="382"/>
                  </a:lnTo>
                  <a:lnTo>
                    <a:pt x="292" y="218"/>
                  </a:lnTo>
                  <a:lnTo>
                    <a:pt x="291" y="201"/>
                  </a:lnTo>
                  <a:lnTo>
                    <a:pt x="287" y="186"/>
                  </a:lnTo>
                  <a:lnTo>
                    <a:pt x="281" y="172"/>
                  </a:lnTo>
                  <a:lnTo>
                    <a:pt x="271" y="158"/>
                  </a:lnTo>
                  <a:lnTo>
                    <a:pt x="258" y="147"/>
                  </a:lnTo>
                  <a:lnTo>
                    <a:pt x="244" y="140"/>
                  </a:lnTo>
                  <a:lnTo>
                    <a:pt x="229" y="135"/>
                  </a:lnTo>
                  <a:lnTo>
                    <a:pt x="212" y="133"/>
                  </a:lnTo>
                  <a:close/>
                  <a:moveTo>
                    <a:pt x="212" y="0"/>
                  </a:moveTo>
                  <a:lnTo>
                    <a:pt x="242" y="2"/>
                  </a:lnTo>
                  <a:lnTo>
                    <a:pt x="269" y="8"/>
                  </a:lnTo>
                  <a:lnTo>
                    <a:pt x="297" y="17"/>
                  </a:lnTo>
                  <a:lnTo>
                    <a:pt x="322" y="30"/>
                  </a:lnTo>
                  <a:lnTo>
                    <a:pt x="347" y="46"/>
                  </a:lnTo>
                  <a:lnTo>
                    <a:pt x="368" y="67"/>
                  </a:lnTo>
                  <a:lnTo>
                    <a:pt x="387" y="89"/>
                  </a:lnTo>
                  <a:lnTo>
                    <a:pt x="402" y="115"/>
                  </a:lnTo>
                  <a:lnTo>
                    <a:pt x="413" y="141"/>
                  </a:lnTo>
                  <a:lnTo>
                    <a:pt x="421" y="169"/>
                  </a:lnTo>
                  <a:lnTo>
                    <a:pt x="425" y="197"/>
                  </a:lnTo>
                  <a:lnTo>
                    <a:pt x="425" y="227"/>
                  </a:lnTo>
                  <a:lnTo>
                    <a:pt x="414" y="391"/>
                  </a:lnTo>
                  <a:lnTo>
                    <a:pt x="410" y="423"/>
                  </a:lnTo>
                  <a:lnTo>
                    <a:pt x="401" y="454"/>
                  </a:lnTo>
                  <a:lnTo>
                    <a:pt x="387" y="482"/>
                  </a:lnTo>
                  <a:lnTo>
                    <a:pt x="369" y="508"/>
                  </a:lnTo>
                  <a:lnTo>
                    <a:pt x="348" y="530"/>
                  </a:lnTo>
                  <a:lnTo>
                    <a:pt x="322" y="549"/>
                  </a:lnTo>
                  <a:lnTo>
                    <a:pt x="297" y="564"/>
                  </a:lnTo>
                  <a:lnTo>
                    <a:pt x="269" y="574"/>
                  </a:lnTo>
                  <a:lnTo>
                    <a:pt x="241" y="580"/>
                  </a:lnTo>
                  <a:lnTo>
                    <a:pt x="212" y="582"/>
                  </a:lnTo>
                  <a:lnTo>
                    <a:pt x="184" y="580"/>
                  </a:lnTo>
                  <a:lnTo>
                    <a:pt x="155" y="574"/>
                  </a:lnTo>
                  <a:lnTo>
                    <a:pt x="128" y="564"/>
                  </a:lnTo>
                  <a:lnTo>
                    <a:pt x="103" y="549"/>
                  </a:lnTo>
                  <a:lnTo>
                    <a:pt x="77" y="530"/>
                  </a:lnTo>
                  <a:lnTo>
                    <a:pt x="56" y="508"/>
                  </a:lnTo>
                  <a:lnTo>
                    <a:pt x="38" y="482"/>
                  </a:lnTo>
                  <a:lnTo>
                    <a:pt x="24" y="454"/>
                  </a:lnTo>
                  <a:lnTo>
                    <a:pt x="15" y="423"/>
                  </a:lnTo>
                  <a:lnTo>
                    <a:pt x="11" y="391"/>
                  </a:lnTo>
                  <a:lnTo>
                    <a:pt x="0" y="227"/>
                  </a:lnTo>
                  <a:lnTo>
                    <a:pt x="0" y="197"/>
                  </a:lnTo>
                  <a:lnTo>
                    <a:pt x="4" y="169"/>
                  </a:lnTo>
                  <a:lnTo>
                    <a:pt x="12" y="141"/>
                  </a:lnTo>
                  <a:lnTo>
                    <a:pt x="23" y="115"/>
                  </a:lnTo>
                  <a:lnTo>
                    <a:pt x="38" y="89"/>
                  </a:lnTo>
                  <a:lnTo>
                    <a:pt x="57" y="67"/>
                  </a:lnTo>
                  <a:lnTo>
                    <a:pt x="78" y="46"/>
                  </a:lnTo>
                  <a:lnTo>
                    <a:pt x="101" y="30"/>
                  </a:lnTo>
                  <a:lnTo>
                    <a:pt x="128" y="17"/>
                  </a:lnTo>
                  <a:lnTo>
                    <a:pt x="154" y="8"/>
                  </a:lnTo>
                  <a:lnTo>
                    <a:pt x="183" y="2"/>
                  </a:lnTo>
                  <a:lnTo>
                    <a:pt x="21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0" name="Google Shape;950;p65"/>
            <p:cNvSpPr/>
            <p:nvPr/>
          </p:nvSpPr>
          <p:spPr>
            <a:xfrm>
              <a:off x="2001838" y="2508251"/>
              <a:ext cx="241301" cy="103188"/>
            </a:xfrm>
            <a:custGeom>
              <a:rect b="b" l="l" r="r" t="t"/>
              <a:pathLst>
                <a:path extrusionOk="0" h="455" w="1061">
                  <a:moveTo>
                    <a:pt x="347" y="134"/>
                  </a:moveTo>
                  <a:lnTo>
                    <a:pt x="329" y="135"/>
                  </a:lnTo>
                  <a:lnTo>
                    <a:pt x="311" y="138"/>
                  </a:lnTo>
                  <a:lnTo>
                    <a:pt x="277" y="147"/>
                  </a:lnTo>
                  <a:lnTo>
                    <a:pt x="246" y="162"/>
                  </a:lnTo>
                  <a:lnTo>
                    <a:pt x="219" y="182"/>
                  </a:lnTo>
                  <a:lnTo>
                    <a:pt x="194" y="206"/>
                  </a:lnTo>
                  <a:lnTo>
                    <a:pt x="175" y="234"/>
                  </a:lnTo>
                  <a:lnTo>
                    <a:pt x="161" y="264"/>
                  </a:lnTo>
                  <a:lnTo>
                    <a:pt x="152" y="298"/>
                  </a:lnTo>
                  <a:lnTo>
                    <a:pt x="147" y="322"/>
                  </a:lnTo>
                  <a:lnTo>
                    <a:pt x="914" y="322"/>
                  </a:lnTo>
                  <a:lnTo>
                    <a:pt x="909" y="298"/>
                  </a:lnTo>
                  <a:lnTo>
                    <a:pt x="900" y="264"/>
                  </a:lnTo>
                  <a:lnTo>
                    <a:pt x="886" y="234"/>
                  </a:lnTo>
                  <a:lnTo>
                    <a:pt x="866" y="206"/>
                  </a:lnTo>
                  <a:lnTo>
                    <a:pt x="842" y="182"/>
                  </a:lnTo>
                  <a:lnTo>
                    <a:pt x="815" y="162"/>
                  </a:lnTo>
                  <a:lnTo>
                    <a:pt x="784" y="147"/>
                  </a:lnTo>
                  <a:lnTo>
                    <a:pt x="750" y="138"/>
                  </a:lnTo>
                  <a:lnTo>
                    <a:pt x="732" y="135"/>
                  </a:lnTo>
                  <a:lnTo>
                    <a:pt x="714" y="134"/>
                  </a:lnTo>
                  <a:lnTo>
                    <a:pt x="682" y="134"/>
                  </a:lnTo>
                  <a:lnTo>
                    <a:pt x="656" y="153"/>
                  </a:lnTo>
                  <a:lnTo>
                    <a:pt x="626" y="167"/>
                  </a:lnTo>
                  <a:lnTo>
                    <a:pt x="596" y="178"/>
                  </a:lnTo>
                  <a:lnTo>
                    <a:pt x="564" y="185"/>
                  </a:lnTo>
                  <a:lnTo>
                    <a:pt x="530" y="187"/>
                  </a:lnTo>
                  <a:lnTo>
                    <a:pt x="497" y="185"/>
                  </a:lnTo>
                  <a:lnTo>
                    <a:pt x="465" y="178"/>
                  </a:lnTo>
                  <a:lnTo>
                    <a:pt x="435" y="167"/>
                  </a:lnTo>
                  <a:lnTo>
                    <a:pt x="405" y="153"/>
                  </a:lnTo>
                  <a:lnTo>
                    <a:pt x="379" y="134"/>
                  </a:lnTo>
                  <a:lnTo>
                    <a:pt x="347" y="134"/>
                  </a:lnTo>
                  <a:close/>
                  <a:moveTo>
                    <a:pt x="347" y="0"/>
                  </a:moveTo>
                  <a:lnTo>
                    <a:pt x="403" y="0"/>
                  </a:lnTo>
                  <a:lnTo>
                    <a:pt x="421" y="2"/>
                  </a:lnTo>
                  <a:lnTo>
                    <a:pt x="437" y="10"/>
                  </a:lnTo>
                  <a:lnTo>
                    <a:pt x="451" y="20"/>
                  </a:lnTo>
                  <a:lnTo>
                    <a:pt x="468" y="34"/>
                  </a:lnTo>
                  <a:lnTo>
                    <a:pt x="488" y="44"/>
                  </a:lnTo>
                  <a:lnTo>
                    <a:pt x="509" y="50"/>
                  </a:lnTo>
                  <a:lnTo>
                    <a:pt x="530" y="52"/>
                  </a:lnTo>
                  <a:lnTo>
                    <a:pt x="552" y="50"/>
                  </a:lnTo>
                  <a:lnTo>
                    <a:pt x="573" y="44"/>
                  </a:lnTo>
                  <a:lnTo>
                    <a:pt x="593" y="34"/>
                  </a:lnTo>
                  <a:lnTo>
                    <a:pt x="610" y="20"/>
                  </a:lnTo>
                  <a:lnTo>
                    <a:pt x="624" y="10"/>
                  </a:lnTo>
                  <a:lnTo>
                    <a:pt x="640" y="2"/>
                  </a:lnTo>
                  <a:lnTo>
                    <a:pt x="658" y="0"/>
                  </a:lnTo>
                  <a:lnTo>
                    <a:pt x="714" y="0"/>
                  </a:lnTo>
                  <a:lnTo>
                    <a:pt x="744" y="1"/>
                  </a:lnTo>
                  <a:lnTo>
                    <a:pt x="775" y="5"/>
                  </a:lnTo>
                  <a:lnTo>
                    <a:pt x="815" y="16"/>
                  </a:lnTo>
                  <a:lnTo>
                    <a:pt x="852" y="31"/>
                  </a:lnTo>
                  <a:lnTo>
                    <a:pt x="888" y="49"/>
                  </a:lnTo>
                  <a:lnTo>
                    <a:pt x="920" y="73"/>
                  </a:lnTo>
                  <a:lnTo>
                    <a:pt x="950" y="99"/>
                  </a:lnTo>
                  <a:lnTo>
                    <a:pt x="975" y="129"/>
                  </a:lnTo>
                  <a:lnTo>
                    <a:pt x="999" y="161"/>
                  </a:lnTo>
                  <a:lnTo>
                    <a:pt x="1017" y="197"/>
                  </a:lnTo>
                  <a:lnTo>
                    <a:pt x="1031" y="235"/>
                  </a:lnTo>
                  <a:lnTo>
                    <a:pt x="1042" y="274"/>
                  </a:lnTo>
                  <a:lnTo>
                    <a:pt x="1060" y="377"/>
                  </a:lnTo>
                  <a:lnTo>
                    <a:pt x="1061" y="391"/>
                  </a:lnTo>
                  <a:lnTo>
                    <a:pt x="1059" y="406"/>
                  </a:lnTo>
                  <a:lnTo>
                    <a:pt x="1054" y="419"/>
                  </a:lnTo>
                  <a:lnTo>
                    <a:pt x="1046" y="431"/>
                  </a:lnTo>
                  <a:lnTo>
                    <a:pt x="1034" y="441"/>
                  </a:lnTo>
                  <a:lnTo>
                    <a:pt x="1022" y="449"/>
                  </a:lnTo>
                  <a:lnTo>
                    <a:pt x="1009" y="453"/>
                  </a:lnTo>
                  <a:lnTo>
                    <a:pt x="994" y="455"/>
                  </a:lnTo>
                  <a:lnTo>
                    <a:pt x="67" y="455"/>
                  </a:lnTo>
                  <a:lnTo>
                    <a:pt x="52" y="453"/>
                  </a:lnTo>
                  <a:lnTo>
                    <a:pt x="39" y="449"/>
                  </a:lnTo>
                  <a:lnTo>
                    <a:pt x="26" y="441"/>
                  </a:lnTo>
                  <a:lnTo>
                    <a:pt x="15" y="431"/>
                  </a:lnTo>
                  <a:lnTo>
                    <a:pt x="7" y="419"/>
                  </a:lnTo>
                  <a:lnTo>
                    <a:pt x="2" y="406"/>
                  </a:lnTo>
                  <a:lnTo>
                    <a:pt x="0" y="391"/>
                  </a:lnTo>
                  <a:lnTo>
                    <a:pt x="1" y="377"/>
                  </a:lnTo>
                  <a:lnTo>
                    <a:pt x="19" y="274"/>
                  </a:lnTo>
                  <a:lnTo>
                    <a:pt x="30" y="235"/>
                  </a:lnTo>
                  <a:lnTo>
                    <a:pt x="44" y="197"/>
                  </a:lnTo>
                  <a:lnTo>
                    <a:pt x="62" y="161"/>
                  </a:lnTo>
                  <a:lnTo>
                    <a:pt x="86" y="129"/>
                  </a:lnTo>
                  <a:lnTo>
                    <a:pt x="111" y="99"/>
                  </a:lnTo>
                  <a:lnTo>
                    <a:pt x="141" y="73"/>
                  </a:lnTo>
                  <a:lnTo>
                    <a:pt x="173" y="49"/>
                  </a:lnTo>
                  <a:lnTo>
                    <a:pt x="209" y="31"/>
                  </a:lnTo>
                  <a:lnTo>
                    <a:pt x="246" y="16"/>
                  </a:lnTo>
                  <a:lnTo>
                    <a:pt x="286" y="5"/>
                  </a:lnTo>
                  <a:lnTo>
                    <a:pt x="317" y="1"/>
                  </a:lnTo>
                  <a:lnTo>
                    <a:pt x="34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1" name="Google Shape;951;p65"/>
            <p:cNvSpPr/>
            <p:nvPr/>
          </p:nvSpPr>
          <p:spPr>
            <a:xfrm>
              <a:off x="2595563" y="2371726"/>
              <a:ext cx="96838" cy="131763"/>
            </a:xfrm>
            <a:custGeom>
              <a:rect b="b" l="l" r="r" t="t"/>
              <a:pathLst>
                <a:path extrusionOk="0" h="582" w="425">
                  <a:moveTo>
                    <a:pt x="213" y="133"/>
                  </a:moveTo>
                  <a:lnTo>
                    <a:pt x="196" y="135"/>
                  </a:lnTo>
                  <a:lnTo>
                    <a:pt x="181" y="140"/>
                  </a:lnTo>
                  <a:lnTo>
                    <a:pt x="167" y="147"/>
                  </a:lnTo>
                  <a:lnTo>
                    <a:pt x="154" y="158"/>
                  </a:lnTo>
                  <a:lnTo>
                    <a:pt x="144" y="172"/>
                  </a:lnTo>
                  <a:lnTo>
                    <a:pt x="138" y="186"/>
                  </a:lnTo>
                  <a:lnTo>
                    <a:pt x="134" y="201"/>
                  </a:lnTo>
                  <a:lnTo>
                    <a:pt x="133" y="218"/>
                  </a:lnTo>
                  <a:lnTo>
                    <a:pt x="144" y="382"/>
                  </a:lnTo>
                  <a:lnTo>
                    <a:pt x="147" y="399"/>
                  </a:lnTo>
                  <a:lnTo>
                    <a:pt x="153" y="414"/>
                  </a:lnTo>
                  <a:lnTo>
                    <a:pt x="163" y="427"/>
                  </a:lnTo>
                  <a:lnTo>
                    <a:pt x="175" y="437"/>
                  </a:lnTo>
                  <a:lnTo>
                    <a:pt x="193" y="446"/>
                  </a:lnTo>
                  <a:lnTo>
                    <a:pt x="213" y="449"/>
                  </a:lnTo>
                  <a:lnTo>
                    <a:pt x="232" y="446"/>
                  </a:lnTo>
                  <a:lnTo>
                    <a:pt x="250" y="437"/>
                  </a:lnTo>
                  <a:lnTo>
                    <a:pt x="262" y="427"/>
                  </a:lnTo>
                  <a:lnTo>
                    <a:pt x="272" y="414"/>
                  </a:lnTo>
                  <a:lnTo>
                    <a:pt x="278" y="399"/>
                  </a:lnTo>
                  <a:lnTo>
                    <a:pt x="281" y="382"/>
                  </a:lnTo>
                  <a:lnTo>
                    <a:pt x="292" y="218"/>
                  </a:lnTo>
                  <a:lnTo>
                    <a:pt x="291" y="201"/>
                  </a:lnTo>
                  <a:lnTo>
                    <a:pt x="287" y="186"/>
                  </a:lnTo>
                  <a:lnTo>
                    <a:pt x="281" y="172"/>
                  </a:lnTo>
                  <a:lnTo>
                    <a:pt x="271" y="158"/>
                  </a:lnTo>
                  <a:lnTo>
                    <a:pt x="258" y="147"/>
                  </a:lnTo>
                  <a:lnTo>
                    <a:pt x="244" y="140"/>
                  </a:lnTo>
                  <a:lnTo>
                    <a:pt x="229" y="135"/>
                  </a:lnTo>
                  <a:lnTo>
                    <a:pt x="213" y="133"/>
                  </a:lnTo>
                  <a:close/>
                  <a:moveTo>
                    <a:pt x="213" y="0"/>
                  </a:moveTo>
                  <a:lnTo>
                    <a:pt x="242" y="2"/>
                  </a:lnTo>
                  <a:lnTo>
                    <a:pt x="270" y="8"/>
                  </a:lnTo>
                  <a:lnTo>
                    <a:pt x="297" y="17"/>
                  </a:lnTo>
                  <a:lnTo>
                    <a:pt x="322" y="30"/>
                  </a:lnTo>
                  <a:lnTo>
                    <a:pt x="347" y="46"/>
                  </a:lnTo>
                  <a:lnTo>
                    <a:pt x="368" y="67"/>
                  </a:lnTo>
                  <a:lnTo>
                    <a:pt x="387" y="89"/>
                  </a:lnTo>
                  <a:lnTo>
                    <a:pt x="402" y="115"/>
                  </a:lnTo>
                  <a:lnTo>
                    <a:pt x="413" y="141"/>
                  </a:lnTo>
                  <a:lnTo>
                    <a:pt x="421" y="169"/>
                  </a:lnTo>
                  <a:lnTo>
                    <a:pt x="425" y="197"/>
                  </a:lnTo>
                  <a:lnTo>
                    <a:pt x="425" y="227"/>
                  </a:lnTo>
                  <a:lnTo>
                    <a:pt x="414" y="391"/>
                  </a:lnTo>
                  <a:lnTo>
                    <a:pt x="410" y="423"/>
                  </a:lnTo>
                  <a:lnTo>
                    <a:pt x="401" y="454"/>
                  </a:lnTo>
                  <a:lnTo>
                    <a:pt x="387" y="482"/>
                  </a:lnTo>
                  <a:lnTo>
                    <a:pt x="369" y="508"/>
                  </a:lnTo>
                  <a:lnTo>
                    <a:pt x="348" y="530"/>
                  </a:lnTo>
                  <a:lnTo>
                    <a:pt x="322" y="549"/>
                  </a:lnTo>
                  <a:lnTo>
                    <a:pt x="297" y="564"/>
                  </a:lnTo>
                  <a:lnTo>
                    <a:pt x="270" y="574"/>
                  </a:lnTo>
                  <a:lnTo>
                    <a:pt x="241" y="580"/>
                  </a:lnTo>
                  <a:lnTo>
                    <a:pt x="213" y="582"/>
                  </a:lnTo>
                  <a:lnTo>
                    <a:pt x="184" y="580"/>
                  </a:lnTo>
                  <a:lnTo>
                    <a:pt x="156" y="574"/>
                  </a:lnTo>
                  <a:lnTo>
                    <a:pt x="128" y="564"/>
                  </a:lnTo>
                  <a:lnTo>
                    <a:pt x="103" y="549"/>
                  </a:lnTo>
                  <a:lnTo>
                    <a:pt x="77" y="530"/>
                  </a:lnTo>
                  <a:lnTo>
                    <a:pt x="56" y="508"/>
                  </a:lnTo>
                  <a:lnTo>
                    <a:pt x="38" y="482"/>
                  </a:lnTo>
                  <a:lnTo>
                    <a:pt x="24" y="454"/>
                  </a:lnTo>
                  <a:lnTo>
                    <a:pt x="15" y="423"/>
                  </a:lnTo>
                  <a:lnTo>
                    <a:pt x="11" y="391"/>
                  </a:lnTo>
                  <a:lnTo>
                    <a:pt x="0" y="227"/>
                  </a:lnTo>
                  <a:lnTo>
                    <a:pt x="0" y="197"/>
                  </a:lnTo>
                  <a:lnTo>
                    <a:pt x="4" y="169"/>
                  </a:lnTo>
                  <a:lnTo>
                    <a:pt x="12" y="141"/>
                  </a:lnTo>
                  <a:lnTo>
                    <a:pt x="23" y="115"/>
                  </a:lnTo>
                  <a:lnTo>
                    <a:pt x="38" y="89"/>
                  </a:lnTo>
                  <a:lnTo>
                    <a:pt x="57" y="67"/>
                  </a:lnTo>
                  <a:lnTo>
                    <a:pt x="78" y="46"/>
                  </a:lnTo>
                  <a:lnTo>
                    <a:pt x="103" y="30"/>
                  </a:lnTo>
                  <a:lnTo>
                    <a:pt x="128" y="17"/>
                  </a:lnTo>
                  <a:lnTo>
                    <a:pt x="156" y="8"/>
                  </a:lnTo>
                  <a:lnTo>
                    <a:pt x="183" y="2"/>
                  </a:lnTo>
                  <a:lnTo>
                    <a:pt x="21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2" name="Google Shape;952;p65"/>
            <p:cNvSpPr/>
            <p:nvPr/>
          </p:nvSpPr>
          <p:spPr>
            <a:xfrm>
              <a:off x="2522538" y="2508251"/>
              <a:ext cx="241301" cy="103188"/>
            </a:xfrm>
            <a:custGeom>
              <a:rect b="b" l="l" r="r" t="t"/>
              <a:pathLst>
                <a:path extrusionOk="0" h="455" w="1061">
                  <a:moveTo>
                    <a:pt x="347" y="134"/>
                  </a:moveTo>
                  <a:lnTo>
                    <a:pt x="329" y="135"/>
                  </a:lnTo>
                  <a:lnTo>
                    <a:pt x="311" y="138"/>
                  </a:lnTo>
                  <a:lnTo>
                    <a:pt x="277" y="147"/>
                  </a:lnTo>
                  <a:lnTo>
                    <a:pt x="246" y="162"/>
                  </a:lnTo>
                  <a:lnTo>
                    <a:pt x="219" y="182"/>
                  </a:lnTo>
                  <a:lnTo>
                    <a:pt x="195" y="206"/>
                  </a:lnTo>
                  <a:lnTo>
                    <a:pt x="175" y="234"/>
                  </a:lnTo>
                  <a:lnTo>
                    <a:pt x="161" y="264"/>
                  </a:lnTo>
                  <a:lnTo>
                    <a:pt x="152" y="298"/>
                  </a:lnTo>
                  <a:lnTo>
                    <a:pt x="147" y="322"/>
                  </a:lnTo>
                  <a:lnTo>
                    <a:pt x="914" y="322"/>
                  </a:lnTo>
                  <a:lnTo>
                    <a:pt x="909" y="298"/>
                  </a:lnTo>
                  <a:lnTo>
                    <a:pt x="900" y="264"/>
                  </a:lnTo>
                  <a:lnTo>
                    <a:pt x="886" y="234"/>
                  </a:lnTo>
                  <a:lnTo>
                    <a:pt x="867" y="206"/>
                  </a:lnTo>
                  <a:lnTo>
                    <a:pt x="842" y="182"/>
                  </a:lnTo>
                  <a:lnTo>
                    <a:pt x="815" y="162"/>
                  </a:lnTo>
                  <a:lnTo>
                    <a:pt x="784" y="147"/>
                  </a:lnTo>
                  <a:lnTo>
                    <a:pt x="750" y="138"/>
                  </a:lnTo>
                  <a:lnTo>
                    <a:pt x="732" y="135"/>
                  </a:lnTo>
                  <a:lnTo>
                    <a:pt x="714" y="134"/>
                  </a:lnTo>
                  <a:lnTo>
                    <a:pt x="683" y="134"/>
                  </a:lnTo>
                  <a:lnTo>
                    <a:pt x="656" y="153"/>
                  </a:lnTo>
                  <a:lnTo>
                    <a:pt x="626" y="167"/>
                  </a:lnTo>
                  <a:lnTo>
                    <a:pt x="596" y="178"/>
                  </a:lnTo>
                  <a:lnTo>
                    <a:pt x="564" y="185"/>
                  </a:lnTo>
                  <a:lnTo>
                    <a:pt x="531" y="187"/>
                  </a:lnTo>
                  <a:lnTo>
                    <a:pt x="497" y="185"/>
                  </a:lnTo>
                  <a:lnTo>
                    <a:pt x="465" y="178"/>
                  </a:lnTo>
                  <a:lnTo>
                    <a:pt x="435" y="167"/>
                  </a:lnTo>
                  <a:lnTo>
                    <a:pt x="405" y="153"/>
                  </a:lnTo>
                  <a:lnTo>
                    <a:pt x="379" y="134"/>
                  </a:lnTo>
                  <a:lnTo>
                    <a:pt x="347" y="134"/>
                  </a:lnTo>
                  <a:close/>
                  <a:moveTo>
                    <a:pt x="347" y="0"/>
                  </a:moveTo>
                  <a:lnTo>
                    <a:pt x="403" y="0"/>
                  </a:lnTo>
                  <a:lnTo>
                    <a:pt x="421" y="2"/>
                  </a:lnTo>
                  <a:lnTo>
                    <a:pt x="437" y="10"/>
                  </a:lnTo>
                  <a:lnTo>
                    <a:pt x="451" y="20"/>
                  </a:lnTo>
                  <a:lnTo>
                    <a:pt x="468" y="34"/>
                  </a:lnTo>
                  <a:lnTo>
                    <a:pt x="488" y="44"/>
                  </a:lnTo>
                  <a:lnTo>
                    <a:pt x="509" y="50"/>
                  </a:lnTo>
                  <a:lnTo>
                    <a:pt x="531" y="52"/>
                  </a:lnTo>
                  <a:lnTo>
                    <a:pt x="552" y="50"/>
                  </a:lnTo>
                  <a:lnTo>
                    <a:pt x="573" y="44"/>
                  </a:lnTo>
                  <a:lnTo>
                    <a:pt x="593" y="34"/>
                  </a:lnTo>
                  <a:lnTo>
                    <a:pt x="610" y="20"/>
                  </a:lnTo>
                  <a:lnTo>
                    <a:pt x="624" y="10"/>
                  </a:lnTo>
                  <a:lnTo>
                    <a:pt x="640" y="2"/>
                  </a:lnTo>
                  <a:lnTo>
                    <a:pt x="658" y="0"/>
                  </a:lnTo>
                  <a:lnTo>
                    <a:pt x="714" y="0"/>
                  </a:lnTo>
                  <a:lnTo>
                    <a:pt x="744" y="1"/>
                  </a:lnTo>
                  <a:lnTo>
                    <a:pt x="775" y="5"/>
                  </a:lnTo>
                  <a:lnTo>
                    <a:pt x="815" y="16"/>
                  </a:lnTo>
                  <a:lnTo>
                    <a:pt x="852" y="31"/>
                  </a:lnTo>
                  <a:lnTo>
                    <a:pt x="888" y="49"/>
                  </a:lnTo>
                  <a:lnTo>
                    <a:pt x="920" y="73"/>
                  </a:lnTo>
                  <a:lnTo>
                    <a:pt x="950" y="99"/>
                  </a:lnTo>
                  <a:lnTo>
                    <a:pt x="975" y="129"/>
                  </a:lnTo>
                  <a:lnTo>
                    <a:pt x="999" y="161"/>
                  </a:lnTo>
                  <a:lnTo>
                    <a:pt x="1017" y="197"/>
                  </a:lnTo>
                  <a:lnTo>
                    <a:pt x="1031" y="235"/>
                  </a:lnTo>
                  <a:lnTo>
                    <a:pt x="1042" y="274"/>
                  </a:lnTo>
                  <a:lnTo>
                    <a:pt x="1060" y="377"/>
                  </a:lnTo>
                  <a:lnTo>
                    <a:pt x="1061" y="391"/>
                  </a:lnTo>
                  <a:lnTo>
                    <a:pt x="1059" y="406"/>
                  </a:lnTo>
                  <a:lnTo>
                    <a:pt x="1054" y="419"/>
                  </a:lnTo>
                  <a:lnTo>
                    <a:pt x="1046" y="431"/>
                  </a:lnTo>
                  <a:lnTo>
                    <a:pt x="1035" y="441"/>
                  </a:lnTo>
                  <a:lnTo>
                    <a:pt x="1022" y="449"/>
                  </a:lnTo>
                  <a:lnTo>
                    <a:pt x="1009" y="453"/>
                  </a:lnTo>
                  <a:lnTo>
                    <a:pt x="994" y="455"/>
                  </a:lnTo>
                  <a:lnTo>
                    <a:pt x="67" y="455"/>
                  </a:lnTo>
                  <a:lnTo>
                    <a:pt x="52" y="453"/>
                  </a:lnTo>
                  <a:lnTo>
                    <a:pt x="39" y="449"/>
                  </a:lnTo>
                  <a:lnTo>
                    <a:pt x="27" y="441"/>
                  </a:lnTo>
                  <a:lnTo>
                    <a:pt x="15" y="431"/>
                  </a:lnTo>
                  <a:lnTo>
                    <a:pt x="7" y="419"/>
                  </a:lnTo>
                  <a:lnTo>
                    <a:pt x="2" y="406"/>
                  </a:lnTo>
                  <a:lnTo>
                    <a:pt x="0" y="391"/>
                  </a:lnTo>
                  <a:lnTo>
                    <a:pt x="1" y="377"/>
                  </a:lnTo>
                  <a:lnTo>
                    <a:pt x="19" y="274"/>
                  </a:lnTo>
                  <a:lnTo>
                    <a:pt x="30" y="235"/>
                  </a:lnTo>
                  <a:lnTo>
                    <a:pt x="44" y="197"/>
                  </a:lnTo>
                  <a:lnTo>
                    <a:pt x="62" y="161"/>
                  </a:lnTo>
                  <a:lnTo>
                    <a:pt x="86" y="129"/>
                  </a:lnTo>
                  <a:lnTo>
                    <a:pt x="111" y="99"/>
                  </a:lnTo>
                  <a:lnTo>
                    <a:pt x="141" y="73"/>
                  </a:lnTo>
                  <a:lnTo>
                    <a:pt x="173" y="49"/>
                  </a:lnTo>
                  <a:lnTo>
                    <a:pt x="209" y="31"/>
                  </a:lnTo>
                  <a:lnTo>
                    <a:pt x="246" y="16"/>
                  </a:lnTo>
                  <a:lnTo>
                    <a:pt x="286" y="5"/>
                  </a:lnTo>
                  <a:lnTo>
                    <a:pt x="317" y="1"/>
                  </a:lnTo>
                  <a:lnTo>
                    <a:pt x="34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3" name="Google Shape;953;p65"/>
            <p:cNvSpPr/>
            <p:nvPr/>
          </p:nvSpPr>
          <p:spPr>
            <a:xfrm>
              <a:off x="2130426" y="2198688"/>
              <a:ext cx="174625" cy="136525"/>
            </a:xfrm>
            <a:custGeom>
              <a:rect b="b" l="l" r="r" t="t"/>
              <a:pathLst>
                <a:path extrusionOk="0" h="603" w="766">
                  <a:moveTo>
                    <a:pt x="696" y="0"/>
                  </a:moveTo>
                  <a:lnTo>
                    <a:pt x="713" y="1"/>
                  </a:lnTo>
                  <a:lnTo>
                    <a:pt x="728" y="7"/>
                  </a:lnTo>
                  <a:lnTo>
                    <a:pt x="742" y="16"/>
                  </a:lnTo>
                  <a:lnTo>
                    <a:pt x="755" y="30"/>
                  </a:lnTo>
                  <a:lnTo>
                    <a:pt x="763" y="46"/>
                  </a:lnTo>
                  <a:lnTo>
                    <a:pt x="766" y="63"/>
                  </a:lnTo>
                  <a:lnTo>
                    <a:pt x="765" y="80"/>
                  </a:lnTo>
                  <a:lnTo>
                    <a:pt x="759" y="97"/>
                  </a:lnTo>
                  <a:lnTo>
                    <a:pt x="750" y="111"/>
                  </a:lnTo>
                  <a:lnTo>
                    <a:pt x="736" y="122"/>
                  </a:lnTo>
                  <a:lnTo>
                    <a:pt x="720" y="130"/>
                  </a:lnTo>
                  <a:lnTo>
                    <a:pt x="650" y="157"/>
                  </a:lnTo>
                  <a:lnTo>
                    <a:pt x="581" y="188"/>
                  </a:lnTo>
                  <a:lnTo>
                    <a:pt x="513" y="223"/>
                  </a:lnTo>
                  <a:lnTo>
                    <a:pt x="449" y="263"/>
                  </a:lnTo>
                  <a:lnTo>
                    <a:pt x="387" y="305"/>
                  </a:lnTo>
                  <a:lnTo>
                    <a:pt x="327" y="353"/>
                  </a:lnTo>
                  <a:lnTo>
                    <a:pt x="271" y="403"/>
                  </a:lnTo>
                  <a:lnTo>
                    <a:pt x="217" y="457"/>
                  </a:lnTo>
                  <a:lnTo>
                    <a:pt x="167" y="515"/>
                  </a:lnTo>
                  <a:lnTo>
                    <a:pt x="121" y="575"/>
                  </a:lnTo>
                  <a:lnTo>
                    <a:pt x="110" y="587"/>
                  </a:lnTo>
                  <a:lnTo>
                    <a:pt x="97" y="596"/>
                  </a:lnTo>
                  <a:lnTo>
                    <a:pt x="83" y="602"/>
                  </a:lnTo>
                  <a:lnTo>
                    <a:pt x="67" y="603"/>
                  </a:lnTo>
                  <a:lnTo>
                    <a:pt x="53" y="602"/>
                  </a:lnTo>
                  <a:lnTo>
                    <a:pt x="40" y="598"/>
                  </a:lnTo>
                  <a:lnTo>
                    <a:pt x="28" y="591"/>
                  </a:lnTo>
                  <a:lnTo>
                    <a:pt x="15" y="578"/>
                  </a:lnTo>
                  <a:lnTo>
                    <a:pt x="6" y="563"/>
                  </a:lnTo>
                  <a:lnTo>
                    <a:pt x="1" y="547"/>
                  </a:lnTo>
                  <a:lnTo>
                    <a:pt x="0" y="529"/>
                  </a:lnTo>
                  <a:lnTo>
                    <a:pt x="4" y="513"/>
                  </a:lnTo>
                  <a:lnTo>
                    <a:pt x="12" y="497"/>
                  </a:lnTo>
                  <a:lnTo>
                    <a:pt x="63" y="431"/>
                  </a:lnTo>
                  <a:lnTo>
                    <a:pt x="119" y="367"/>
                  </a:lnTo>
                  <a:lnTo>
                    <a:pt x="178" y="306"/>
                  </a:lnTo>
                  <a:lnTo>
                    <a:pt x="241" y="250"/>
                  </a:lnTo>
                  <a:lnTo>
                    <a:pt x="307" y="199"/>
                  </a:lnTo>
                  <a:lnTo>
                    <a:pt x="376" y="151"/>
                  </a:lnTo>
                  <a:lnTo>
                    <a:pt x="448" y="107"/>
                  </a:lnTo>
                  <a:lnTo>
                    <a:pt x="523" y="67"/>
                  </a:lnTo>
                  <a:lnTo>
                    <a:pt x="599" y="33"/>
                  </a:lnTo>
                  <a:lnTo>
                    <a:pt x="677" y="4"/>
                  </a:lnTo>
                  <a:lnTo>
                    <a:pt x="69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4" name="Google Shape;954;p65"/>
            <p:cNvSpPr/>
            <p:nvPr/>
          </p:nvSpPr>
          <p:spPr>
            <a:xfrm>
              <a:off x="2509838" y="2220913"/>
              <a:ext cx="125413" cy="114300"/>
            </a:xfrm>
            <a:custGeom>
              <a:rect b="b" l="l" r="r" t="t"/>
              <a:pathLst>
                <a:path extrusionOk="0" h="508" w="552">
                  <a:moveTo>
                    <a:pt x="66" y="0"/>
                  </a:moveTo>
                  <a:lnTo>
                    <a:pt x="83" y="2"/>
                  </a:lnTo>
                  <a:lnTo>
                    <a:pt x="100" y="9"/>
                  </a:lnTo>
                  <a:lnTo>
                    <a:pt x="172" y="53"/>
                  </a:lnTo>
                  <a:lnTo>
                    <a:pt x="242" y="100"/>
                  </a:lnTo>
                  <a:lnTo>
                    <a:pt x="309" y="153"/>
                  </a:lnTo>
                  <a:lnTo>
                    <a:pt x="373" y="210"/>
                  </a:lnTo>
                  <a:lnTo>
                    <a:pt x="432" y="271"/>
                  </a:lnTo>
                  <a:lnTo>
                    <a:pt x="488" y="335"/>
                  </a:lnTo>
                  <a:lnTo>
                    <a:pt x="540" y="402"/>
                  </a:lnTo>
                  <a:lnTo>
                    <a:pt x="548" y="418"/>
                  </a:lnTo>
                  <a:lnTo>
                    <a:pt x="552" y="434"/>
                  </a:lnTo>
                  <a:lnTo>
                    <a:pt x="551" y="452"/>
                  </a:lnTo>
                  <a:lnTo>
                    <a:pt x="546" y="468"/>
                  </a:lnTo>
                  <a:lnTo>
                    <a:pt x="537" y="483"/>
                  </a:lnTo>
                  <a:lnTo>
                    <a:pt x="524" y="496"/>
                  </a:lnTo>
                  <a:lnTo>
                    <a:pt x="512" y="503"/>
                  </a:lnTo>
                  <a:lnTo>
                    <a:pt x="499" y="507"/>
                  </a:lnTo>
                  <a:lnTo>
                    <a:pt x="485" y="508"/>
                  </a:lnTo>
                  <a:lnTo>
                    <a:pt x="469" y="507"/>
                  </a:lnTo>
                  <a:lnTo>
                    <a:pt x="455" y="501"/>
                  </a:lnTo>
                  <a:lnTo>
                    <a:pt x="442" y="492"/>
                  </a:lnTo>
                  <a:lnTo>
                    <a:pt x="431" y="480"/>
                  </a:lnTo>
                  <a:lnTo>
                    <a:pt x="384" y="419"/>
                  </a:lnTo>
                  <a:lnTo>
                    <a:pt x="334" y="361"/>
                  </a:lnTo>
                  <a:lnTo>
                    <a:pt x="280" y="307"/>
                  </a:lnTo>
                  <a:lnTo>
                    <a:pt x="223" y="256"/>
                  </a:lnTo>
                  <a:lnTo>
                    <a:pt x="163" y="208"/>
                  </a:lnTo>
                  <a:lnTo>
                    <a:pt x="100" y="165"/>
                  </a:lnTo>
                  <a:lnTo>
                    <a:pt x="35" y="126"/>
                  </a:lnTo>
                  <a:lnTo>
                    <a:pt x="20" y="115"/>
                  </a:lnTo>
                  <a:lnTo>
                    <a:pt x="9" y="102"/>
                  </a:lnTo>
                  <a:lnTo>
                    <a:pt x="3" y="85"/>
                  </a:lnTo>
                  <a:lnTo>
                    <a:pt x="0" y="68"/>
                  </a:lnTo>
                  <a:lnTo>
                    <a:pt x="2" y="52"/>
                  </a:lnTo>
                  <a:lnTo>
                    <a:pt x="8" y="34"/>
                  </a:lnTo>
                  <a:lnTo>
                    <a:pt x="19" y="20"/>
                  </a:lnTo>
                  <a:lnTo>
                    <a:pt x="34" y="10"/>
                  </a:lnTo>
                  <a:lnTo>
                    <a:pt x="49" y="3"/>
                  </a:lnTo>
                  <a:lnTo>
                    <a:pt x="6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5" name="Google Shape;955;p65"/>
            <p:cNvSpPr/>
            <p:nvPr/>
          </p:nvSpPr>
          <p:spPr>
            <a:xfrm>
              <a:off x="2460626" y="2198688"/>
              <a:ext cx="38100" cy="33338"/>
            </a:xfrm>
            <a:custGeom>
              <a:rect b="b" l="l" r="r" t="t"/>
              <a:pathLst>
                <a:path extrusionOk="0" h="146" w="166">
                  <a:moveTo>
                    <a:pt x="70" y="0"/>
                  </a:moveTo>
                  <a:lnTo>
                    <a:pt x="89" y="4"/>
                  </a:lnTo>
                  <a:lnTo>
                    <a:pt x="123" y="16"/>
                  </a:lnTo>
                  <a:lnTo>
                    <a:pt x="139" y="24"/>
                  </a:lnTo>
                  <a:lnTo>
                    <a:pt x="152" y="36"/>
                  </a:lnTo>
                  <a:lnTo>
                    <a:pt x="161" y="51"/>
                  </a:lnTo>
                  <a:lnTo>
                    <a:pt x="166" y="67"/>
                  </a:lnTo>
                  <a:lnTo>
                    <a:pt x="166" y="85"/>
                  </a:lnTo>
                  <a:lnTo>
                    <a:pt x="163" y="102"/>
                  </a:lnTo>
                  <a:lnTo>
                    <a:pt x="155" y="117"/>
                  </a:lnTo>
                  <a:lnTo>
                    <a:pt x="144" y="129"/>
                  </a:lnTo>
                  <a:lnTo>
                    <a:pt x="131" y="137"/>
                  </a:lnTo>
                  <a:lnTo>
                    <a:pt x="116" y="144"/>
                  </a:lnTo>
                  <a:lnTo>
                    <a:pt x="100" y="146"/>
                  </a:lnTo>
                  <a:lnTo>
                    <a:pt x="89" y="145"/>
                  </a:lnTo>
                  <a:lnTo>
                    <a:pt x="77" y="142"/>
                  </a:lnTo>
                  <a:lnTo>
                    <a:pt x="46" y="130"/>
                  </a:lnTo>
                  <a:lnTo>
                    <a:pt x="30" y="122"/>
                  </a:lnTo>
                  <a:lnTo>
                    <a:pt x="16" y="111"/>
                  </a:lnTo>
                  <a:lnTo>
                    <a:pt x="7" y="97"/>
                  </a:lnTo>
                  <a:lnTo>
                    <a:pt x="1" y="80"/>
                  </a:lnTo>
                  <a:lnTo>
                    <a:pt x="0" y="63"/>
                  </a:lnTo>
                  <a:lnTo>
                    <a:pt x="3" y="46"/>
                  </a:lnTo>
                  <a:lnTo>
                    <a:pt x="11" y="30"/>
                  </a:lnTo>
                  <a:lnTo>
                    <a:pt x="24" y="16"/>
                  </a:lnTo>
                  <a:lnTo>
                    <a:pt x="38" y="7"/>
                  </a:lnTo>
                  <a:lnTo>
                    <a:pt x="53" y="1"/>
                  </a:lnTo>
                  <a:lnTo>
                    <a:pt x="7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6" name="Google Shape;956;p65"/>
            <p:cNvSpPr/>
            <p:nvPr/>
          </p:nvSpPr>
          <p:spPr>
            <a:xfrm>
              <a:off x="2130426" y="2632076"/>
              <a:ext cx="174625" cy="136525"/>
            </a:xfrm>
            <a:custGeom>
              <a:rect b="b" l="l" r="r" t="t"/>
              <a:pathLst>
                <a:path extrusionOk="0" h="603" w="766">
                  <a:moveTo>
                    <a:pt x="61" y="0"/>
                  </a:moveTo>
                  <a:lnTo>
                    <a:pt x="78" y="1"/>
                  </a:lnTo>
                  <a:lnTo>
                    <a:pt x="94" y="6"/>
                  </a:lnTo>
                  <a:lnTo>
                    <a:pt x="109" y="15"/>
                  </a:lnTo>
                  <a:lnTo>
                    <a:pt x="121" y="28"/>
                  </a:lnTo>
                  <a:lnTo>
                    <a:pt x="167" y="89"/>
                  </a:lnTo>
                  <a:lnTo>
                    <a:pt x="217" y="146"/>
                  </a:lnTo>
                  <a:lnTo>
                    <a:pt x="271" y="200"/>
                  </a:lnTo>
                  <a:lnTo>
                    <a:pt x="327" y="251"/>
                  </a:lnTo>
                  <a:lnTo>
                    <a:pt x="387" y="297"/>
                  </a:lnTo>
                  <a:lnTo>
                    <a:pt x="449" y="340"/>
                  </a:lnTo>
                  <a:lnTo>
                    <a:pt x="513" y="380"/>
                  </a:lnTo>
                  <a:lnTo>
                    <a:pt x="581" y="416"/>
                  </a:lnTo>
                  <a:lnTo>
                    <a:pt x="650" y="446"/>
                  </a:lnTo>
                  <a:lnTo>
                    <a:pt x="720" y="473"/>
                  </a:lnTo>
                  <a:lnTo>
                    <a:pt x="736" y="481"/>
                  </a:lnTo>
                  <a:lnTo>
                    <a:pt x="750" y="492"/>
                  </a:lnTo>
                  <a:lnTo>
                    <a:pt x="759" y="506"/>
                  </a:lnTo>
                  <a:lnTo>
                    <a:pt x="765" y="522"/>
                  </a:lnTo>
                  <a:lnTo>
                    <a:pt x="766" y="540"/>
                  </a:lnTo>
                  <a:lnTo>
                    <a:pt x="763" y="557"/>
                  </a:lnTo>
                  <a:lnTo>
                    <a:pt x="755" y="573"/>
                  </a:lnTo>
                  <a:lnTo>
                    <a:pt x="744" y="586"/>
                  </a:lnTo>
                  <a:lnTo>
                    <a:pt x="730" y="595"/>
                  </a:lnTo>
                  <a:lnTo>
                    <a:pt x="715" y="601"/>
                  </a:lnTo>
                  <a:lnTo>
                    <a:pt x="699" y="603"/>
                  </a:lnTo>
                  <a:lnTo>
                    <a:pt x="688" y="602"/>
                  </a:lnTo>
                  <a:lnTo>
                    <a:pt x="677" y="600"/>
                  </a:lnTo>
                  <a:lnTo>
                    <a:pt x="599" y="570"/>
                  </a:lnTo>
                  <a:lnTo>
                    <a:pt x="523" y="536"/>
                  </a:lnTo>
                  <a:lnTo>
                    <a:pt x="448" y="497"/>
                  </a:lnTo>
                  <a:lnTo>
                    <a:pt x="376" y="453"/>
                  </a:lnTo>
                  <a:lnTo>
                    <a:pt x="307" y="404"/>
                  </a:lnTo>
                  <a:lnTo>
                    <a:pt x="241" y="352"/>
                  </a:lnTo>
                  <a:lnTo>
                    <a:pt x="178" y="296"/>
                  </a:lnTo>
                  <a:lnTo>
                    <a:pt x="119" y="236"/>
                  </a:lnTo>
                  <a:lnTo>
                    <a:pt x="63" y="173"/>
                  </a:lnTo>
                  <a:lnTo>
                    <a:pt x="12" y="106"/>
                  </a:lnTo>
                  <a:lnTo>
                    <a:pt x="4" y="90"/>
                  </a:lnTo>
                  <a:lnTo>
                    <a:pt x="0" y="73"/>
                  </a:lnTo>
                  <a:lnTo>
                    <a:pt x="1" y="56"/>
                  </a:lnTo>
                  <a:lnTo>
                    <a:pt x="6" y="40"/>
                  </a:lnTo>
                  <a:lnTo>
                    <a:pt x="15" y="25"/>
                  </a:lnTo>
                  <a:lnTo>
                    <a:pt x="28" y="12"/>
                  </a:lnTo>
                  <a:lnTo>
                    <a:pt x="44" y="4"/>
                  </a:lnTo>
                  <a:lnTo>
                    <a:pt x="61"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57" name="Google Shape;957;p65"/>
            <p:cNvSpPr/>
            <p:nvPr/>
          </p:nvSpPr>
          <p:spPr>
            <a:xfrm>
              <a:off x="2460626" y="2632076"/>
              <a:ext cx="174625" cy="136525"/>
            </a:xfrm>
            <a:custGeom>
              <a:rect b="b" l="l" r="r" t="t"/>
              <a:pathLst>
                <a:path extrusionOk="0" h="603" w="766">
                  <a:moveTo>
                    <a:pt x="705" y="0"/>
                  </a:moveTo>
                  <a:lnTo>
                    <a:pt x="722" y="4"/>
                  </a:lnTo>
                  <a:lnTo>
                    <a:pt x="738" y="12"/>
                  </a:lnTo>
                  <a:lnTo>
                    <a:pt x="751" y="25"/>
                  </a:lnTo>
                  <a:lnTo>
                    <a:pt x="760" y="40"/>
                  </a:lnTo>
                  <a:lnTo>
                    <a:pt x="765" y="56"/>
                  </a:lnTo>
                  <a:lnTo>
                    <a:pt x="766" y="73"/>
                  </a:lnTo>
                  <a:lnTo>
                    <a:pt x="762" y="90"/>
                  </a:lnTo>
                  <a:lnTo>
                    <a:pt x="754" y="106"/>
                  </a:lnTo>
                  <a:lnTo>
                    <a:pt x="702" y="173"/>
                  </a:lnTo>
                  <a:lnTo>
                    <a:pt x="647" y="237"/>
                  </a:lnTo>
                  <a:lnTo>
                    <a:pt x="588" y="297"/>
                  </a:lnTo>
                  <a:lnTo>
                    <a:pt x="526" y="353"/>
                  </a:lnTo>
                  <a:lnTo>
                    <a:pt x="459" y="405"/>
                  </a:lnTo>
                  <a:lnTo>
                    <a:pt x="391" y="453"/>
                  </a:lnTo>
                  <a:lnTo>
                    <a:pt x="320" y="497"/>
                  </a:lnTo>
                  <a:lnTo>
                    <a:pt x="245" y="536"/>
                  </a:lnTo>
                  <a:lnTo>
                    <a:pt x="168" y="570"/>
                  </a:lnTo>
                  <a:lnTo>
                    <a:pt x="89" y="600"/>
                  </a:lnTo>
                  <a:lnTo>
                    <a:pt x="78" y="602"/>
                  </a:lnTo>
                  <a:lnTo>
                    <a:pt x="67" y="603"/>
                  </a:lnTo>
                  <a:lnTo>
                    <a:pt x="51" y="601"/>
                  </a:lnTo>
                  <a:lnTo>
                    <a:pt x="36" y="595"/>
                  </a:lnTo>
                  <a:lnTo>
                    <a:pt x="22" y="586"/>
                  </a:lnTo>
                  <a:lnTo>
                    <a:pt x="11" y="573"/>
                  </a:lnTo>
                  <a:lnTo>
                    <a:pt x="3" y="557"/>
                  </a:lnTo>
                  <a:lnTo>
                    <a:pt x="0" y="540"/>
                  </a:lnTo>
                  <a:lnTo>
                    <a:pt x="1" y="522"/>
                  </a:lnTo>
                  <a:lnTo>
                    <a:pt x="7" y="506"/>
                  </a:lnTo>
                  <a:lnTo>
                    <a:pt x="16" y="492"/>
                  </a:lnTo>
                  <a:lnTo>
                    <a:pt x="30" y="481"/>
                  </a:lnTo>
                  <a:lnTo>
                    <a:pt x="46" y="473"/>
                  </a:lnTo>
                  <a:lnTo>
                    <a:pt x="116" y="446"/>
                  </a:lnTo>
                  <a:lnTo>
                    <a:pt x="185" y="416"/>
                  </a:lnTo>
                  <a:lnTo>
                    <a:pt x="253" y="380"/>
                  </a:lnTo>
                  <a:lnTo>
                    <a:pt x="317" y="340"/>
                  </a:lnTo>
                  <a:lnTo>
                    <a:pt x="379" y="297"/>
                  </a:lnTo>
                  <a:lnTo>
                    <a:pt x="439" y="251"/>
                  </a:lnTo>
                  <a:lnTo>
                    <a:pt x="495" y="200"/>
                  </a:lnTo>
                  <a:lnTo>
                    <a:pt x="549" y="146"/>
                  </a:lnTo>
                  <a:lnTo>
                    <a:pt x="599" y="89"/>
                  </a:lnTo>
                  <a:lnTo>
                    <a:pt x="645" y="28"/>
                  </a:lnTo>
                  <a:lnTo>
                    <a:pt x="657" y="15"/>
                  </a:lnTo>
                  <a:lnTo>
                    <a:pt x="672" y="6"/>
                  </a:lnTo>
                  <a:lnTo>
                    <a:pt x="688" y="1"/>
                  </a:lnTo>
                  <a:lnTo>
                    <a:pt x="70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58" name="Google Shape;958;p65"/>
          <p:cNvGrpSpPr/>
          <p:nvPr/>
        </p:nvGrpSpPr>
        <p:grpSpPr>
          <a:xfrm>
            <a:off x="9492220" y="3143376"/>
            <a:ext cx="308724" cy="310666"/>
            <a:chOff x="4513263" y="2109788"/>
            <a:chExt cx="757234" cy="761998"/>
          </a:xfrm>
        </p:grpSpPr>
        <p:sp>
          <p:nvSpPr>
            <p:cNvPr id="959" name="Google Shape;959;p65"/>
            <p:cNvSpPr/>
            <p:nvPr/>
          </p:nvSpPr>
          <p:spPr>
            <a:xfrm>
              <a:off x="4513263" y="2109788"/>
              <a:ext cx="757234" cy="761998"/>
            </a:xfrm>
            <a:custGeom>
              <a:rect b="b" l="l" r="r" t="t"/>
              <a:pathLst>
                <a:path extrusionOk="0" h="3360" w="3338">
                  <a:moveTo>
                    <a:pt x="1091" y="2064"/>
                  </a:moveTo>
                  <a:lnTo>
                    <a:pt x="176" y="2980"/>
                  </a:lnTo>
                  <a:lnTo>
                    <a:pt x="159" y="3001"/>
                  </a:lnTo>
                  <a:lnTo>
                    <a:pt x="147" y="3022"/>
                  </a:lnTo>
                  <a:lnTo>
                    <a:pt x="138" y="3045"/>
                  </a:lnTo>
                  <a:lnTo>
                    <a:pt x="134" y="3070"/>
                  </a:lnTo>
                  <a:lnTo>
                    <a:pt x="134" y="3094"/>
                  </a:lnTo>
                  <a:lnTo>
                    <a:pt x="138" y="3119"/>
                  </a:lnTo>
                  <a:lnTo>
                    <a:pt x="147" y="3142"/>
                  </a:lnTo>
                  <a:lnTo>
                    <a:pt x="159" y="3165"/>
                  </a:lnTo>
                  <a:lnTo>
                    <a:pt x="176" y="3184"/>
                  </a:lnTo>
                  <a:lnTo>
                    <a:pt x="196" y="3201"/>
                  </a:lnTo>
                  <a:lnTo>
                    <a:pt x="217" y="3213"/>
                  </a:lnTo>
                  <a:lnTo>
                    <a:pt x="241" y="3222"/>
                  </a:lnTo>
                  <a:lnTo>
                    <a:pt x="265" y="3226"/>
                  </a:lnTo>
                  <a:lnTo>
                    <a:pt x="289" y="3226"/>
                  </a:lnTo>
                  <a:lnTo>
                    <a:pt x="314" y="3222"/>
                  </a:lnTo>
                  <a:lnTo>
                    <a:pt x="337" y="3213"/>
                  </a:lnTo>
                  <a:lnTo>
                    <a:pt x="360" y="3201"/>
                  </a:lnTo>
                  <a:lnTo>
                    <a:pt x="379" y="3184"/>
                  </a:lnTo>
                  <a:lnTo>
                    <a:pt x="1293" y="2267"/>
                  </a:lnTo>
                  <a:lnTo>
                    <a:pt x="1091" y="2064"/>
                  </a:lnTo>
                  <a:close/>
                  <a:moveTo>
                    <a:pt x="2256" y="133"/>
                  </a:moveTo>
                  <a:lnTo>
                    <a:pt x="2179" y="137"/>
                  </a:lnTo>
                  <a:lnTo>
                    <a:pt x="2103" y="147"/>
                  </a:lnTo>
                  <a:lnTo>
                    <a:pt x="2029" y="162"/>
                  </a:lnTo>
                  <a:lnTo>
                    <a:pt x="1957" y="182"/>
                  </a:lnTo>
                  <a:lnTo>
                    <a:pt x="1888" y="209"/>
                  </a:lnTo>
                  <a:lnTo>
                    <a:pt x="1821" y="240"/>
                  </a:lnTo>
                  <a:lnTo>
                    <a:pt x="1757" y="276"/>
                  </a:lnTo>
                  <a:lnTo>
                    <a:pt x="1697" y="318"/>
                  </a:lnTo>
                  <a:lnTo>
                    <a:pt x="1641" y="362"/>
                  </a:lnTo>
                  <a:lnTo>
                    <a:pt x="1587" y="412"/>
                  </a:lnTo>
                  <a:lnTo>
                    <a:pt x="1537" y="466"/>
                  </a:lnTo>
                  <a:lnTo>
                    <a:pt x="1492" y="523"/>
                  </a:lnTo>
                  <a:lnTo>
                    <a:pt x="1451" y="583"/>
                  </a:lnTo>
                  <a:lnTo>
                    <a:pt x="1415" y="648"/>
                  </a:lnTo>
                  <a:lnTo>
                    <a:pt x="1384" y="715"/>
                  </a:lnTo>
                  <a:lnTo>
                    <a:pt x="1357" y="784"/>
                  </a:lnTo>
                  <a:lnTo>
                    <a:pt x="1337" y="855"/>
                  </a:lnTo>
                  <a:lnTo>
                    <a:pt x="1322" y="930"/>
                  </a:lnTo>
                  <a:lnTo>
                    <a:pt x="1312" y="1006"/>
                  </a:lnTo>
                  <a:lnTo>
                    <a:pt x="1308" y="1083"/>
                  </a:lnTo>
                  <a:lnTo>
                    <a:pt x="1312" y="1162"/>
                  </a:lnTo>
                  <a:lnTo>
                    <a:pt x="1322" y="1237"/>
                  </a:lnTo>
                  <a:lnTo>
                    <a:pt x="1337" y="1311"/>
                  </a:lnTo>
                  <a:lnTo>
                    <a:pt x="1357" y="1384"/>
                  </a:lnTo>
                  <a:lnTo>
                    <a:pt x="1384" y="1453"/>
                  </a:lnTo>
                  <a:lnTo>
                    <a:pt x="1415" y="1520"/>
                  </a:lnTo>
                  <a:lnTo>
                    <a:pt x="1451" y="1583"/>
                  </a:lnTo>
                  <a:lnTo>
                    <a:pt x="1492" y="1644"/>
                  </a:lnTo>
                  <a:lnTo>
                    <a:pt x="1537" y="1701"/>
                  </a:lnTo>
                  <a:lnTo>
                    <a:pt x="1587" y="1755"/>
                  </a:lnTo>
                  <a:lnTo>
                    <a:pt x="1641" y="1804"/>
                  </a:lnTo>
                  <a:lnTo>
                    <a:pt x="1697" y="1850"/>
                  </a:lnTo>
                  <a:lnTo>
                    <a:pt x="1757" y="1891"/>
                  </a:lnTo>
                  <a:lnTo>
                    <a:pt x="1821" y="1927"/>
                  </a:lnTo>
                  <a:lnTo>
                    <a:pt x="1888" y="1959"/>
                  </a:lnTo>
                  <a:lnTo>
                    <a:pt x="1957" y="1984"/>
                  </a:lnTo>
                  <a:lnTo>
                    <a:pt x="2029" y="2006"/>
                  </a:lnTo>
                  <a:lnTo>
                    <a:pt x="2103" y="2021"/>
                  </a:lnTo>
                  <a:lnTo>
                    <a:pt x="2179" y="2030"/>
                  </a:lnTo>
                  <a:lnTo>
                    <a:pt x="2256" y="2033"/>
                  </a:lnTo>
                  <a:lnTo>
                    <a:pt x="2334" y="2030"/>
                  </a:lnTo>
                  <a:lnTo>
                    <a:pt x="2410" y="2021"/>
                  </a:lnTo>
                  <a:lnTo>
                    <a:pt x="2484" y="2006"/>
                  </a:lnTo>
                  <a:lnTo>
                    <a:pt x="2556" y="1984"/>
                  </a:lnTo>
                  <a:lnTo>
                    <a:pt x="2625" y="1959"/>
                  </a:lnTo>
                  <a:lnTo>
                    <a:pt x="2692" y="1927"/>
                  </a:lnTo>
                  <a:lnTo>
                    <a:pt x="2755" y="1891"/>
                  </a:lnTo>
                  <a:lnTo>
                    <a:pt x="2816" y="1850"/>
                  </a:lnTo>
                  <a:lnTo>
                    <a:pt x="2873" y="1804"/>
                  </a:lnTo>
                  <a:lnTo>
                    <a:pt x="2927" y="1755"/>
                  </a:lnTo>
                  <a:lnTo>
                    <a:pt x="2975" y="1701"/>
                  </a:lnTo>
                  <a:lnTo>
                    <a:pt x="3021" y="1644"/>
                  </a:lnTo>
                  <a:lnTo>
                    <a:pt x="3062" y="1583"/>
                  </a:lnTo>
                  <a:lnTo>
                    <a:pt x="3098" y="1520"/>
                  </a:lnTo>
                  <a:lnTo>
                    <a:pt x="3130" y="1453"/>
                  </a:lnTo>
                  <a:lnTo>
                    <a:pt x="3155" y="1384"/>
                  </a:lnTo>
                  <a:lnTo>
                    <a:pt x="3176" y="1311"/>
                  </a:lnTo>
                  <a:lnTo>
                    <a:pt x="3192" y="1237"/>
                  </a:lnTo>
                  <a:lnTo>
                    <a:pt x="3201" y="1162"/>
                  </a:lnTo>
                  <a:lnTo>
                    <a:pt x="3204" y="1083"/>
                  </a:lnTo>
                  <a:lnTo>
                    <a:pt x="3201" y="1006"/>
                  </a:lnTo>
                  <a:lnTo>
                    <a:pt x="3192" y="930"/>
                  </a:lnTo>
                  <a:lnTo>
                    <a:pt x="3176" y="855"/>
                  </a:lnTo>
                  <a:lnTo>
                    <a:pt x="3155" y="784"/>
                  </a:lnTo>
                  <a:lnTo>
                    <a:pt x="3130" y="715"/>
                  </a:lnTo>
                  <a:lnTo>
                    <a:pt x="3098" y="648"/>
                  </a:lnTo>
                  <a:lnTo>
                    <a:pt x="3062" y="583"/>
                  </a:lnTo>
                  <a:lnTo>
                    <a:pt x="3021" y="523"/>
                  </a:lnTo>
                  <a:lnTo>
                    <a:pt x="2975" y="466"/>
                  </a:lnTo>
                  <a:lnTo>
                    <a:pt x="2927" y="412"/>
                  </a:lnTo>
                  <a:lnTo>
                    <a:pt x="2873" y="362"/>
                  </a:lnTo>
                  <a:lnTo>
                    <a:pt x="2816" y="318"/>
                  </a:lnTo>
                  <a:lnTo>
                    <a:pt x="2755" y="276"/>
                  </a:lnTo>
                  <a:lnTo>
                    <a:pt x="2692" y="240"/>
                  </a:lnTo>
                  <a:lnTo>
                    <a:pt x="2625" y="209"/>
                  </a:lnTo>
                  <a:lnTo>
                    <a:pt x="2556" y="182"/>
                  </a:lnTo>
                  <a:lnTo>
                    <a:pt x="2484" y="162"/>
                  </a:lnTo>
                  <a:lnTo>
                    <a:pt x="2410" y="147"/>
                  </a:lnTo>
                  <a:lnTo>
                    <a:pt x="2334" y="137"/>
                  </a:lnTo>
                  <a:lnTo>
                    <a:pt x="2256" y="133"/>
                  </a:lnTo>
                  <a:close/>
                  <a:moveTo>
                    <a:pt x="2256" y="0"/>
                  </a:moveTo>
                  <a:lnTo>
                    <a:pt x="2340" y="3"/>
                  </a:lnTo>
                  <a:lnTo>
                    <a:pt x="2424" y="13"/>
                  </a:lnTo>
                  <a:lnTo>
                    <a:pt x="2504" y="29"/>
                  </a:lnTo>
                  <a:lnTo>
                    <a:pt x="2582" y="50"/>
                  </a:lnTo>
                  <a:lnTo>
                    <a:pt x="2658" y="77"/>
                  </a:lnTo>
                  <a:lnTo>
                    <a:pt x="2732" y="110"/>
                  </a:lnTo>
                  <a:lnTo>
                    <a:pt x="2802" y="149"/>
                  </a:lnTo>
                  <a:lnTo>
                    <a:pt x="2869" y="191"/>
                  </a:lnTo>
                  <a:lnTo>
                    <a:pt x="2933" y="238"/>
                  </a:lnTo>
                  <a:lnTo>
                    <a:pt x="2992" y="290"/>
                  </a:lnTo>
                  <a:lnTo>
                    <a:pt x="3048" y="346"/>
                  </a:lnTo>
                  <a:lnTo>
                    <a:pt x="3099" y="406"/>
                  </a:lnTo>
                  <a:lnTo>
                    <a:pt x="3147" y="470"/>
                  </a:lnTo>
                  <a:lnTo>
                    <a:pt x="3190" y="538"/>
                  </a:lnTo>
                  <a:lnTo>
                    <a:pt x="3227" y="608"/>
                  </a:lnTo>
                  <a:lnTo>
                    <a:pt x="3260" y="681"/>
                  </a:lnTo>
                  <a:lnTo>
                    <a:pt x="3287" y="757"/>
                  </a:lnTo>
                  <a:lnTo>
                    <a:pt x="3309" y="836"/>
                  </a:lnTo>
                  <a:lnTo>
                    <a:pt x="3325" y="916"/>
                  </a:lnTo>
                  <a:lnTo>
                    <a:pt x="3334" y="999"/>
                  </a:lnTo>
                  <a:lnTo>
                    <a:pt x="3338" y="1083"/>
                  </a:lnTo>
                  <a:lnTo>
                    <a:pt x="3334" y="1168"/>
                  </a:lnTo>
                  <a:lnTo>
                    <a:pt x="3325" y="1251"/>
                  </a:lnTo>
                  <a:lnTo>
                    <a:pt x="3309" y="1332"/>
                  </a:lnTo>
                  <a:lnTo>
                    <a:pt x="3287" y="1410"/>
                  </a:lnTo>
                  <a:lnTo>
                    <a:pt x="3260" y="1487"/>
                  </a:lnTo>
                  <a:lnTo>
                    <a:pt x="3227" y="1560"/>
                  </a:lnTo>
                  <a:lnTo>
                    <a:pt x="3190" y="1630"/>
                  </a:lnTo>
                  <a:lnTo>
                    <a:pt x="3147" y="1697"/>
                  </a:lnTo>
                  <a:lnTo>
                    <a:pt x="3099" y="1761"/>
                  </a:lnTo>
                  <a:lnTo>
                    <a:pt x="3048" y="1821"/>
                  </a:lnTo>
                  <a:lnTo>
                    <a:pt x="2992" y="1878"/>
                  </a:lnTo>
                  <a:lnTo>
                    <a:pt x="2933" y="1928"/>
                  </a:lnTo>
                  <a:lnTo>
                    <a:pt x="2869" y="1976"/>
                  </a:lnTo>
                  <a:lnTo>
                    <a:pt x="2802" y="2019"/>
                  </a:lnTo>
                  <a:lnTo>
                    <a:pt x="2732" y="2057"/>
                  </a:lnTo>
                  <a:lnTo>
                    <a:pt x="2658" y="2089"/>
                  </a:lnTo>
                  <a:lnTo>
                    <a:pt x="2582" y="2117"/>
                  </a:lnTo>
                  <a:lnTo>
                    <a:pt x="2504" y="2138"/>
                  </a:lnTo>
                  <a:lnTo>
                    <a:pt x="2424" y="2154"/>
                  </a:lnTo>
                  <a:lnTo>
                    <a:pt x="2340" y="2164"/>
                  </a:lnTo>
                  <a:lnTo>
                    <a:pt x="2256" y="2168"/>
                  </a:lnTo>
                  <a:lnTo>
                    <a:pt x="2176" y="2165"/>
                  </a:lnTo>
                  <a:lnTo>
                    <a:pt x="2097" y="2155"/>
                  </a:lnTo>
                  <a:lnTo>
                    <a:pt x="2019" y="2141"/>
                  </a:lnTo>
                  <a:lnTo>
                    <a:pt x="1943" y="2121"/>
                  </a:lnTo>
                  <a:lnTo>
                    <a:pt x="1870" y="2096"/>
                  </a:lnTo>
                  <a:lnTo>
                    <a:pt x="1800" y="2066"/>
                  </a:lnTo>
                  <a:lnTo>
                    <a:pt x="1732" y="2031"/>
                  </a:lnTo>
                  <a:lnTo>
                    <a:pt x="1667" y="1992"/>
                  </a:lnTo>
                  <a:lnTo>
                    <a:pt x="1605" y="1948"/>
                  </a:lnTo>
                  <a:lnTo>
                    <a:pt x="1546" y="1900"/>
                  </a:lnTo>
                  <a:lnTo>
                    <a:pt x="1331" y="2116"/>
                  </a:lnTo>
                  <a:lnTo>
                    <a:pt x="1435" y="2220"/>
                  </a:lnTo>
                  <a:lnTo>
                    <a:pt x="1447" y="2234"/>
                  </a:lnTo>
                  <a:lnTo>
                    <a:pt x="1453" y="2250"/>
                  </a:lnTo>
                  <a:lnTo>
                    <a:pt x="1455" y="2267"/>
                  </a:lnTo>
                  <a:lnTo>
                    <a:pt x="1453" y="2285"/>
                  </a:lnTo>
                  <a:lnTo>
                    <a:pt x="1447" y="2300"/>
                  </a:lnTo>
                  <a:lnTo>
                    <a:pt x="1435" y="2314"/>
                  </a:lnTo>
                  <a:lnTo>
                    <a:pt x="473" y="3279"/>
                  </a:lnTo>
                  <a:lnTo>
                    <a:pt x="445" y="3304"/>
                  </a:lnTo>
                  <a:lnTo>
                    <a:pt x="414" y="3324"/>
                  </a:lnTo>
                  <a:lnTo>
                    <a:pt x="382" y="3340"/>
                  </a:lnTo>
                  <a:lnTo>
                    <a:pt x="347" y="3351"/>
                  </a:lnTo>
                  <a:lnTo>
                    <a:pt x="313" y="3358"/>
                  </a:lnTo>
                  <a:lnTo>
                    <a:pt x="277" y="3360"/>
                  </a:lnTo>
                  <a:lnTo>
                    <a:pt x="242" y="3358"/>
                  </a:lnTo>
                  <a:lnTo>
                    <a:pt x="207" y="3351"/>
                  </a:lnTo>
                  <a:lnTo>
                    <a:pt x="173" y="3340"/>
                  </a:lnTo>
                  <a:lnTo>
                    <a:pt x="140" y="3324"/>
                  </a:lnTo>
                  <a:lnTo>
                    <a:pt x="110" y="3304"/>
                  </a:lnTo>
                  <a:lnTo>
                    <a:pt x="81" y="3279"/>
                  </a:lnTo>
                  <a:lnTo>
                    <a:pt x="57" y="3250"/>
                  </a:lnTo>
                  <a:lnTo>
                    <a:pt x="37" y="3219"/>
                  </a:lnTo>
                  <a:lnTo>
                    <a:pt x="20" y="3187"/>
                  </a:lnTo>
                  <a:lnTo>
                    <a:pt x="9" y="3153"/>
                  </a:lnTo>
                  <a:lnTo>
                    <a:pt x="3" y="3118"/>
                  </a:lnTo>
                  <a:lnTo>
                    <a:pt x="0" y="3082"/>
                  </a:lnTo>
                  <a:lnTo>
                    <a:pt x="3" y="3046"/>
                  </a:lnTo>
                  <a:lnTo>
                    <a:pt x="9" y="3012"/>
                  </a:lnTo>
                  <a:lnTo>
                    <a:pt x="20" y="2978"/>
                  </a:lnTo>
                  <a:lnTo>
                    <a:pt x="37" y="2946"/>
                  </a:lnTo>
                  <a:lnTo>
                    <a:pt x="57" y="2914"/>
                  </a:lnTo>
                  <a:lnTo>
                    <a:pt x="81" y="2886"/>
                  </a:lnTo>
                  <a:lnTo>
                    <a:pt x="1043" y="1922"/>
                  </a:lnTo>
                  <a:lnTo>
                    <a:pt x="1057" y="1911"/>
                  </a:lnTo>
                  <a:lnTo>
                    <a:pt x="1074" y="1904"/>
                  </a:lnTo>
                  <a:lnTo>
                    <a:pt x="1091" y="1902"/>
                  </a:lnTo>
                  <a:lnTo>
                    <a:pt x="1107" y="1904"/>
                  </a:lnTo>
                  <a:lnTo>
                    <a:pt x="1123" y="1911"/>
                  </a:lnTo>
                  <a:lnTo>
                    <a:pt x="1138" y="1922"/>
                  </a:lnTo>
                  <a:lnTo>
                    <a:pt x="1236" y="2021"/>
                  </a:lnTo>
                  <a:lnTo>
                    <a:pt x="1451" y="1805"/>
                  </a:lnTo>
                  <a:lnTo>
                    <a:pt x="1402" y="1746"/>
                  </a:lnTo>
                  <a:lnTo>
                    <a:pt x="1356" y="1683"/>
                  </a:lnTo>
                  <a:lnTo>
                    <a:pt x="1315" y="1618"/>
                  </a:lnTo>
                  <a:lnTo>
                    <a:pt x="1280" y="1549"/>
                  </a:lnTo>
                  <a:lnTo>
                    <a:pt x="1248" y="1476"/>
                  </a:lnTo>
                  <a:lnTo>
                    <a:pt x="1223" y="1402"/>
                  </a:lnTo>
                  <a:lnTo>
                    <a:pt x="1203" y="1326"/>
                  </a:lnTo>
                  <a:lnTo>
                    <a:pt x="1187" y="1246"/>
                  </a:lnTo>
                  <a:lnTo>
                    <a:pt x="1178" y="1166"/>
                  </a:lnTo>
                  <a:lnTo>
                    <a:pt x="1175" y="1083"/>
                  </a:lnTo>
                  <a:lnTo>
                    <a:pt x="1178" y="999"/>
                  </a:lnTo>
                  <a:lnTo>
                    <a:pt x="1188" y="916"/>
                  </a:lnTo>
                  <a:lnTo>
                    <a:pt x="1204" y="836"/>
                  </a:lnTo>
                  <a:lnTo>
                    <a:pt x="1225" y="757"/>
                  </a:lnTo>
                  <a:lnTo>
                    <a:pt x="1252" y="681"/>
                  </a:lnTo>
                  <a:lnTo>
                    <a:pt x="1285" y="608"/>
                  </a:lnTo>
                  <a:lnTo>
                    <a:pt x="1324" y="538"/>
                  </a:lnTo>
                  <a:lnTo>
                    <a:pt x="1366" y="470"/>
                  </a:lnTo>
                  <a:lnTo>
                    <a:pt x="1413" y="406"/>
                  </a:lnTo>
                  <a:lnTo>
                    <a:pt x="1465" y="346"/>
                  </a:lnTo>
                  <a:lnTo>
                    <a:pt x="1521" y="290"/>
                  </a:lnTo>
                  <a:lnTo>
                    <a:pt x="1581" y="238"/>
                  </a:lnTo>
                  <a:lnTo>
                    <a:pt x="1645" y="191"/>
                  </a:lnTo>
                  <a:lnTo>
                    <a:pt x="1712" y="149"/>
                  </a:lnTo>
                  <a:lnTo>
                    <a:pt x="1782" y="110"/>
                  </a:lnTo>
                  <a:lnTo>
                    <a:pt x="1855" y="77"/>
                  </a:lnTo>
                  <a:lnTo>
                    <a:pt x="1930" y="50"/>
                  </a:lnTo>
                  <a:lnTo>
                    <a:pt x="2009" y="29"/>
                  </a:lnTo>
                  <a:lnTo>
                    <a:pt x="2090" y="13"/>
                  </a:lnTo>
                  <a:lnTo>
                    <a:pt x="2172" y="3"/>
                  </a:lnTo>
                  <a:lnTo>
                    <a:pt x="225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0" name="Google Shape;960;p65"/>
            <p:cNvSpPr/>
            <p:nvPr/>
          </p:nvSpPr>
          <p:spPr>
            <a:xfrm>
              <a:off x="5089525" y="2312988"/>
              <a:ext cx="33337" cy="34925"/>
            </a:xfrm>
            <a:custGeom>
              <a:rect b="b" l="l" r="r" t="t"/>
              <a:pathLst>
                <a:path extrusionOk="0" h="155" w="143">
                  <a:moveTo>
                    <a:pt x="71" y="0"/>
                  </a:moveTo>
                  <a:lnTo>
                    <a:pt x="88" y="1"/>
                  </a:lnTo>
                  <a:lnTo>
                    <a:pt x="105" y="6"/>
                  </a:lnTo>
                  <a:lnTo>
                    <a:pt x="120" y="16"/>
                  </a:lnTo>
                  <a:lnTo>
                    <a:pt x="132" y="29"/>
                  </a:lnTo>
                  <a:lnTo>
                    <a:pt x="140" y="44"/>
                  </a:lnTo>
                  <a:lnTo>
                    <a:pt x="143" y="61"/>
                  </a:lnTo>
                  <a:lnTo>
                    <a:pt x="143" y="78"/>
                  </a:lnTo>
                  <a:lnTo>
                    <a:pt x="137" y="96"/>
                  </a:lnTo>
                  <a:lnTo>
                    <a:pt x="127" y="117"/>
                  </a:lnTo>
                  <a:lnTo>
                    <a:pt x="118" y="130"/>
                  </a:lnTo>
                  <a:lnTo>
                    <a:pt x="108" y="141"/>
                  </a:lnTo>
                  <a:lnTo>
                    <a:pt x="95" y="149"/>
                  </a:lnTo>
                  <a:lnTo>
                    <a:pt x="81" y="154"/>
                  </a:lnTo>
                  <a:lnTo>
                    <a:pt x="67" y="155"/>
                  </a:lnTo>
                  <a:lnTo>
                    <a:pt x="52" y="154"/>
                  </a:lnTo>
                  <a:lnTo>
                    <a:pt x="38" y="149"/>
                  </a:lnTo>
                  <a:lnTo>
                    <a:pt x="23" y="138"/>
                  </a:lnTo>
                  <a:lnTo>
                    <a:pt x="12" y="126"/>
                  </a:lnTo>
                  <a:lnTo>
                    <a:pt x="4" y="111"/>
                  </a:lnTo>
                  <a:lnTo>
                    <a:pt x="0" y="94"/>
                  </a:lnTo>
                  <a:lnTo>
                    <a:pt x="1" y="76"/>
                  </a:lnTo>
                  <a:lnTo>
                    <a:pt x="6" y="59"/>
                  </a:lnTo>
                  <a:lnTo>
                    <a:pt x="16" y="39"/>
                  </a:lnTo>
                  <a:lnTo>
                    <a:pt x="26" y="23"/>
                  </a:lnTo>
                  <a:lnTo>
                    <a:pt x="39" y="11"/>
                  </a:lnTo>
                  <a:lnTo>
                    <a:pt x="53" y="4"/>
                  </a:lnTo>
                  <a:lnTo>
                    <a:pt x="71"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1" name="Google Shape;961;p65"/>
            <p:cNvSpPr/>
            <p:nvPr/>
          </p:nvSpPr>
          <p:spPr>
            <a:xfrm>
              <a:off x="4845050" y="2268538"/>
              <a:ext cx="255586" cy="242888"/>
            </a:xfrm>
            <a:custGeom>
              <a:rect b="b" l="l" r="r" t="t"/>
              <a:pathLst>
                <a:path extrusionOk="0" h="1066" w="1130">
                  <a:moveTo>
                    <a:pt x="873" y="806"/>
                  </a:moveTo>
                  <a:lnTo>
                    <a:pt x="857" y="809"/>
                  </a:lnTo>
                  <a:lnTo>
                    <a:pt x="842" y="815"/>
                  </a:lnTo>
                  <a:lnTo>
                    <a:pt x="830" y="824"/>
                  </a:lnTo>
                  <a:lnTo>
                    <a:pt x="820" y="837"/>
                  </a:lnTo>
                  <a:lnTo>
                    <a:pt x="813" y="852"/>
                  </a:lnTo>
                  <a:lnTo>
                    <a:pt x="811" y="869"/>
                  </a:lnTo>
                  <a:lnTo>
                    <a:pt x="813" y="885"/>
                  </a:lnTo>
                  <a:lnTo>
                    <a:pt x="820" y="901"/>
                  </a:lnTo>
                  <a:lnTo>
                    <a:pt x="830" y="913"/>
                  </a:lnTo>
                  <a:lnTo>
                    <a:pt x="842" y="923"/>
                  </a:lnTo>
                  <a:lnTo>
                    <a:pt x="857" y="929"/>
                  </a:lnTo>
                  <a:lnTo>
                    <a:pt x="873" y="931"/>
                  </a:lnTo>
                  <a:lnTo>
                    <a:pt x="890" y="929"/>
                  </a:lnTo>
                  <a:lnTo>
                    <a:pt x="905" y="923"/>
                  </a:lnTo>
                  <a:lnTo>
                    <a:pt x="917" y="913"/>
                  </a:lnTo>
                  <a:lnTo>
                    <a:pt x="927" y="901"/>
                  </a:lnTo>
                  <a:lnTo>
                    <a:pt x="933" y="885"/>
                  </a:lnTo>
                  <a:lnTo>
                    <a:pt x="935" y="869"/>
                  </a:lnTo>
                  <a:lnTo>
                    <a:pt x="933" y="852"/>
                  </a:lnTo>
                  <a:lnTo>
                    <a:pt x="927" y="837"/>
                  </a:lnTo>
                  <a:lnTo>
                    <a:pt x="917" y="824"/>
                  </a:lnTo>
                  <a:lnTo>
                    <a:pt x="905" y="815"/>
                  </a:lnTo>
                  <a:lnTo>
                    <a:pt x="890" y="809"/>
                  </a:lnTo>
                  <a:lnTo>
                    <a:pt x="873" y="806"/>
                  </a:lnTo>
                  <a:close/>
                  <a:moveTo>
                    <a:pt x="196" y="541"/>
                  </a:moveTo>
                  <a:lnTo>
                    <a:pt x="180" y="543"/>
                  </a:lnTo>
                  <a:lnTo>
                    <a:pt x="164" y="549"/>
                  </a:lnTo>
                  <a:lnTo>
                    <a:pt x="152" y="560"/>
                  </a:lnTo>
                  <a:lnTo>
                    <a:pt x="142" y="572"/>
                  </a:lnTo>
                  <a:lnTo>
                    <a:pt x="136" y="587"/>
                  </a:lnTo>
                  <a:lnTo>
                    <a:pt x="134" y="603"/>
                  </a:lnTo>
                  <a:lnTo>
                    <a:pt x="136" y="621"/>
                  </a:lnTo>
                  <a:lnTo>
                    <a:pt x="142" y="635"/>
                  </a:lnTo>
                  <a:lnTo>
                    <a:pt x="152" y="648"/>
                  </a:lnTo>
                  <a:lnTo>
                    <a:pt x="164" y="657"/>
                  </a:lnTo>
                  <a:lnTo>
                    <a:pt x="180" y="663"/>
                  </a:lnTo>
                  <a:lnTo>
                    <a:pt x="196" y="666"/>
                  </a:lnTo>
                  <a:lnTo>
                    <a:pt x="212" y="663"/>
                  </a:lnTo>
                  <a:lnTo>
                    <a:pt x="227" y="657"/>
                  </a:lnTo>
                  <a:lnTo>
                    <a:pt x="239" y="648"/>
                  </a:lnTo>
                  <a:lnTo>
                    <a:pt x="250" y="635"/>
                  </a:lnTo>
                  <a:lnTo>
                    <a:pt x="256" y="621"/>
                  </a:lnTo>
                  <a:lnTo>
                    <a:pt x="258" y="603"/>
                  </a:lnTo>
                  <a:lnTo>
                    <a:pt x="256" y="587"/>
                  </a:lnTo>
                  <a:lnTo>
                    <a:pt x="250" y="572"/>
                  </a:lnTo>
                  <a:lnTo>
                    <a:pt x="239" y="560"/>
                  </a:lnTo>
                  <a:lnTo>
                    <a:pt x="227" y="549"/>
                  </a:lnTo>
                  <a:lnTo>
                    <a:pt x="212" y="543"/>
                  </a:lnTo>
                  <a:lnTo>
                    <a:pt x="196" y="541"/>
                  </a:lnTo>
                  <a:close/>
                  <a:moveTo>
                    <a:pt x="479" y="134"/>
                  </a:moveTo>
                  <a:lnTo>
                    <a:pt x="463" y="136"/>
                  </a:lnTo>
                  <a:lnTo>
                    <a:pt x="449" y="142"/>
                  </a:lnTo>
                  <a:lnTo>
                    <a:pt x="436" y="152"/>
                  </a:lnTo>
                  <a:lnTo>
                    <a:pt x="426" y="164"/>
                  </a:lnTo>
                  <a:lnTo>
                    <a:pt x="419" y="180"/>
                  </a:lnTo>
                  <a:lnTo>
                    <a:pt x="417" y="196"/>
                  </a:lnTo>
                  <a:lnTo>
                    <a:pt x="419" y="212"/>
                  </a:lnTo>
                  <a:lnTo>
                    <a:pt x="426" y="228"/>
                  </a:lnTo>
                  <a:lnTo>
                    <a:pt x="436" y="240"/>
                  </a:lnTo>
                  <a:lnTo>
                    <a:pt x="449" y="250"/>
                  </a:lnTo>
                  <a:lnTo>
                    <a:pt x="463" y="256"/>
                  </a:lnTo>
                  <a:lnTo>
                    <a:pt x="479" y="258"/>
                  </a:lnTo>
                  <a:lnTo>
                    <a:pt x="496" y="256"/>
                  </a:lnTo>
                  <a:lnTo>
                    <a:pt x="511" y="250"/>
                  </a:lnTo>
                  <a:lnTo>
                    <a:pt x="524" y="240"/>
                  </a:lnTo>
                  <a:lnTo>
                    <a:pt x="533" y="228"/>
                  </a:lnTo>
                  <a:lnTo>
                    <a:pt x="540" y="212"/>
                  </a:lnTo>
                  <a:lnTo>
                    <a:pt x="542" y="196"/>
                  </a:lnTo>
                  <a:lnTo>
                    <a:pt x="540" y="180"/>
                  </a:lnTo>
                  <a:lnTo>
                    <a:pt x="533" y="164"/>
                  </a:lnTo>
                  <a:lnTo>
                    <a:pt x="524" y="152"/>
                  </a:lnTo>
                  <a:lnTo>
                    <a:pt x="511" y="142"/>
                  </a:lnTo>
                  <a:lnTo>
                    <a:pt x="496" y="136"/>
                  </a:lnTo>
                  <a:lnTo>
                    <a:pt x="479" y="134"/>
                  </a:lnTo>
                  <a:close/>
                  <a:moveTo>
                    <a:pt x="479" y="0"/>
                  </a:moveTo>
                  <a:lnTo>
                    <a:pt x="515" y="3"/>
                  </a:lnTo>
                  <a:lnTo>
                    <a:pt x="548" y="12"/>
                  </a:lnTo>
                  <a:lnTo>
                    <a:pt x="579" y="27"/>
                  </a:lnTo>
                  <a:lnTo>
                    <a:pt x="606" y="46"/>
                  </a:lnTo>
                  <a:lnTo>
                    <a:pt x="630" y="70"/>
                  </a:lnTo>
                  <a:lnTo>
                    <a:pt x="649" y="97"/>
                  </a:lnTo>
                  <a:lnTo>
                    <a:pt x="663" y="128"/>
                  </a:lnTo>
                  <a:lnTo>
                    <a:pt x="672" y="160"/>
                  </a:lnTo>
                  <a:lnTo>
                    <a:pt x="675" y="196"/>
                  </a:lnTo>
                  <a:lnTo>
                    <a:pt x="672" y="231"/>
                  </a:lnTo>
                  <a:lnTo>
                    <a:pt x="664" y="262"/>
                  </a:lnTo>
                  <a:lnTo>
                    <a:pt x="650" y="293"/>
                  </a:lnTo>
                  <a:lnTo>
                    <a:pt x="632" y="319"/>
                  </a:lnTo>
                  <a:lnTo>
                    <a:pt x="839" y="676"/>
                  </a:lnTo>
                  <a:lnTo>
                    <a:pt x="856" y="674"/>
                  </a:lnTo>
                  <a:lnTo>
                    <a:pt x="873" y="673"/>
                  </a:lnTo>
                  <a:lnTo>
                    <a:pt x="892" y="674"/>
                  </a:lnTo>
                  <a:lnTo>
                    <a:pt x="1003" y="434"/>
                  </a:lnTo>
                  <a:lnTo>
                    <a:pt x="1014" y="419"/>
                  </a:lnTo>
                  <a:lnTo>
                    <a:pt x="1027" y="408"/>
                  </a:lnTo>
                  <a:lnTo>
                    <a:pt x="1042" y="400"/>
                  </a:lnTo>
                  <a:lnTo>
                    <a:pt x="1058" y="396"/>
                  </a:lnTo>
                  <a:lnTo>
                    <a:pt x="1076" y="397"/>
                  </a:lnTo>
                  <a:lnTo>
                    <a:pt x="1093" y="402"/>
                  </a:lnTo>
                  <a:lnTo>
                    <a:pt x="1108" y="412"/>
                  </a:lnTo>
                  <a:lnTo>
                    <a:pt x="1119" y="425"/>
                  </a:lnTo>
                  <a:lnTo>
                    <a:pt x="1127" y="440"/>
                  </a:lnTo>
                  <a:lnTo>
                    <a:pt x="1130" y="457"/>
                  </a:lnTo>
                  <a:lnTo>
                    <a:pt x="1130" y="474"/>
                  </a:lnTo>
                  <a:lnTo>
                    <a:pt x="1124" y="491"/>
                  </a:lnTo>
                  <a:lnTo>
                    <a:pt x="1013" y="731"/>
                  </a:lnTo>
                  <a:lnTo>
                    <a:pt x="1032" y="753"/>
                  </a:lnTo>
                  <a:lnTo>
                    <a:pt x="1047" y="779"/>
                  </a:lnTo>
                  <a:lnTo>
                    <a:pt x="1059" y="807"/>
                  </a:lnTo>
                  <a:lnTo>
                    <a:pt x="1066" y="837"/>
                  </a:lnTo>
                  <a:lnTo>
                    <a:pt x="1069" y="869"/>
                  </a:lnTo>
                  <a:lnTo>
                    <a:pt x="1066" y="904"/>
                  </a:lnTo>
                  <a:lnTo>
                    <a:pt x="1057" y="937"/>
                  </a:lnTo>
                  <a:lnTo>
                    <a:pt x="1042" y="968"/>
                  </a:lnTo>
                  <a:lnTo>
                    <a:pt x="1023" y="995"/>
                  </a:lnTo>
                  <a:lnTo>
                    <a:pt x="999" y="1019"/>
                  </a:lnTo>
                  <a:lnTo>
                    <a:pt x="972" y="1038"/>
                  </a:lnTo>
                  <a:lnTo>
                    <a:pt x="941" y="1052"/>
                  </a:lnTo>
                  <a:lnTo>
                    <a:pt x="909" y="1061"/>
                  </a:lnTo>
                  <a:lnTo>
                    <a:pt x="873" y="1066"/>
                  </a:lnTo>
                  <a:lnTo>
                    <a:pt x="838" y="1061"/>
                  </a:lnTo>
                  <a:lnTo>
                    <a:pt x="805" y="1052"/>
                  </a:lnTo>
                  <a:lnTo>
                    <a:pt x="775" y="1038"/>
                  </a:lnTo>
                  <a:lnTo>
                    <a:pt x="747" y="1019"/>
                  </a:lnTo>
                  <a:lnTo>
                    <a:pt x="724" y="995"/>
                  </a:lnTo>
                  <a:lnTo>
                    <a:pt x="705" y="968"/>
                  </a:lnTo>
                  <a:lnTo>
                    <a:pt x="689" y="937"/>
                  </a:lnTo>
                  <a:lnTo>
                    <a:pt x="680" y="904"/>
                  </a:lnTo>
                  <a:lnTo>
                    <a:pt x="677" y="869"/>
                  </a:lnTo>
                  <a:lnTo>
                    <a:pt x="680" y="833"/>
                  </a:lnTo>
                  <a:lnTo>
                    <a:pt x="689" y="801"/>
                  </a:lnTo>
                  <a:lnTo>
                    <a:pt x="704" y="770"/>
                  </a:lnTo>
                  <a:lnTo>
                    <a:pt x="723" y="743"/>
                  </a:lnTo>
                  <a:lnTo>
                    <a:pt x="518" y="388"/>
                  </a:lnTo>
                  <a:lnTo>
                    <a:pt x="499" y="392"/>
                  </a:lnTo>
                  <a:lnTo>
                    <a:pt x="479" y="393"/>
                  </a:lnTo>
                  <a:lnTo>
                    <a:pt x="453" y="391"/>
                  </a:lnTo>
                  <a:lnTo>
                    <a:pt x="426" y="385"/>
                  </a:lnTo>
                  <a:lnTo>
                    <a:pt x="355" y="489"/>
                  </a:lnTo>
                  <a:lnTo>
                    <a:pt x="371" y="515"/>
                  </a:lnTo>
                  <a:lnTo>
                    <a:pt x="382" y="543"/>
                  </a:lnTo>
                  <a:lnTo>
                    <a:pt x="389" y="573"/>
                  </a:lnTo>
                  <a:lnTo>
                    <a:pt x="392" y="603"/>
                  </a:lnTo>
                  <a:lnTo>
                    <a:pt x="389" y="639"/>
                  </a:lnTo>
                  <a:lnTo>
                    <a:pt x="380" y="673"/>
                  </a:lnTo>
                  <a:lnTo>
                    <a:pt x="364" y="703"/>
                  </a:lnTo>
                  <a:lnTo>
                    <a:pt x="345" y="730"/>
                  </a:lnTo>
                  <a:lnTo>
                    <a:pt x="322" y="754"/>
                  </a:lnTo>
                  <a:lnTo>
                    <a:pt x="294" y="773"/>
                  </a:lnTo>
                  <a:lnTo>
                    <a:pt x="264" y="788"/>
                  </a:lnTo>
                  <a:lnTo>
                    <a:pt x="231" y="797"/>
                  </a:lnTo>
                  <a:lnTo>
                    <a:pt x="196" y="800"/>
                  </a:lnTo>
                  <a:lnTo>
                    <a:pt x="160" y="797"/>
                  </a:lnTo>
                  <a:lnTo>
                    <a:pt x="128" y="788"/>
                  </a:lnTo>
                  <a:lnTo>
                    <a:pt x="97" y="773"/>
                  </a:lnTo>
                  <a:lnTo>
                    <a:pt x="70" y="754"/>
                  </a:lnTo>
                  <a:lnTo>
                    <a:pt x="46" y="730"/>
                  </a:lnTo>
                  <a:lnTo>
                    <a:pt x="27" y="703"/>
                  </a:lnTo>
                  <a:lnTo>
                    <a:pt x="12" y="673"/>
                  </a:lnTo>
                  <a:lnTo>
                    <a:pt x="3" y="639"/>
                  </a:lnTo>
                  <a:lnTo>
                    <a:pt x="0" y="603"/>
                  </a:lnTo>
                  <a:lnTo>
                    <a:pt x="3" y="569"/>
                  </a:lnTo>
                  <a:lnTo>
                    <a:pt x="12" y="535"/>
                  </a:lnTo>
                  <a:lnTo>
                    <a:pt x="27" y="505"/>
                  </a:lnTo>
                  <a:lnTo>
                    <a:pt x="46" y="477"/>
                  </a:lnTo>
                  <a:lnTo>
                    <a:pt x="70" y="454"/>
                  </a:lnTo>
                  <a:lnTo>
                    <a:pt x="97" y="434"/>
                  </a:lnTo>
                  <a:lnTo>
                    <a:pt x="128" y="420"/>
                  </a:lnTo>
                  <a:lnTo>
                    <a:pt x="160" y="411"/>
                  </a:lnTo>
                  <a:lnTo>
                    <a:pt x="196" y="408"/>
                  </a:lnTo>
                  <a:lnTo>
                    <a:pt x="221" y="409"/>
                  </a:lnTo>
                  <a:lnTo>
                    <a:pt x="245" y="414"/>
                  </a:lnTo>
                  <a:lnTo>
                    <a:pt x="318" y="307"/>
                  </a:lnTo>
                  <a:lnTo>
                    <a:pt x="303" y="283"/>
                  </a:lnTo>
                  <a:lnTo>
                    <a:pt x="293" y="255"/>
                  </a:lnTo>
                  <a:lnTo>
                    <a:pt x="286" y="227"/>
                  </a:lnTo>
                  <a:lnTo>
                    <a:pt x="284" y="196"/>
                  </a:lnTo>
                  <a:lnTo>
                    <a:pt x="287" y="160"/>
                  </a:lnTo>
                  <a:lnTo>
                    <a:pt x="296" y="128"/>
                  </a:lnTo>
                  <a:lnTo>
                    <a:pt x="311" y="97"/>
                  </a:lnTo>
                  <a:lnTo>
                    <a:pt x="330" y="70"/>
                  </a:lnTo>
                  <a:lnTo>
                    <a:pt x="353" y="46"/>
                  </a:lnTo>
                  <a:lnTo>
                    <a:pt x="381" y="27"/>
                  </a:lnTo>
                  <a:lnTo>
                    <a:pt x="411" y="12"/>
                  </a:lnTo>
                  <a:lnTo>
                    <a:pt x="445" y="3"/>
                  </a:lnTo>
                  <a:lnTo>
                    <a:pt x="479"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2" name="Google Shape;962;p65"/>
            <p:cNvSpPr/>
            <p:nvPr/>
          </p:nvSpPr>
          <p:spPr>
            <a:xfrm>
              <a:off x="5094288" y="2216151"/>
              <a:ext cx="88900" cy="88900"/>
            </a:xfrm>
            <a:custGeom>
              <a:rect b="b" l="l" r="r" t="t"/>
              <a:pathLst>
                <a:path extrusionOk="0" h="393" w="392">
                  <a:moveTo>
                    <a:pt x="196" y="135"/>
                  </a:moveTo>
                  <a:lnTo>
                    <a:pt x="180" y="137"/>
                  </a:lnTo>
                  <a:lnTo>
                    <a:pt x="165" y="143"/>
                  </a:lnTo>
                  <a:lnTo>
                    <a:pt x="152" y="153"/>
                  </a:lnTo>
                  <a:lnTo>
                    <a:pt x="142" y="165"/>
                  </a:lnTo>
                  <a:lnTo>
                    <a:pt x="136" y="181"/>
                  </a:lnTo>
                  <a:lnTo>
                    <a:pt x="134" y="197"/>
                  </a:lnTo>
                  <a:lnTo>
                    <a:pt x="136" y="214"/>
                  </a:lnTo>
                  <a:lnTo>
                    <a:pt x="142" y="228"/>
                  </a:lnTo>
                  <a:lnTo>
                    <a:pt x="152" y="242"/>
                  </a:lnTo>
                  <a:lnTo>
                    <a:pt x="165" y="251"/>
                  </a:lnTo>
                  <a:lnTo>
                    <a:pt x="180" y="257"/>
                  </a:lnTo>
                  <a:lnTo>
                    <a:pt x="196" y="260"/>
                  </a:lnTo>
                  <a:lnTo>
                    <a:pt x="212" y="257"/>
                  </a:lnTo>
                  <a:lnTo>
                    <a:pt x="227" y="251"/>
                  </a:lnTo>
                  <a:lnTo>
                    <a:pt x="240" y="242"/>
                  </a:lnTo>
                  <a:lnTo>
                    <a:pt x="250" y="228"/>
                  </a:lnTo>
                  <a:lnTo>
                    <a:pt x="256" y="214"/>
                  </a:lnTo>
                  <a:lnTo>
                    <a:pt x="258" y="197"/>
                  </a:lnTo>
                  <a:lnTo>
                    <a:pt x="256" y="181"/>
                  </a:lnTo>
                  <a:lnTo>
                    <a:pt x="250" y="165"/>
                  </a:lnTo>
                  <a:lnTo>
                    <a:pt x="240" y="153"/>
                  </a:lnTo>
                  <a:lnTo>
                    <a:pt x="227" y="143"/>
                  </a:lnTo>
                  <a:lnTo>
                    <a:pt x="212" y="137"/>
                  </a:lnTo>
                  <a:lnTo>
                    <a:pt x="196" y="135"/>
                  </a:lnTo>
                  <a:close/>
                  <a:moveTo>
                    <a:pt x="196" y="0"/>
                  </a:moveTo>
                  <a:lnTo>
                    <a:pt x="232" y="4"/>
                  </a:lnTo>
                  <a:lnTo>
                    <a:pt x="264" y="14"/>
                  </a:lnTo>
                  <a:lnTo>
                    <a:pt x="295" y="28"/>
                  </a:lnTo>
                  <a:lnTo>
                    <a:pt x="322" y="47"/>
                  </a:lnTo>
                  <a:lnTo>
                    <a:pt x="345" y="71"/>
                  </a:lnTo>
                  <a:lnTo>
                    <a:pt x="365" y="98"/>
                  </a:lnTo>
                  <a:lnTo>
                    <a:pt x="380" y="129"/>
                  </a:lnTo>
                  <a:lnTo>
                    <a:pt x="389" y="162"/>
                  </a:lnTo>
                  <a:lnTo>
                    <a:pt x="392" y="197"/>
                  </a:lnTo>
                  <a:lnTo>
                    <a:pt x="389" y="233"/>
                  </a:lnTo>
                  <a:lnTo>
                    <a:pt x="380" y="265"/>
                  </a:lnTo>
                  <a:lnTo>
                    <a:pt x="365" y="296"/>
                  </a:lnTo>
                  <a:lnTo>
                    <a:pt x="345" y="323"/>
                  </a:lnTo>
                  <a:lnTo>
                    <a:pt x="322" y="348"/>
                  </a:lnTo>
                  <a:lnTo>
                    <a:pt x="295" y="367"/>
                  </a:lnTo>
                  <a:lnTo>
                    <a:pt x="264" y="381"/>
                  </a:lnTo>
                  <a:lnTo>
                    <a:pt x="232" y="390"/>
                  </a:lnTo>
                  <a:lnTo>
                    <a:pt x="196" y="393"/>
                  </a:lnTo>
                  <a:lnTo>
                    <a:pt x="160" y="390"/>
                  </a:lnTo>
                  <a:lnTo>
                    <a:pt x="128" y="381"/>
                  </a:lnTo>
                  <a:lnTo>
                    <a:pt x="97" y="367"/>
                  </a:lnTo>
                  <a:lnTo>
                    <a:pt x="70" y="348"/>
                  </a:lnTo>
                  <a:lnTo>
                    <a:pt x="47" y="323"/>
                  </a:lnTo>
                  <a:lnTo>
                    <a:pt x="27" y="296"/>
                  </a:lnTo>
                  <a:lnTo>
                    <a:pt x="12" y="265"/>
                  </a:lnTo>
                  <a:lnTo>
                    <a:pt x="3" y="233"/>
                  </a:lnTo>
                  <a:lnTo>
                    <a:pt x="0" y="197"/>
                  </a:lnTo>
                  <a:lnTo>
                    <a:pt x="3" y="162"/>
                  </a:lnTo>
                  <a:lnTo>
                    <a:pt x="12" y="129"/>
                  </a:lnTo>
                  <a:lnTo>
                    <a:pt x="27" y="98"/>
                  </a:lnTo>
                  <a:lnTo>
                    <a:pt x="47" y="71"/>
                  </a:lnTo>
                  <a:lnTo>
                    <a:pt x="70" y="47"/>
                  </a:lnTo>
                  <a:lnTo>
                    <a:pt x="97" y="28"/>
                  </a:lnTo>
                  <a:lnTo>
                    <a:pt x="128" y="14"/>
                  </a:lnTo>
                  <a:lnTo>
                    <a:pt x="160" y="4"/>
                  </a:lnTo>
                  <a:lnTo>
                    <a:pt x="19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grpSp>
        <p:nvGrpSpPr>
          <p:cNvPr id="963" name="Google Shape;963;p65"/>
          <p:cNvGrpSpPr/>
          <p:nvPr/>
        </p:nvGrpSpPr>
        <p:grpSpPr>
          <a:xfrm>
            <a:off x="9484265" y="3977084"/>
            <a:ext cx="378076" cy="378152"/>
            <a:chOff x="7027863" y="2111376"/>
            <a:chExt cx="760410" cy="760410"/>
          </a:xfrm>
        </p:grpSpPr>
        <p:sp>
          <p:nvSpPr>
            <p:cNvPr id="964" name="Google Shape;964;p65"/>
            <p:cNvSpPr/>
            <p:nvPr/>
          </p:nvSpPr>
          <p:spPr>
            <a:xfrm>
              <a:off x="7027863" y="2111376"/>
              <a:ext cx="760410" cy="760410"/>
            </a:xfrm>
            <a:custGeom>
              <a:rect b="b" l="l" r="r" t="t"/>
              <a:pathLst>
                <a:path extrusionOk="0" h="3354" w="3354">
                  <a:moveTo>
                    <a:pt x="1582" y="135"/>
                  </a:moveTo>
                  <a:lnTo>
                    <a:pt x="1548" y="138"/>
                  </a:lnTo>
                  <a:lnTo>
                    <a:pt x="1514" y="146"/>
                  </a:lnTo>
                  <a:lnTo>
                    <a:pt x="1483" y="160"/>
                  </a:lnTo>
                  <a:lnTo>
                    <a:pt x="1455" y="178"/>
                  </a:lnTo>
                  <a:lnTo>
                    <a:pt x="1431" y="202"/>
                  </a:lnTo>
                  <a:lnTo>
                    <a:pt x="1410" y="228"/>
                  </a:lnTo>
                  <a:lnTo>
                    <a:pt x="1394" y="258"/>
                  </a:lnTo>
                  <a:lnTo>
                    <a:pt x="1383" y="290"/>
                  </a:lnTo>
                  <a:lnTo>
                    <a:pt x="1377" y="325"/>
                  </a:lnTo>
                  <a:lnTo>
                    <a:pt x="1374" y="341"/>
                  </a:lnTo>
                  <a:lnTo>
                    <a:pt x="1366" y="355"/>
                  </a:lnTo>
                  <a:lnTo>
                    <a:pt x="1356" y="368"/>
                  </a:lnTo>
                  <a:lnTo>
                    <a:pt x="1343" y="378"/>
                  </a:lnTo>
                  <a:lnTo>
                    <a:pt x="1328" y="384"/>
                  </a:lnTo>
                  <a:lnTo>
                    <a:pt x="1245" y="409"/>
                  </a:lnTo>
                  <a:lnTo>
                    <a:pt x="1164" y="440"/>
                  </a:lnTo>
                  <a:lnTo>
                    <a:pt x="1085" y="476"/>
                  </a:lnTo>
                  <a:lnTo>
                    <a:pt x="1009" y="516"/>
                  </a:lnTo>
                  <a:lnTo>
                    <a:pt x="994" y="522"/>
                  </a:lnTo>
                  <a:lnTo>
                    <a:pt x="977" y="524"/>
                  </a:lnTo>
                  <a:lnTo>
                    <a:pt x="961" y="523"/>
                  </a:lnTo>
                  <a:lnTo>
                    <a:pt x="946" y="518"/>
                  </a:lnTo>
                  <a:lnTo>
                    <a:pt x="933" y="509"/>
                  </a:lnTo>
                  <a:lnTo>
                    <a:pt x="907" y="490"/>
                  </a:lnTo>
                  <a:lnTo>
                    <a:pt x="879" y="476"/>
                  </a:lnTo>
                  <a:lnTo>
                    <a:pt x="850" y="466"/>
                  </a:lnTo>
                  <a:lnTo>
                    <a:pt x="821" y="460"/>
                  </a:lnTo>
                  <a:lnTo>
                    <a:pt x="790" y="459"/>
                  </a:lnTo>
                  <a:lnTo>
                    <a:pt x="760" y="463"/>
                  </a:lnTo>
                  <a:lnTo>
                    <a:pt x="731" y="471"/>
                  </a:lnTo>
                  <a:lnTo>
                    <a:pt x="703" y="483"/>
                  </a:lnTo>
                  <a:lnTo>
                    <a:pt x="676" y="499"/>
                  </a:lnTo>
                  <a:lnTo>
                    <a:pt x="652" y="519"/>
                  </a:lnTo>
                  <a:lnTo>
                    <a:pt x="519" y="653"/>
                  </a:lnTo>
                  <a:lnTo>
                    <a:pt x="499" y="676"/>
                  </a:lnTo>
                  <a:lnTo>
                    <a:pt x="483" y="703"/>
                  </a:lnTo>
                  <a:lnTo>
                    <a:pt x="470" y="731"/>
                  </a:lnTo>
                  <a:lnTo>
                    <a:pt x="462" y="761"/>
                  </a:lnTo>
                  <a:lnTo>
                    <a:pt x="459" y="790"/>
                  </a:lnTo>
                  <a:lnTo>
                    <a:pt x="460" y="821"/>
                  </a:lnTo>
                  <a:lnTo>
                    <a:pt x="465" y="850"/>
                  </a:lnTo>
                  <a:lnTo>
                    <a:pt x="475" y="880"/>
                  </a:lnTo>
                  <a:lnTo>
                    <a:pt x="490" y="907"/>
                  </a:lnTo>
                  <a:lnTo>
                    <a:pt x="508" y="933"/>
                  </a:lnTo>
                  <a:lnTo>
                    <a:pt x="517" y="947"/>
                  </a:lnTo>
                  <a:lnTo>
                    <a:pt x="522" y="962"/>
                  </a:lnTo>
                  <a:lnTo>
                    <a:pt x="524" y="979"/>
                  </a:lnTo>
                  <a:lnTo>
                    <a:pt x="521" y="994"/>
                  </a:lnTo>
                  <a:lnTo>
                    <a:pt x="515" y="1010"/>
                  </a:lnTo>
                  <a:lnTo>
                    <a:pt x="474" y="1085"/>
                  </a:lnTo>
                  <a:lnTo>
                    <a:pt x="439" y="1165"/>
                  </a:lnTo>
                  <a:lnTo>
                    <a:pt x="408" y="1245"/>
                  </a:lnTo>
                  <a:lnTo>
                    <a:pt x="384" y="1328"/>
                  </a:lnTo>
                  <a:lnTo>
                    <a:pt x="377" y="1343"/>
                  </a:lnTo>
                  <a:lnTo>
                    <a:pt x="368" y="1356"/>
                  </a:lnTo>
                  <a:lnTo>
                    <a:pt x="355" y="1367"/>
                  </a:lnTo>
                  <a:lnTo>
                    <a:pt x="340" y="1374"/>
                  </a:lnTo>
                  <a:lnTo>
                    <a:pt x="324" y="1378"/>
                  </a:lnTo>
                  <a:lnTo>
                    <a:pt x="289" y="1383"/>
                  </a:lnTo>
                  <a:lnTo>
                    <a:pt x="257" y="1394"/>
                  </a:lnTo>
                  <a:lnTo>
                    <a:pt x="227" y="1410"/>
                  </a:lnTo>
                  <a:lnTo>
                    <a:pt x="201" y="1432"/>
                  </a:lnTo>
                  <a:lnTo>
                    <a:pt x="178" y="1456"/>
                  </a:lnTo>
                  <a:lnTo>
                    <a:pt x="159" y="1484"/>
                  </a:lnTo>
                  <a:lnTo>
                    <a:pt x="146" y="1515"/>
                  </a:lnTo>
                  <a:lnTo>
                    <a:pt x="136" y="1549"/>
                  </a:lnTo>
                  <a:lnTo>
                    <a:pt x="133" y="1583"/>
                  </a:lnTo>
                  <a:lnTo>
                    <a:pt x="133" y="1772"/>
                  </a:lnTo>
                  <a:lnTo>
                    <a:pt x="136" y="1806"/>
                  </a:lnTo>
                  <a:lnTo>
                    <a:pt x="146" y="1840"/>
                  </a:lnTo>
                  <a:lnTo>
                    <a:pt x="159" y="1871"/>
                  </a:lnTo>
                  <a:lnTo>
                    <a:pt x="178" y="1899"/>
                  </a:lnTo>
                  <a:lnTo>
                    <a:pt x="201" y="1923"/>
                  </a:lnTo>
                  <a:lnTo>
                    <a:pt x="227" y="1944"/>
                  </a:lnTo>
                  <a:lnTo>
                    <a:pt x="257" y="1960"/>
                  </a:lnTo>
                  <a:lnTo>
                    <a:pt x="289" y="1971"/>
                  </a:lnTo>
                  <a:lnTo>
                    <a:pt x="324" y="1977"/>
                  </a:lnTo>
                  <a:lnTo>
                    <a:pt x="340" y="1980"/>
                  </a:lnTo>
                  <a:lnTo>
                    <a:pt x="355" y="1988"/>
                  </a:lnTo>
                  <a:lnTo>
                    <a:pt x="368" y="1998"/>
                  </a:lnTo>
                  <a:lnTo>
                    <a:pt x="377" y="2011"/>
                  </a:lnTo>
                  <a:lnTo>
                    <a:pt x="384" y="2026"/>
                  </a:lnTo>
                  <a:lnTo>
                    <a:pt x="408" y="2109"/>
                  </a:lnTo>
                  <a:lnTo>
                    <a:pt x="439" y="2190"/>
                  </a:lnTo>
                  <a:lnTo>
                    <a:pt x="474" y="2269"/>
                  </a:lnTo>
                  <a:lnTo>
                    <a:pt x="515" y="2345"/>
                  </a:lnTo>
                  <a:lnTo>
                    <a:pt x="521" y="2360"/>
                  </a:lnTo>
                  <a:lnTo>
                    <a:pt x="524" y="2377"/>
                  </a:lnTo>
                  <a:lnTo>
                    <a:pt x="522" y="2393"/>
                  </a:lnTo>
                  <a:lnTo>
                    <a:pt x="517" y="2408"/>
                  </a:lnTo>
                  <a:lnTo>
                    <a:pt x="508" y="2421"/>
                  </a:lnTo>
                  <a:lnTo>
                    <a:pt x="490" y="2447"/>
                  </a:lnTo>
                  <a:lnTo>
                    <a:pt x="475" y="2475"/>
                  </a:lnTo>
                  <a:lnTo>
                    <a:pt x="465" y="2504"/>
                  </a:lnTo>
                  <a:lnTo>
                    <a:pt x="460" y="2533"/>
                  </a:lnTo>
                  <a:lnTo>
                    <a:pt x="459" y="2564"/>
                  </a:lnTo>
                  <a:lnTo>
                    <a:pt x="462" y="2594"/>
                  </a:lnTo>
                  <a:lnTo>
                    <a:pt x="470" y="2623"/>
                  </a:lnTo>
                  <a:lnTo>
                    <a:pt x="483" y="2651"/>
                  </a:lnTo>
                  <a:lnTo>
                    <a:pt x="499" y="2678"/>
                  </a:lnTo>
                  <a:lnTo>
                    <a:pt x="519" y="2702"/>
                  </a:lnTo>
                  <a:lnTo>
                    <a:pt x="652" y="2835"/>
                  </a:lnTo>
                  <a:lnTo>
                    <a:pt x="676" y="2855"/>
                  </a:lnTo>
                  <a:lnTo>
                    <a:pt x="703" y="2871"/>
                  </a:lnTo>
                  <a:lnTo>
                    <a:pt x="731" y="2884"/>
                  </a:lnTo>
                  <a:lnTo>
                    <a:pt x="760" y="2892"/>
                  </a:lnTo>
                  <a:lnTo>
                    <a:pt x="790" y="2895"/>
                  </a:lnTo>
                  <a:lnTo>
                    <a:pt x="821" y="2894"/>
                  </a:lnTo>
                  <a:lnTo>
                    <a:pt x="850" y="2889"/>
                  </a:lnTo>
                  <a:lnTo>
                    <a:pt x="879" y="2879"/>
                  </a:lnTo>
                  <a:lnTo>
                    <a:pt x="907" y="2864"/>
                  </a:lnTo>
                  <a:lnTo>
                    <a:pt x="933" y="2846"/>
                  </a:lnTo>
                  <a:lnTo>
                    <a:pt x="946" y="2837"/>
                  </a:lnTo>
                  <a:lnTo>
                    <a:pt x="960" y="2832"/>
                  </a:lnTo>
                  <a:lnTo>
                    <a:pt x="975" y="2830"/>
                  </a:lnTo>
                  <a:lnTo>
                    <a:pt x="993" y="2832"/>
                  </a:lnTo>
                  <a:lnTo>
                    <a:pt x="1009" y="2839"/>
                  </a:lnTo>
                  <a:lnTo>
                    <a:pt x="1085" y="2880"/>
                  </a:lnTo>
                  <a:lnTo>
                    <a:pt x="1164" y="2915"/>
                  </a:lnTo>
                  <a:lnTo>
                    <a:pt x="1245" y="2946"/>
                  </a:lnTo>
                  <a:lnTo>
                    <a:pt x="1328" y="2970"/>
                  </a:lnTo>
                  <a:lnTo>
                    <a:pt x="1343" y="2977"/>
                  </a:lnTo>
                  <a:lnTo>
                    <a:pt x="1356" y="2986"/>
                  </a:lnTo>
                  <a:lnTo>
                    <a:pt x="1366" y="2999"/>
                  </a:lnTo>
                  <a:lnTo>
                    <a:pt x="1374" y="3014"/>
                  </a:lnTo>
                  <a:lnTo>
                    <a:pt x="1377" y="3030"/>
                  </a:lnTo>
                  <a:lnTo>
                    <a:pt x="1383" y="3065"/>
                  </a:lnTo>
                  <a:lnTo>
                    <a:pt x="1394" y="3097"/>
                  </a:lnTo>
                  <a:lnTo>
                    <a:pt x="1410" y="3127"/>
                  </a:lnTo>
                  <a:lnTo>
                    <a:pt x="1431" y="3153"/>
                  </a:lnTo>
                  <a:lnTo>
                    <a:pt x="1455" y="3176"/>
                  </a:lnTo>
                  <a:lnTo>
                    <a:pt x="1483" y="3195"/>
                  </a:lnTo>
                  <a:lnTo>
                    <a:pt x="1514" y="3208"/>
                  </a:lnTo>
                  <a:lnTo>
                    <a:pt x="1548" y="3218"/>
                  </a:lnTo>
                  <a:lnTo>
                    <a:pt x="1582" y="3221"/>
                  </a:lnTo>
                  <a:lnTo>
                    <a:pt x="1771" y="3221"/>
                  </a:lnTo>
                  <a:lnTo>
                    <a:pt x="1805" y="3218"/>
                  </a:lnTo>
                  <a:lnTo>
                    <a:pt x="1839" y="3208"/>
                  </a:lnTo>
                  <a:lnTo>
                    <a:pt x="1870" y="3195"/>
                  </a:lnTo>
                  <a:lnTo>
                    <a:pt x="1898" y="3176"/>
                  </a:lnTo>
                  <a:lnTo>
                    <a:pt x="1922" y="3153"/>
                  </a:lnTo>
                  <a:lnTo>
                    <a:pt x="1944" y="3127"/>
                  </a:lnTo>
                  <a:lnTo>
                    <a:pt x="1960" y="3097"/>
                  </a:lnTo>
                  <a:lnTo>
                    <a:pt x="1971" y="3065"/>
                  </a:lnTo>
                  <a:lnTo>
                    <a:pt x="1976" y="3030"/>
                  </a:lnTo>
                  <a:lnTo>
                    <a:pt x="1980" y="3014"/>
                  </a:lnTo>
                  <a:lnTo>
                    <a:pt x="1987" y="2999"/>
                  </a:lnTo>
                  <a:lnTo>
                    <a:pt x="1998" y="2986"/>
                  </a:lnTo>
                  <a:lnTo>
                    <a:pt x="2011" y="2977"/>
                  </a:lnTo>
                  <a:lnTo>
                    <a:pt x="2026" y="2970"/>
                  </a:lnTo>
                  <a:lnTo>
                    <a:pt x="2109" y="2946"/>
                  </a:lnTo>
                  <a:lnTo>
                    <a:pt x="2189" y="2915"/>
                  </a:lnTo>
                  <a:lnTo>
                    <a:pt x="2269" y="2880"/>
                  </a:lnTo>
                  <a:lnTo>
                    <a:pt x="2344" y="2839"/>
                  </a:lnTo>
                  <a:lnTo>
                    <a:pt x="2360" y="2833"/>
                  </a:lnTo>
                  <a:lnTo>
                    <a:pt x="2375" y="2830"/>
                  </a:lnTo>
                  <a:lnTo>
                    <a:pt x="2392" y="2832"/>
                  </a:lnTo>
                  <a:lnTo>
                    <a:pt x="2407" y="2837"/>
                  </a:lnTo>
                  <a:lnTo>
                    <a:pt x="2421" y="2846"/>
                  </a:lnTo>
                  <a:lnTo>
                    <a:pt x="2447" y="2864"/>
                  </a:lnTo>
                  <a:lnTo>
                    <a:pt x="2474" y="2879"/>
                  </a:lnTo>
                  <a:lnTo>
                    <a:pt x="2504" y="2889"/>
                  </a:lnTo>
                  <a:lnTo>
                    <a:pt x="2533" y="2894"/>
                  </a:lnTo>
                  <a:lnTo>
                    <a:pt x="2564" y="2895"/>
                  </a:lnTo>
                  <a:lnTo>
                    <a:pt x="2593" y="2892"/>
                  </a:lnTo>
                  <a:lnTo>
                    <a:pt x="2623" y="2884"/>
                  </a:lnTo>
                  <a:lnTo>
                    <a:pt x="2651" y="2871"/>
                  </a:lnTo>
                  <a:lnTo>
                    <a:pt x="2678" y="2855"/>
                  </a:lnTo>
                  <a:lnTo>
                    <a:pt x="2701" y="2835"/>
                  </a:lnTo>
                  <a:lnTo>
                    <a:pt x="2835" y="2702"/>
                  </a:lnTo>
                  <a:lnTo>
                    <a:pt x="2855" y="2678"/>
                  </a:lnTo>
                  <a:lnTo>
                    <a:pt x="2871" y="2651"/>
                  </a:lnTo>
                  <a:lnTo>
                    <a:pt x="2883" y="2623"/>
                  </a:lnTo>
                  <a:lnTo>
                    <a:pt x="2891" y="2594"/>
                  </a:lnTo>
                  <a:lnTo>
                    <a:pt x="2895" y="2564"/>
                  </a:lnTo>
                  <a:lnTo>
                    <a:pt x="2894" y="2533"/>
                  </a:lnTo>
                  <a:lnTo>
                    <a:pt x="2888" y="2504"/>
                  </a:lnTo>
                  <a:lnTo>
                    <a:pt x="2878" y="2474"/>
                  </a:lnTo>
                  <a:lnTo>
                    <a:pt x="2864" y="2447"/>
                  </a:lnTo>
                  <a:lnTo>
                    <a:pt x="2845" y="2421"/>
                  </a:lnTo>
                  <a:lnTo>
                    <a:pt x="2836" y="2408"/>
                  </a:lnTo>
                  <a:lnTo>
                    <a:pt x="2831" y="2393"/>
                  </a:lnTo>
                  <a:lnTo>
                    <a:pt x="2830" y="2377"/>
                  </a:lnTo>
                  <a:lnTo>
                    <a:pt x="2832" y="2360"/>
                  </a:lnTo>
                  <a:lnTo>
                    <a:pt x="2838" y="2345"/>
                  </a:lnTo>
                  <a:lnTo>
                    <a:pt x="2878" y="2269"/>
                  </a:lnTo>
                  <a:lnTo>
                    <a:pt x="2914" y="2190"/>
                  </a:lnTo>
                  <a:lnTo>
                    <a:pt x="2945" y="2109"/>
                  </a:lnTo>
                  <a:lnTo>
                    <a:pt x="2970" y="2026"/>
                  </a:lnTo>
                  <a:lnTo>
                    <a:pt x="2976" y="2011"/>
                  </a:lnTo>
                  <a:lnTo>
                    <a:pt x="2986" y="1998"/>
                  </a:lnTo>
                  <a:lnTo>
                    <a:pt x="2999" y="1988"/>
                  </a:lnTo>
                  <a:lnTo>
                    <a:pt x="3013" y="1980"/>
                  </a:lnTo>
                  <a:lnTo>
                    <a:pt x="3029" y="1977"/>
                  </a:lnTo>
                  <a:lnTo>
                    <a:pt x="3064" y="1971"/>
                  </a:lnTo>
                  <a:lnTo>
                    <a:pt x="3096" y="1960"/>
                  </a:lnTo>
                  <a:lnTo>
                    <a:pt x="3126" y="1944"/>
                  </a:lnTo>
                  <a:lnTo>
                    <a:pt x="3152" y="1923"/>
                  </a:lnTo>
                  <a:lnTo>
                    <a:pt x="3176" y="1899"/>
                  </a:lnTo>
                  <a:lnTo>
                    <a:pt x="3194" y="1871"/>
                  </a:lnTo>
                  <a:lnTo>
                    <a:pt x="3208" y="1840"/>
                  </a:lnTo>
                  <a:lnTo>
                    <a:pt x="3216" y="1806"/>
                  </a:lnTo>
                  <a:lnTo>
                    <a:pt x="3219" y="1772"/>
                  </a:lnTo>
                  <a:lnTo>
                    <a:pt x="3219" y="1583"/>
                  </a:lnTo>
                  <a:lnTo>
                    <a:pt x="3216" y="1549"/>
                  </a:lnTo>
                  <a:lnTo>
                    <a:pt x="3208" y="1515"/>
                  </a:lnTo>
                  <a:lnTo>
                    <a:pt x="3194" y="1484"/>
                  </a:lnTo>
                  <a:lnTo>
                    <a:pt x="3176" y="1456"/>
                  </a:lnTo>
                  <a:lnTo>
                    <a:pt x="3152" y="1432"/>
                  </a:lnTo>
                  <a:lnTo>
                    <a:pt x="3126" y="1410"/>
                  </a:lnTo>
                  <a:lnTo>
                    <a:pt x="3096" y="1394"/>
                  </a:lnTo>
                  <a:lnTo>
                    <a:pt x="3064" y="1383"/>
                  </a:lnTo>
                  <a:lnTo>
                    <a:pt x="3029" y="1378"/>
                  </a:lnTo>
                  <a:lnTo>
                    <a:pt x="3013" y="1374"/>
                  </a:lnTo>
                  <a:lnTo>
                    <a:pt x="2999" y="1367"/>
                  </a:lnTo>
                  <a:lnTo>
                    <a:pt x="2986" y="1356"/>
                  </a:lnTo>
                  <a:lnTo>
                    <a:pt x="2976" y="1343"/>
                  </a:lnTo>
                  <a:lnTo>
                    <a:pt x="2970" y="1328"/>
                  </a:lnTo>
                  <a:lnTo>
                    <a:pt x="2945" y="1245"/>
                  </a:lnTo>
                  <a:lnTo>
                    <a:pt x="2914" y="1165"/>
                  </a:lnTo>
                  <a:lnTo>
                    <a:pt x="2878" y="1085"/>
                  </a:lnTo>
                  <a:lnTo>
                    <a:pt x="2838" y="1010"/>
                  </a:lnTo>
                  <a:lnTo>
                    <a:pt x="2832" y="994"/>
                  </a:lnTo>
                  <a:lnTo>
                    <a:pt x="2830" y="979"/>
                  </a:lnTo>
                  <a:lnTo>
                    <a:pt x="2831" y="962"/>
                  </a:lnTo>
                  <a:lnTo>
                    <a:pt x="2836" y="947"/>
                  </a:lnTo>
                  <a:lnTo>
                    <a:pt x="2845" y="933"/>
                  </a:lnTo>
                  <a:lnTo>
                    <a:pt x="2864" y="907"/>
                  </a:lnTo>
                  <a:lnTo>
                    <a:pt x="2878" y="880"/>
                  </a:lnTo>
                  <a:lnTo>
                    <a:pt x="2888" y="850"/>
                  </a:lnTo>
                  <a:lnTo>
                    <a:pt x="2894" y="821"/>
                  </a:lnTo>
                  <a:lnTo>
                    <a:pt x="2895" y="790"/>
                  </a:lnTo>
                  <a:lnTo>
                    <a:pt x="2891" y="761"/>
                  </a:lnTo>
                  <a:lnTo>
                    <a:pt x="2883" y="731"/>
                  </a:lnTo>
                  <a:lnTo>
                    <a:pt x="2871" y="703"/>
                  </a:lnTo>
                  <a:lnTo>
                    <a:pt x="2855" y="676"/>
                  </a:lnTo>
                  <a:lnTo>
                    <a:pt x="2835" y="653"/>
                  </a:lnTo>
                  <a:lnTo>
                    <a:pt x="2701" y="519"/>
                  </a:lnTo>
                  <a:lnTo>
                    <a:pt x="2678" y="499"/>
                  </a:lnTo>
                  <a:lnTo>
                    <a:pt x="2651" y="483"/>
                  </a:lnTo>
                  <a:lnTo>
                    <a:pt x="2623" y="471"/>
                  </a:lnTo>
                  <a:lnTo>
                    <a:pt x="2593" y="463"/>
                  </a:lnTo>
                  <a:lnTo>
                    <a:pt x="2564" y="459"/>
                  </a:lnTo>
                  <a:lnTo>
                    <a:pt x="2533" y="460"/>
                  </a:lnTo>
                  <a:lnTo>
                    <a:pt x="2504" y="466"/>
                  </a:lnTo>
                  <a:lnTo>
                    <a:pt x="2474" y="476"/>
                  </a:lnTo>
                  <a:lnTo>
                    <a:pt x="2447" y="490"/>
                  </a:lnTo>
                  <a:lnTo>
                    <a:pt x="2421" y="509"/>
                  </a:lnTo>
                  <a:lnTo>
                    <a:pt x="2407" y="518"/>
                  </a:lnTo>
                  <a:lnTo>
                    <a:pt x="2392" y="523"/>
                  </a:lnTo>
                  <a:lnTo>
                    <a:pt x="2375" y="524"/>
                  </a:lnTo>
                  <a:lnTo>
                    <a:pt x="2360" y="522"/>
                  </a:lnTo>
                  <a:lnTo>
                    <a:pt x="2344" y="516"/>
                  </a:lnTo>
                  <a:lnTo>
                    <a:pt x="2269" y="476"/>
                  </a:lnTo>
                  <a:lnTo>
                    <a:pt x="2189" y="440"/>
                  </a:lnTo>
                  <a:lnTo>
                    <a:pt x="2109" y="409"/>
                  </a:lnTo>
                  <a:lnTo>
                    <a:pt x="2026" y="384"/>
                  </a:lnTo>
                  <a:lnTo>
                    <a:pt x="2011" y="378"/>
                  </a:lnTo>
                  <a:lnTo>
                    <a:pt x="1998" y="368"/>
                  </a:lnTo>
                  <a:lnTo>
                    <a:pt x="1987" y="355"/>
                  </a:lnTo>
                  <a:lnTo>
                    <a:pt x="1980" y="341"/>
                  </a:lnTo>
                  <a:lnTo>
                    <a:pt x="1976" y="325"/>
                  </a:lnTo>
                  <a:lnTo>
                    <a:pt x="1971" y="290"/>
                  </a:lnTo>
                  <a:lnTo>
                    <a:pt x="1960" y="258"/>
                  </a:lnTo>
                  <a:lnTo>
                    <a:pt x="1944" y="228"/>
                  </a:lnTo>
                  <a:lnTo>
                    <a:pt x="1922" y="202"/>
                  </a:lnTo>
                  <a:lnTo>
                    <a:pt x="1898" y="178"/>
                  </a:lnTo>
                  <a:lnTo>
                    <a:pt x="1870" y="160"/>
                  </a:lnTo>
                  <a:lnTo>
                    <a:pt x="1839" y="146"/>
                  </a:lnTo>
                  <a:lnTo>
                    <a:pt x="1805" y="138"/>
                  </a:lnTo>
                  <a:lnTo>
                    <a:pt x="1771" y="135"/>
                  </a:lnTo>
                  <a:lnTo>
                    <a:pt x="1582" y="135"/>
                  </a:lnTo>
                  <a:close/>
                  <a:moveTo>
                    <a:pt x="1582" y="0"/>
                  </a:moveTo>
                  <a:lnTo>
                    <a:pt x="1771" y="0"/>
                  </a:lnTo>
                  <a:lnTo>
                    <a:pt x="1813" y="3"/>
                  </a:lnTo>
                  <a:lnTo>
                    <a:pt x="1855" y="11"/>
                  </a:lnTo>
                  <a:lnTo>
                    <a:pt x="1895" y="25"/>
                  </a:lnTo>
                  <a:lnTo>
                    <a:pt x="1933" y="42"/>
                  </a:lnTo>
                  <a:lnTo>
                    <a:pt x="1968" y="64"/>
                  </a:lnTo>
                  <a:lnTo>
                    <a:pt x="2000" y="90"/>
                  </a:lnTo>
                  <a:lnTo>
                    <a:pt x="2028" y="119"/>
                  </a:lnTo>
                  <a:lnTo>
                    <a:pt x="2054" y="152"/>
                  </a:lnTo>
                  <a:lnTo>
                    <a:pt x="2074" y="188"/>
                  </a:lnTo>
                  <a:lnTo>
                    <a:pt x="2091" y="226"/>
                  </a:lnTo>
                  <a:lnTo>
                    <a:pt x="2103" y="267"/>
                  </a:lnTo>
                  <a:lnTo>
                    <a:pt x="2173" y="290"/>
                  </a:lnTo>
                  <a:lnTo>
                    <a:pt x="2241" y="316"/>
                  </a:lnTo>
                  <a:lnTo>
                    <a:pt x="2307" y="346"/>
                  </a:lnTo>
                  <a:lnTo>
                    <a:pt x="2372" y="379"/>
                  </a:lnTo>
                  <a:lnTo>
                    <a:pt x="2410" y="359"/>
                  </a:lnTo>
                  <a:lnTo>
                    <a:pt x="2449" y="343"/>
                  </a:lnTo>
                  <a:lnTo>
                    <a:pt x="2488" y="332"/>
                  </a:lnTo>
                  <a:lnTo>
                    <a:pt x="2529" y="327"/>
                  </a:lnTo>
                  <a:lnTo>
                    <a:pt x="2571" y="327"/>
                  </a:lnTo>
                  <a:lnTo>
                    <a:pt x="2612" y="331"/>
                  </a:lnTo>
                  <a:lnTo>
                    <a:pt x="2652" y="340"/>
                  </a:lnTo>
                  <a:lnTo>
                    <a:pt x="2691" y="354"/>
                  </a:lnTo>
                  <a:lnTo>
                    <a:pt x="2729" y="373"/>
                  </a:lnTo>
                  <a:lnTo>
                    <a:pt x="2763" y="396"/>
                  </a:lnTo>
                  <a:lnTo>
                    <a:pt x="2796" y="425"/>
                  </a:lnTo>
                  <a:lnTo>
                    <a:pt x="2929" y="558"/>
                  </a:lnTo>
                  <a:lnTo>
                    <a:pt x="2958" y="591"/>
                  </a:lnTo>
                  <a:lnTo>
                    <a:pt x="2981" y="625"/>
                  </a:lnTo>
                  <a:lnTo>
                    <a:pt x="3000" y="663"/>
                  </a:lnTo>
                  <a:lnTo>
                    <a:pt x="3014" y="702"/>
                  </a:lnTo>
                  <a:lnTo>
                    <a:pt x="3023" y="742"/>
                  </a:lnTo>
                  <a:lnTo>
                    <a:pt x="3027" y="783"/>
                  </a:lnTo>
                  <a:lnTo>
                    <a:pt x="3027" y="825"/>
                  </a:lnTo>
                  <a:lnTo>
                    <a:pt x="3021" y="866"/>
                  </a:lnTo>
                  <a:lnTo>
                    <a:pt x="3011" y="905"/>
                  </a:lnTo>
                  <a:lnTo>
                    <a:pt x="2995" y="944"/>
                  </a:lnTo>
                  <a:lnTo>
                    <a:pt x="2975" y="982"/>
                  </a:lnTo>
                  <a:lnTo>
                    <a:pt x="3008" y="1047"/>
                  </a:lnTo>
                  <a:lnTo>
                    <a:pt x="3038" y="1113"/>
                  </a:lnTo>
                  <a:lnTo>
                    <a:pt x="3064" y="1181"/>
                  </a:lnTo>
                  <a:lnTo>
                    <a:pt x="3087" y="1251"/>
                  </a:lnTo>
                  <a:lnTo>
                    <a:pt x="3128" y="1263"/>
                  </a:lnTo>
                  <a:lnTo>
                    <a:pt x="3166" y="1280"/>
                  </a:lnTo>
                  <a:lnTo>
                    <a:pt x="3202" y="1300"/>
                  </a:lnTo>
                  <a:lnTo>
                    <a:pt x="3235" y="1326"/>
                  </a:lnTo>
                  <a:lnTo>
                    <a:pt x="3264" y="1354"/>
                  </a:lnTo>
                  <a:lnTo>
                    <a:pt x="3290" y="1386"/>
                  </a:lnTo>
                  <a:lnTo>
                    <a:pt x="3312" y="1421"/>
                  </a:lnTo>
                  <a:lnTo>
                    <a:pt x="3329" y="1459"/>
                  </a:lnTo>
                  <a:lnTo>
                    <a:pt x="3343" y="1499"/>
                  </a:lnTo>
                  <a:lnTo>
                    <a:pt x="3351" y="1541"/>
                  </a:lnTo>
                  <a:lnTo>
                    <a:pt x="3354" y="1583"/>
                  </a:lnTo>
                  <a:lnTo>
                    <a:pt x="3354" y="1772"/>
                  </a:lnTo>
                  <a:lnTo>
                    <a:pt x="3351" y="1815"/>
                  </a:lnTo>
                  <a:lnTo>
                    <a:pt x="3343" y="1856"/>
                  </a:lnTo>
                  <a:lnTo>
                    <a:pt x="3329" y="1896"/>
                  </a:lnTo>
                  <a:lnTo>
                    <a:pt x="3312" y="1934"/>
                  </a:lnTo>
                  <a:lnTo>
                    <a:pt x="3290" y="1968"/>
                  </a:lnTo>
                  <a:lnTo>
                    <a:pt x="3264" y="2000"/>
                  </a:lnTo>
                  <a:lnTo>
                    <a:pt x="3235" y="2029"/>
                  </a:lnTo>
                  <a:lnTo>
                    <a:pt x="3202" y="2054"/>
                  </a:lnTo>
                  <a:lnTo>
                    <a:pt x="3166" y="2075"/>
                  </a:lnTo>
                  <a:lnTo>
                    <a:pt x="3128" y="2091"/>
                  </a:lnTo>
                  <a:lnTo>
                    <a:pt x="3087" y="2104"/>
                  </a:lnTo>
                  <a:lnTo>
                    <a:pt x="3064" y="2173"/>
                  </a:lnTo>
                  <a:lnTo>
                    <a:pt x="3038" y="2241"/>
                  </a:lnTo>
                  <a:lnTo>
                    <a:pt x="3008" y="2308"/>
                  </a:lnTo>
                  <a:lnTo>
                    <a:pt x="2975" y="2373"/>
                  </a:lnTo>
                  <a:lnTo>
                    <a:pt x="2995" y="2410"/>
                  </a:lnTo>
                  <a:lnTo>
                    <a:pt x="3011" y="2449"/>
                  </a:lnTo>
                  <a:lnTo>
                    <a:pt x="3021" y="2490"/>
                  </a:lnTo>
                  <a:lnTo>
                    <a:pt x="3027" y="2530"/>
                  </a:lnTo>
                  <a:lnTo>
                    <a:pt x="3027" y="2571"/>
                  </a:lnTo>
                  <a:lnTo>
                    <a:pt x="3023" y="2613"/>
                  </a:lnTo>
                  <a:lnTo>
                    <a:pt x="3014" y="2652"/>
                  </a:lnTo>
                  <a:lnTo>
                    <a:pt x="3000" y="2691"/>
                  </a:lnTo>
                  <a:lnTo>
                    <a:pt x="2981" y="2729"/>
                  </a:lnTo>
                  <a:lnTo>
                    <a:pt x="2958" y="2764"/>
                  </a:lnTo>
                  <a:lnTo>
                    <a:pt x="2929" y="2796"/>
                  </a:lnTo>
                  <a:lnTo>
                    <a:pt x="2796" y="2929"/>
                  </a:lnTo>
                  <a:lnTo>
                    <a:pt x="2763" y="2958"/>
                  </a:lnTo>
                  <a:lnTo>
                    <a:pt x="2729" y="2981"/>
                  </a:lnTo>
                  <a:lnTo>
                    <a:pt x="2691" y="3001"/>
                  </a:lnTo>
                  <a:lnTo>
                    <a:pt x="2652" y="3015"/>
                  </a:lnTo>
                  <a:lnTo>
                    <a:pt x="2612" y="3024"/>
                  </a:lnTo>
                  <a:lnTo>
                    <a:pt x="2571" y="3028"/>
                  </a:lnTo>
                  <a:lnTo>
                    <a:pt x="2529" y="3027"/>
                  </a:lnTo>
                  <a:lnTo>
                    <a:pt x="2488" y="3022"/>
                  </a:lnTo>
                  <a:lnTo>
                    <a:pt x="2449" y="3012"/>
                  </a:lnTo>
                  <a:lnTo>
                    <a:pt x="2410" y="2997"/>
                  </a:lnTo>
                  <a:lnTo>
                    <a:pt x="2372" y="2976"/>
                  </a:lnTo>
                  <a:lnTo>
                    <a:pt x="2307" y="3009"/>
                  </a:lnTo>
                  <a:lnTo>
                    <a:pt x="2241" y="3038"/>
                  </a:lnTo>
                  <a:lnTo>
                    <a:pt x="2173" y="3065"/>
                  </a:lnTo>
                  <a:lnTo>
                    <a:pt x="2103" y="3087"/>
                  </a:lnTo>
                  <a:lnTo>
                    <a:pt x="2091" y="3128"/>
                  </a:lnTo>
                  <a:lnTo>
                    <a:pt x="2074" y="3167"/>
                  </a:lnTo>
                  <a:lnTo>
                    <a:pt x="2054" y="3202"/>
                  </a:lnTo>
                  <a:lnTo>
                    <a:pt x="2028" y="3235"/>
                  </a:lnTo>
                  <a:lnTo>
                    <a:pt x="2000" y="3264"/>
                  </a:lnTo>
                  <a:lnTo>
                    <a:pt x="1968" y="3291"/>
                  </a:lnTo>
                  <a:lnTo>
                    <a:pt x="1933" y="3312"/>
                  </a:lnTo>
                  <a:lnTo>
                    <a:pt x="1895" y="3331"/>
                  </a:lnTo>
                  <a:lnTo>
                    <a:pt x="1855" y="3343"/>
                  </a:lnTo>
                  <a:lnTo>
                    <a:pt x="1813" y="3351"/>
                  </a:lnTo>
                  <a:lnTo>
                    <a:pt x="1771" y="3354"/>
                  </a:lnTo>
                  <a:lnTo>
                    <a:pt x="1582" y="3354"/>
                  </a:lnTo>
                  <a:lnTo>
                    <a:pt x="1539" y="3351"/>
                  </a:lnTo>
                  <a:lnTo>
                    <a:pt x="1498" y="3343"/>
                  </a:lnTo>
                  <a:lnTo>
                    <a:pt x="1458" y="3331"/>
                  </a:lnTo>
                  <a:lnTo>
                    <a:pt x="1420" y="3312"/>
                  </a:lnTo>
                  <a:lnTo>
                    <a:pt x="1386" y="3291"/>
                  </a:lnTo>
                  <a:lnTo>
                    <a:pt x="1354" y="3264"/>
                  </a:lnTo>
                  <a:lnTo>
                    <a:pt x="1325" y="3235"/>
                  </a:lnTo>
                  <a:lnTo>
                    <a:pt x="1300" y="3202"/>
                  </a:lnTo>
                  <a:lnTo>
                    <a:pt x="1279" y="3167"/>
                  </a:lnTo>
                  <a:lnTo>
                    <a:pt x="1263" y="3128"/>
                  </a:lnTo>
                  <a:lnTo>
                    <a:pt x="1250" y="3087"/>
                  </a:lnTo>
                  <a:lnTo>
                    <a:pt x="1181" y="3065"/>
                  </a:lnTo>
                  <a:lnTo>
                    <a:pt x="1113" y="3038"/>
                  </a:lnTo>
                  <a:lnTo>
                    <a:pt x="1046" y="3009"/>
                  </a:lnTo>
                  <a:lnTo>
                    <a:pt x="981" y="2976"/>
                  </a:lnTo>
                  <a:lnTo>
                    <a:pt x="944" y="2997"/>
                  </a:lnTo>
                  <a:lnTo>
                    <a:pt x="905" y="3012"/>
                  </a:lnTo>
                  <a:lnTo>
                    <a:pt x="864" y="3022"/>
                  </a:lnTo>
                  <a:lnTo>
                    <a:pt x="824" y="3027"/>
                  </a:lnTo>
                  <a:lnTo>
                    <a:pt x="783" y="3028"/>
                  </a:lnTo>
                  <a:lnTo>
                    <a:pt x="741" y="3024"/>
                  </a:lnTo>
                  <a:lnTo>
                    <a:pt x="702" y="3015"/>
                  </a:lnTo>
                  <a:lnTo>
                    <a:pt x="663" y="3001"/>
                  </a:lnTo>
                  <a:lnTo>
                    <a:pt x="625" y="2981"/>
                  </a:lnTo>
                  <a:lnTo>
                    <a:pt x="590" y="2958"/>
                  </a:lnTo>
                  <a:lnTo>
                    <a:pt x="558" y="2929"/>
                  </a:lnTo>
                  <a:lnTo>
                    <a:pt x="425" y="2796"/>
                  </a:lnTo>
                  <a:lnTo>
                    <a:pt x="396" y="2764"/>
                  </a:lnTo>
                  <a:lnTo>
                    <a:pt x="373" y="2729"/>
                  </a:lnTo>
                  <a:lnTo>
                    <a:pt x="353" y="2691"/>
                  </a:lnTo>
                  <a:lnTo>
                    <a:pt x="339" y="2652"/>
                  </a:lnTo>
                  <a:lnTo>
                    <a:pt x="330" y="2613"/>
                  </a:lnTo>
                  <a:lnTo>
                    <a:pt x="326" y="2571"/>
                  </a:lnTo>
                  <a:lnTo>
                    <a:pt x="327" y="2530"/>
                  </a:lnTo>
                  <a:lnTo>
                    <a:pt x="332" y="2490"/>
                  </a:lnTo>
                  <a:lnTo>
                    <a:pt x="342" y="2449"/>
                  </a:lnTo>
                  <a:lnTo>
                    <a:pt x="357" y="2410"/>
                  </a:lnTo>
                  <a:lnTo>
                    <a:pt x="378" y="2373"/>
                  </a:lnTo>
                  <a:lnTo>
                    <a:pt x="345" y="2308"/>
                  </a:lnTo>
                  <a:lnTo>
                    <a:pt x="316" y="2241"/>
                  </a:lnTo>
                  <a:lnTo>
                    <a:pt x="289" y="2173"/>
                  </a:lnTo>
                  <a:lnTo>
                    <a:pt x="267" y="2104"/>
                  </a:lnTo>
                  <a:lnTo>
                    <a:pt x="226" y="2091"/>
                  </a:lnTo>
                  <a:lnTo>
                    <a:pt x="187" y="2075"/>
                  </a:lnTo>
                  <a:lnTo>
                    <a:pt x="152" y="2054"/>
                  </a:lnTo>
                  <a:lnTo>
                    <a:pt x="119" y="2029"/>
                  </a:lnTo>
                  <a:lnTo>
                    <a:pt x="90" y="2000"/>
                  </a:lnTo>
                  <a:lnTo>
                    <a:pt x="63" y="1968"/>
                  </a:lnTo>
                  <a:lnTo>
                    <a:pt x="42" y="1934"/>
                  </a:lnTo>
                  <a:lnTo>
                    <a:pt x="23" y="1896"/>
                  </a:lnTo>
                  <a:lnTo>
                    <a:pt x="11" y="1856"/>
                  </a:lnTo>
                  <a:lnTo>
                    <a:pt x="3" y="1815"/>
                  </a:lnTo>
                  <a:lnTo>
                    <a:pt x="0" y="1772"/>
                  </a:lnTo>
                  <a:lnTo>
                    <a:pt x="0" y="1583"/>
                  </a:lnTo>
                  <a:lnTo>
                    <a:pt x="3" y="1541"/>
                  </a:lnTo>
                  <a:lnTo>
                    <a:pt x="11" y="1499"/>
                  </a:lnTo>
                  <a:lnTo>
                    <a:pt x="23" y="1459"/>
                  </a:lnTo>
                  <a:lnTo>
                    <a:pt x="42" y="1421"/>
                  </a:lnTo>
                  <a:lnTo>
                    <a:pt x="63" y="1386"/>
                  </a:lnTo>
                  <a:lnTo>
                    <a:pt x="90" y="1354"/>
                  </a:lnTo>
                  <a:lnTo>
                    <a:pt x="119" y="1326"/>
                  </a:lnTo>
                  <a:lnTo>
                    <a:pt x="152" y="1300"/>
                  </a:lnTo>
                  <a:lnTo>
                    <a:pt x="187" y="1280"/>
                  </a:lnTo>
                  <a:lnTo>
                    <a:pt x="226" y="1263"/>
                  </a:lnTo>
                  <a:lnTo>
                    <a:pt x="267" y="1251"/>
                  </a:lnTo>
                  <a:lnTo>
                    <a:pt x="289" y="1181"/>
                  </a:lnTo>
                  <a:lnTo>
                    <a:pt x="316" y="1113"/>
                  </a:lnTo>
                  <a:lnTo>
                    <a:pt x="345" y="1047"/>
                  </a:lnTo>
                  <a:lnTo>
                    <a:pt x="378" y="982"/>
                  </a:lnTo>
                  <a:lnTo>
                    <a:pt x="357" y="944"/>
                  </a:lnTo>
                  <a:lnTo>
                    <a:pt x="342" y="905"/>
                  </a:lnTo>
                  <a:lnTo>
                    <a:pt x="332" y="866"/>
                  </a:lnTo>
                  <a:lnTo>
                    <a:pt x="327" y="825"/>
                  </a:lnTo>
                  <a:lnTo>
                    <a:pt x="326" y="783"/>
                  </a:lnTo>
                  <a:lnTo>
                    <a:pt x="330" y="742"/>
                  </a:lnTo>
                  <a:lnTo>
                    <a:pt x="339" y="702"/>
                  </a:lnTo>
                  <a:lnTo>
                    <a:pt x="353" y="663"/>
                  </a:lnTo>
                  <a:lnTo>
                    <a:pt x="373" y="625"/>
                  </a:lnTo>
                  <a:lnTo>
                    <a:pt x="396" y="591"/>
                  </a:lnTo>
                  <a:lnTo>
                    <a:pt x="425" y="558"/>
                  </a:lnTo>
                  <a:lnTo>
                    <a:pt x="558" y="425"/>
                  </a:lnTo>
                  <a:lnTo>
                    <a:pt x="590" y="396"/>
                  </a:lnTo>
                  <a:lnTo>
                    <a:pt x="625" y="373"/>
                  </a:lnTo>
                  <a:lnTo>
                    <a:pt x="663" y="354"/>
                  </a:lnTo>
                  <a:lnTo>
                    <a:pt x="702" y="340"/>
                  </a:lnTo>
                  <a:lnTo>
                    <a:pt x="741" y="331"/>
                  </a:lnTo>
                  <a:lnTo>
                    <a:pt x="783" y="327"/>
                  </a:lnTo>
                  <a:lnTo>
                    <a:pt x="824" y="327"/>
                  </a:lnTo>
                  <a:lnTo>
                    <a:pt x="864" y="332"/>
                  </a:lnTo>
                  <a:lnTo>
                    <a:pt x="905" y="343"/>
                  </a:lnTo>
                  <a:lnTo>
                    <a:pt x="944" y="359"/>
                  </a:lnTo>
                  <a:lnTo>
                    <a:pt x="981" y="379"/>
                  </a:lnTo>
                  <a:lnTo>
                    <a:pt x="1046" y="346"/>
                  </a:lnTo>
                  <a:lnTo>
                    <a:pt x="1113" y="316"/>
                  </a:lnTo>
                  <a:lnTo>
                    <a:pt x="1181" y="290"/>
                  </a:lnTo>
                  <a:lnTo>
                    <a:pt x="1250" y="267"/>
                  </a:lnTo>
                  <a:lnTo>
                    <a:pt x="1263" y="226"/>
                  </a:lnTo>
                  <a:lnTo>
                    <a:pt x="1279" y="188"/>
                  </a:lnTo>
                  <a:lnTo>
                    <a:pt x="1300" y="152"/>
                  </a:lnTo>
                  <a:lnTo>
                    <a:pt x="1325" y="119"/>
                  </a:lnTo>
                  <a:lnTo>
                    <a:pt x="1354" y="90"/>
                  </a:lnTo>
                  <a:lnTo>
                    <a:pt x="1386" y="64"/>
                  </a:lnTo>
                  <a:lnTo>
                    <a:pt x="1420" y="42"/>
                  </a:lnTo>
                  <a:lnTo>
                    <a:pt x="1458" y="25"/>
                  </a:lnTo>
                  <a:lnTo>
                    <a:pt x="1498" y="11"/>
                  </a:lnTo>
                  <a:lnTo>
                    <a:pt x="1539" y="3"/>
                  </a:lnTo>
                  <a:lnTo>
                    <a:pt x="158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5" name="Google Shape;965;p65"/>
            <p:cNvSpPr/>
            <p:nvPr/>
          </p:nvSpPr>
          <p:spPr>
            <a:xfrm>
              <a:off x="7138988" y="2222501"/>
              <a:ext cx="538164" cy="538164"/>
            </a:xfrm>
            <a:custGeom>
              <a:rect b="b" l="l" r="r" t="t"/>
              <a:pathLst>
                <a:path extrusionOk="0" h="2371" w="2371">
                  <a:moveTo>
                    <a:pt x="1186" y="133"/>
                  </a:moveTo>
                  <a:lnTo>
                    <a:pt x="1103" y="136"/>
                  </a:lnTo>
                  <a:lnTo>
                    <a:pt x="1023" y="145"/>
                  </a:lnTo>
                  <a:lnTo>
                    <a:pt x="945" y="161"/>
                  </a:lnTo>
                  <a:lnTo>
                    <a:pt x="868" y="182"/>
                  </a:lnTo>
                  <a:lnTo>
                    <a:pt x="795" y="209"/>
                  </a:lnTo>
                  <a:lnTo>
                    <a:pt x="724" y="240"/>
                  </a:lnTo>
                  <a:lnTo>
                    <a:pt x="655" y="277"/>
                  </a:lnTo>
                  <a:lnTo>
                    <a:pt x="590" y="319"/>
                  </a:lnTo>
                  <a:lnTo>
                    <a:pt x="528" y="364"/>
                  </a:lnTo>
                  <a:lnTo>
                    <a:pt x="470" y="415"/>
                  </a:lnTo>
                  <a:lnTo>
                    <a:pt x="415" y="469"/>
                  </a:lnTo>
                  <a:lnTo>
                    <a:pt x="365" y="527"/>
                  </a:lnTo>
                  <a:lnTo>
                    <a:pt x="319" y="589"/>
                  </a:lnTo>
                  <a:lnTo>
                    <a:pt x="278" y="655"/>
                  </a:lnTo>
                  <a:lnTo>
                    <a:pt x="241" y="723"/>
                  </a:lnTo>
                  <a:lnTo>
                    <a:pt x="208" y="794"/>
                  </a:lnTo>
                  <a:lnTo>
                    <a:pt x="182" y="868"/>
                  </a:lnTo>
                  <a:lnTo>
                    <a:pt x="162" y="945"/>
                  </a:lnTo>
                  <a:lnTo>
                    <a:pt x="146" y="1023"/>
                  </a:lnTo>
                  <a:lnTo>
                    <a:pt x="137" y="1104"/>
                  </a:lnTo>
                  <a:lnTo>
                    <a:pt x="133" y="1185"/>
                  </a:lnTo>
                  <a:lnTo>
                    <a:pt x="137" y="1268"/>
                  </a:lnTo>
                  <a:lnTo>
                    <a:pt x="146" y="1348"/>
                  </a:lnTo>
                  <a:lnTo>
                    <a:pt x="162" y="1426"/>
                  </a:lnTo>
                  <a:lnTo>
                    <a:pt x="182" y="1503"/>
                  </a:lnTo>
                  <a:lnTo>
                    <a:pt x="208" y="1576"/>
                  </a:lnTo>
                  <a:lnTo>
                    <a:pt x="241" y="1647"/>
                  </a:lnTo>
                  <a:lnTo>
                    <a:pt x="278" y="1716"/>
                  </a:lnTo>
                  <a:lnTo>
                    <a:pt x="319" y="1781"/>
                  </a:lnTo>
                  <a:lnTo>
                    <a:pt x="365" y="1843"/>
                  </a:lnTo>
                  <a:lnTo>
                    <a:pt x="415" y="1901"/>
                  </a:lnTo>
                  <a:lnTo>
                    <a:pt x="470" y="1956"/>
                  </a:lnTo>
                  <a:lnTo>
                    <a:pt x="528" y="2006"/>
                  </a:lnTo>
                  <a:lnTo>
                    <a:pt x="590" y="2052"/>
                  </a:lnTo>
                  <a:lnTo>
                    <a:pt x="655" y="2093"/>
                  </a:lnTo>
                  <a:lnTo>
                    <a:pt x="724" y="2130"/>
                  </a:lnTo>
                  <a:lnTo>
                    <a:pt x="795" y="2163"/>
                  </a:lnTo>
                  <a:lnTo>
                    <a:pt x="868" y="2189"/>
                  </a:lnTo>
                  <a:lnTo>
                    <a:pt x="945" y="2209"/>
                  </a:lnTo>
                  <a:lnTo>
                    <a:pt x="1023" y="2225"/>
                  </a:lnTo>
                  <a:lnTo>
                    <a:pt x="1103" y="2234"/>
                  </a:lnTo>
                  <a:lnTo>
                    <a:pt x="1186" y="2238"/>
                  </a:lnTo>
                  <a:lnTo>
                    <a:pt x="1267" y="2234"/>
                  </a:lnTo>
                  <a:lnTo>
                    <a:pt x="1348" y="2225"/>
                  </a:lnTo>
                  <a:lnTo>
                    <a:pt x="1426" y="2209"/>
                  </a:lnTo>
                  <a:lnTo>
                    <a:pt x="1503" y="2189"/>
                  </a:lnTo>
                  <a:lnTo>
                    <a:pt x="1577" y="2163"/>
                  </a:lnTo>
                  <a:lnTo>
                    <a:pt x="1648" y="2130"/>
                  </a:lnTo>
                  <a:lnTo>
                    <a:pt x="1716" y="2093"/>
                  </a:lnTo>
                  <a:lnTo>
                    <a:pt x="1782" y="2052"/>
                  </a:lnTo>
                  <a:lnTo>
                    <a:pt x="1844" y="2006"/>
                  </a:lnTo>
                  <a:lnTo>
                    <a:pt x="1902" y="1956"/>
                  </a:lnTo>
                  <a:lnTo>
                    <a:pt x="1956" y="1901"/>
                  </a:lnTo>
                  <a:lnTo>
                    <a:pt x="2007" y="1843"/>
                  </a:lnTo>
                  <a:lnTo>
                    <a:pt x="2052" y="1781"/>
                  </a:lnTo>
                  <a:lnTo>
                    <a:pt x="2094" y="1716"/>
                  </a:lnTo>
                  <a:lnTo>
                    <a:pt x="2131" y="1647"/>
                  </a:lnTo>
                  <a:lnTo>
                    <a:pt x="2162" y="1576"/>
                  </a:lnTo>
                  <a:lnTo>
                    <a:pt x="2189" y="1503"/>
                  </a:lnTo>
                  <a:lnTo>
                    <a:pt x="2210" y="1426"/>
                  </a:lnTo>
                  <a:lnTo>
                    <a:pt x="2226" y="1348"/>
                  </a:lnTo>
                  <a:lnTo>
                    <a:pt x="2235" y="1268"/>
                  </a:lnTo>
                  <a:lnTo>
                    <a:pt x="2238" y="1185"/>
                  </a:lnTo>
                  <a:lnTo>
                    <a:pt x="2235" y="1104"/>
                  </a:lnTo>
                  <a:lnTo>
                    <a:pt x="2226" y="1023"/>
                  </a:lnTo>
                  <a:lnTo>
                    <a:pt x="2210" y="945"/>
                  </a:lnTo>
                  <a:lnTo>
                    <a:pt x="2189" y="868"/>
                  </a:lnTo>
                  <a:lnTo>
                    <a:pt x="2162" y="794"/>
                  </a:lnTo>
                  <a:lnTo>
                    <a:pt x="2131" y="723"/>
                  </a:lnTo>
                  <a:lnTo>
                    <a:pt x="2094" y="655"/>
                  </a:lnTo>
                  <a:lnTo>
                    <a:pt x="2052" y="589"/>
                  </a:lnTo>
                  <a:lnTo>
                    <a:pt x="2007" y="527"/>
                  </a:lnTo>
                  <a:lnTo>
                    <a:pt x="1956" y="469"/>
                  </a:lnTo>
                  <a:lnTo>
                    <a:pt x="1902" y="415"/>
                  </a:lnTo>
                  <a:lnTo>
                    <a:pt x="1844" y="364"/>
                  </a:lnTo>
                  <a:lnTo>
                    <a:pt x="1782" y="319"/>
                  </a:lnTo>
                  <a:lnTo>
                    <a:pt x="1716" y="277"/>
                  </a:lnTo>
                  <a:lnTo>
                    <a:pt x="1648" y="240"/>
                  </a:lnTo>
                  <a:lnTo>
                    <a:pt x="1577" y="209"/>
                  </a:lnTo>
                  <a:lnTo>
                    <a:pt x="1503" y="182"/>
                  </a:lnTo>
                  <a:lnTo>
                    <a:pt x="1426" y="161"/>
                  </a:lnTo>
                  <a:lnTo>
                    <a:pt x="1348" y="145"/>
                  </a:lnTo>
                  <a:lnTo>
                    <a:pt x="1267" y="136"/>
                  </a:lnTo>
                  <a:lnTo>
                    <a:pt x="1186" y="133"/>
                  </a:lnTo>
                  <a:close/>
                  <a:moveTo>
                    <a:pt x="1186" y="0"/>
                  </a:moveTo>
                  <a:lnTo>
                    <a:pt x="1275" y="3"/>
                  </a:lnTo>
                  <a:lnTo>
                    <a:pt x="1361" y="12"/>
                  </a:lnTo>
                  <a:lnTo>
                    <a:pt x="1446" y="28"/>
                  </a:lnTo>
                  <a:lnTo>
                    <a:pt x="1528" y="50"/>
                  </a:lnTo>
                  <a:lnTo>
                    <a:pt x="1607" y="77"/>
                  </a:lnTo>
                  <a:lnTo>
                    <a:pt x="1685" y="110"/>
                  </a:lnTo>
                  <a:lnTo>
                    <a:pt x="1759" y="148"/>
                  </a:lnTo>
                  <a:lnTo>
                    <a:pt x="1830" y="191"/>
                  </a:lnTo>
                  <a:lnTo>
                    <a:pt x="1899" y="238"/>
                  </a:lnTo>
                  <a:lnTo>
                    <a:pt x="1963" y="291"/>
                  </a:lnTo>
                  <a:lnTo>
                    <a:pt x="2024" y="347"/>
                  </a:lnTo>
                  <a:lnTo>
                    <a:pt x="2080" y="408"/>
                  </a:lnTo>
                  <a:lnTo>
                    <a:pt x="2133" y="472"/>
                  </a:lnTo>
                  <a:lnTo>
                    <a:pt x="2180" y="541"/>
                  </a:lnTo>
                  <a:lnTo>
                    <a:pt x="2223" y="612"/>
                  </a:lnTo>
                  <a:lnTo>
                    <a:pt x="2261" y="686"/>
                  </a:lnTo>
                  <a:lnTo>
                    <a:pt x="2294" y="764"/>
                  </a:lnTo>
                  <a:lnTo>
                    <a:pt x="2321" y="843"/>
                  </a:lnTo>
                  <a:lnTo>
                    <a:pt x="2343" y="925"/>
                  </a:lnTo>
                  <a:lnTo>
                    <a:pt x="2359" y="1010"/>
                  </a:lnTo>
                  <a:lnTo>
                    <a:pt x="2368" y="1096"/>
                  </a:lnTo>
                  <a:lnTo>
                    <a:pt x="2371" y="1185"/>
                  </a:lnTo>
                  <a:lnTo>
                    <a:pt x="2368" y="1274"/>
                  </a:lnTo>
                  <a:lnTo>
                    <a:pt x="2359" y="1360"/>
                  </a:lnTo>
                  <a:lnTo>
                    <a:pt x="2343" y="1445"/>
                  </a:lnTo>
                  <a:lnTo>
                    <a:pt x="2321" y="1527"/>
                  </a:lnTo>
                  <a:lnTo>
                    <a:pt x="2294" y="1608"/>
                  </a:lnTo>
                  <a:lnTo>
                    <a:pt x="2261" y="1685"/>
                  </a:lnTo>
                  <a:lnTo>
                    <a:pt x="2223" y="1759"/>
                  </a:lnTo>
                  <a:lnTo>
                    <a:pt x="2180" y="1831"/>
                  </a:lnTo>
                  <a:lnTo>
                    <a:pt x="2133" y="1899"/>
                  </a:lnTo>
                  <a:lnTo>
                    <a:pt x="2080" y="1963"/>
                  </a:lnTo>
                  <a:lnTo>
                    <a:pt x="2024" y="2023"/>
                  </a:lnTo>
                  <a:lnTo>
                    <a:pt x="1963" y="2080"/>
                  </a:lnTo>
                  <a:lnTo>
                    <a:pt x="1899" y="2132"/>
                  </a:lnTo>
                  <a:lnTo>
                    <a:pt x="1830" y="2180"/>
                  </a:lnTo>
                  <a:lnTo>
                    <a:pt x="1759" y="2223"/>
                  </a:lnTo>
                  <a:lnTo>
                    <a:pt x="1685" y="2260"/>
                  </a:lnTo>
                  <a:lnTo>
                    <a:pt x="1607" y="2294"/>
                  </a:lnTo>
                  <a:lnTo>
                    <a:pt x="1528" y="2320"/>
                  </a:lnTo>
                  <a:lnTo>
                    <a:pt x="1446" y="2343"/>
                  </a:lnTo>
                  <a:lnTo>
                    <a:pt x="1361" y="2358"/>
                  </a:lnTo>
                  <a:lnTo>
                    <a:pt x="1275" y="2368"/>
                  </a:lnTo>
                  <a:lnTo>
                    <a:pt x="1186" y="2371"/>
                  </a:lnTo>
                  <a:lnTo>
                    <a:pt x="1097" y="2368"/>
                  </a:lnTo>
                  <a:lnTo>
                    <a:pt x="1011" y="2358"/>
                  </a:lnTo>
                  <a:lnTo>
                    <a:pt x="926" y="2343"/>
                  </a:lnTo>
                  <a:lnTo>
                    <a:pt x="844" y="2320"/>
                  </a:lnTo>
                  <a:lnTo>
                    <a:pt x="763" y="2294"/>
                  </a:lnTo>
                  <a:lnTo>
                    <a:pt x="686" y="2260"/>
                  </a:lnTo>
                  <a:lnTo>
                    <a:pt x="612" y="2223"/>
                  </a:lnTo>
                  <a:lnTo>
                    <a:pt x="540" y="2180"/>
                  </a:lnTo>
                  <a:lnTo>
                    <a:pt x="472" y="2132"/>
                  </a:lnTo>
                  <a:lnTo>
                    <a:pt x="408" y="2080"/>
                  </a:lnTo>
                  <a:lnTo>
                    <a:pt x="348" y="2023"/>
                  </a:lnTo>
                  <a:lnTo>
                    <a:pt x="291" y="1963"/>
                  </a:lnTo>
                  <a:lnTo>
                    <a:pt x="239" y="1899"/>
                  </a:lnTo>
                  <a:lnTo>
                    <a:pt x="191" y="1831"/>
                  </a:lnTo>
                  <a:lnTo>
                    <a:pt x="148" y="1759"/>
                  </a:lnTo>
                  <a:lnTo>
                    <a:pt x="111" y="1685"/>
                  </a:lnTo>
                  <a:lnTo>
                    <a:pt x="77" y="1608"/>
                  </a:lnTo>
                  <a:lnTo>
                    <a:pt x="51" y="1527"/>
                  </a:lnTo>
                  <a:lnTo>
                    <a:pt x="28" y="1445"/>
                  </a:lnTo>
                  <a:lnTo>
                    <a:pt x="13" y="1360"/>
                  </a:lnTo>
                  <a:lnTo>
                    <a:pt x="3" y="1274"/>
                  </a:lnTo>
                  <a:lnTo>
                    <a:pt x="0" y="1185"/>
                  </a:lnTo>
                  <a:lnTo>
                    <a:pt x="3" y="1096"/>
                  </a:lnTo>
                  <a:lnTo>
                    <a:pt x="13" y="1010"/>
                  </a:lnTo>
                  <a:lnTo>
                    <a:pt x="28" y="925"/>
                  </a:lnTo>
                  <a:lnTo>
                    <a:pt x="51" y="843"/>
                  </a:lnTo>
                  <a:lnTo>
                    <a:pt x="77" y="764"/>
                  </a:lnTo>
                  <a:lnTo>
                    <a:pt x="111" y="686"/>
                  </a:lnTo>
                  <a:lnTo>
                    <a:pt x="148" y="612"/>
                  </a:lnTo>
                  <a:lnTo>
                    <a:pt x="191" y="541"/>
                  </a:lnTo>
                  <a:lnTo>
                    <a:pt x="239" y="472"/>
                  </a:lnTo>
                  <a:lnTo>
                    <a:pt x="291" y="408"/>
                  </a:lnTo>
                  <a:lnTo>
                    <a:pt x="348" y="347"/>
                  </a:lnTo>
                  <a:lnTo>
                    <a:pt x="408" y="291"/>
                  </a:lnTo>
                  <a:lnTo>
                    <a:pt x="472" y="238"/>
                  </a:lnTo>
                  <a:lnTo>
                    <a:pt x="540" y="191"/>
                  </a:lnTo>
                  <a:lnTo>
                    <a:pt x="612" y="148"/>
                  </a:lnTo>
                  <a:lnTo>
                    <a:pt x="686" y="110"/>
                  </a:lnTo>
                  <a:lnTo>
                    <a:pt x="763" y="77"/>
                  </a:lnTo>
                  <a:lnTo>
                    <a:pt x="844" y="50"/>
                  </a:lnTo>
                  <a:lnTo>
                    <a:pt x="926" y="28"/>
                  </a:lnTo>
                  <a:lnTo>
                    <a:pt x="1011" y="12"/>
                  </a:lnTo>
                  <a:lnTo>
                    <a:pt x="1097" y="3"/>
                  </a:lnTo>
                  <a:lnTo>
                    <a:pt x="118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6" name="Google Shape;966;p65"/>
            <p:cNvSpPr/>
            <p:nvPr/>
          </p:nvSpPr>
          <p:spPr>
            <a:xfrm>
              <a:off x="7561263" y="2365376"/>
              <a:ext cx="63500" cy="141288"/>
            </a:xfrm>
            <a:custGeom>
              <a:rect b="b" l="l" r="r" t="t"/>
              <a:pathLst>
                <a:path extrusionOk="0" h="621" w="280">
                  <a:moveTo>
                    <a:pt x="63" y="0"/>
                  </a:moveTo>
                  <a:lnTo>
                    <a:pt x="79" y="1"/>
                  </a:lnTo>
                  <a:lnTo>
                    <a:pt x="96" y="6"/>
                  </a:lnTo>
                  <a:lnTo>
                    <a:pt x="111" y="16"/>
                  </a:lnTo>
                  <a:lnTo>
                    <a:pt x="122" y="30"/>
                  </a:lnTo>
                  <a:lnTo>
                    <a:pt x="159" y="90"/>
                  </a:lnTo>
                  <a:lnTo>
                    <a:pt x="190" y="151"/>
                  </a:lnTo>
                  <a:lnTo>
                    <a:pt x="217" y="215"/>
                  </a:lnTo>
                  <a:lnTo>
                    <a:pt x="239" y="280"/>
                  </a:lnTo>
                  <a:lnTo>
                    <a:pt x="257" y="347"/>
                  </a:lnTo>
                  <a:lnTo>
                    <a:pt x="270" y="416"/>
                  </a:lnTo>
                  <a:lnTo>
                    <a:pt x="277" y="485"/>
                  </a:lnTo>
                  <a:lnTo>
                    <a:pt x="280" y="554"/>
                  </a:lnTo>
                  <a:lnTo>
                    <a:pt x="277" y="572"/>
                  </a:lnTo>
                  <a:lnTo>
                    <a:pt x="271" y="588"/>
                  </a:lnTo>
                  <a:lnTo>
                    <a:pt x="260" y="602"/>
                  </a:lnTo>
                  <a:lnTo>
                    <a:pt x="246" y="612"/>
                  </a:lnTo>
                  <a:lnTo>
                    <a:pt x="231" y="618"/>
                  </a:lnTo>
                  <a:lnTo>
                    <a:pt x="213" y="621"/>
                  </a:lnTo>
                  <a:lnTo>
                    <a:pt x="195" y="618"/>
                  </a:lnTo>
                  <a:lnTo>
                    <a:pt x="179" y="612"/>
                  </a:lnTo>
                  <a:lnTo>
                    <a:pt x="166" y="602"/>
                  </a:lnTo>
                  <a:lnTo>
                    <a:pt x="155" y="588"/>
                  </a:lnTo>
                  <a:lnTo>
                    <a:pt x="149" y="572"/>
                  </a:lnTo>
                  <a:lnTo>
                    <a:pt x="146" y="554"/>
                  </a:lnTo>
                  <a:lnTo>
                    <a:pt x="144" y="486"/>
                  </a:lnTo>
                  <a:lnTo>
                    <a:pt x="134" y="418"/>
                  </a:lnTo>
                  <a:lnTo>
                    <a:pt x="121" y="351"/>
                  </a:lnTo>
                  <a:lnTo>
                    <a:pt x="101" y="286"/>
                  </a:lnTo>
                  <a:lnTo>
                    <a:pt x="76" y="223"/>
                  </a:lnTo>
                  <a:lnTo>
                    <a:pt x="46" y="162"/>
                  </a:lnTo>
                  <a:lnTo>
                    <a:pt x="11" y="103"/>
                  </a:lnTo>
                  <a:lnTo>
                    <a:pt x="3" y="88"/>
                  </a:lnTo>
                  <a:lnTo>
                    <a:pt x="0" y="70"/>
                  </a:lnTo>
                  <a:lnTo>
                    <a:pt x="1" y="53"/>
                  </a:lnTo>
                  <a:lnTo>
                    <a:pt x="7" y="37"/>
                  </a:lnTo>
                  <a:lnTo>
                    <a:pt x="16" y="23"/>
                  </a:lnTo>
                  <a:lnTo>
                    <a:pt x="29" y="11"/>
                  </a:lnTo>
                  <a:lnTo>
                    <a:pt x="46" y="3"/>
                  </a:lnTo>
                  <a:lnTo>
                    <a:pt x="6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7" name="Google Shape;967;p65"/>
            <p:cNvSpPr/>
            <p:nvPr/>
          </p:nvSpPr>
          <p:spPr>
            <a:xfrm>
              <a:off x="7523163" y="2324101"/>
              <a:ext cx="36513" cy="34925"/>
            </a:xfrm>
            <a:custGeom>
              <a:rect b="b" l="l" r="r" t="t"/>
              <a:pathLst>
                <a:path extrusionOk="0" h="160" w="164">
                  <a:moveTo>
                    <a:pt x="61" y="0"/>
                  </a:moveTo>
                  <a:lnTo>
                    <a:pt x="78" y="1"/>
                  </a:lnTo>
                  <a:lnTo>
                    <a:pt x="95" y="6"/>
                  </a:lnTo>
                  <a:lnTo>
                    <a:pt x="110" y="16"/>
                  </a:lnTo>
                  <a:lnTo>
                    <a:pt x="143" y="45"/>
                  </a:lnTo>
                  <a:lnTo>
                    <a:pt x="154" y="58"/>
                  </a:lnTo>
                  <a:lnTo>
                    <a:pt x="161" y="74"/>
                  </a:lnTo>
                  <a:lnTo>
                    <a:pt x="164" y="90"/>
                  </a:lnTo>
                  <a:lnTo>
                    <a:pt x="162" y="108"/>
                  </a:lnTo>
                  <a:lnTo>
                    <a:pt x="156" y="124"/>
                  </a:lnTo>
                  <a:lnTo>
                    <a:pt x="146" y="139"/>
                  </a:lnTo>
                  <a:lnTo>
                    <a:pt x="131" y="151"/>
                  </a:lnTo>
                  <a:lnTo>
                    <a:pt x="114" y="158"/>
                  </a:lnTo>
                  <a:lnTo>
                    <a:pt x="97" y="160"/>
                  </a:lnTo>
                  <a:lnTo>
                    <a:pt x="80" y="158"/>
                  </a:lnTo>
                  <a:lnTo>
                    <a:pt x="65" y="153"/>
                  </a:lnTo>
                  <a:lnTo>
                    <a:pt x="51" y="142"/>
                  </a:lnTo>
                  <a:lnTo>
                    <a:pt x="23" y="118"/>
                  </a:lnTo>
                  <a:lnTo>
                    <a:pt x="11" y="104"/>
                  </a:lnTo>
                  <a:lnTo>
                    <a:pt x="4" y="88"/>
                  </a:lnTo>
                  <a:lnTo>
                    <a:pt x="0" y="72"/>
                  </a:lnTo>
                  <a:lnTo>
                    <a:pt x="1" y="55"/>
                  </a:lnTo>
                  <a:lnTo>
                    <a:pt x="6" y="39"/>
                  </a:lnTo>
                  <a:lnTo>
                    <a:pt x="16" y="23"/>
                  </a:lnTo>
                  <a:lnTo>
                    <a:pt x="30" y="11"/>
                  </a:lnTo>
                  <a:lnTo>
                    <a:pt x="45" y="4"/>
                  </a:lnTo>
                  <a:lnTo>
                    <a:pt x="61"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sp>
          <p:nvSpPr>
            <p:cNvPr id="968" name="Google Shape;968;p65"/>
            <p:cNvSpPr/>
            <p:nvPr/>
          </p:nvSpPr>
          <p:spPr>
            <a:xfrm>
              <a:off x="7321551" y="2344738"/>
              <a:ext cx="161924" cy="306387"/>
            </a:xfrm>
            <a:custGeom>
              <a:rect b="b" l="l" r="r" t="t"/>
              <a:pathLst>
                <a:path extrusionOk="0" h="1351" w="710">
                  <a:moveTo>
                    <a:pt x="414" y="725"/>
                  </a:moveTo>
                  <a:lnTo>
                    <a:pt x="414" y="1129"/>
                  </a:lnTo>
                  <a:lnTo>
                    <a:pt x="447" y="1121"/>
                  </a:lnTo>
                  <a:lnTo>
                    <a:pt x="477" y="1110"/>
                  </a:lnTo>
                  <a:lnTo>
                    <a:pt x="502" y="1096"/>
                  </a:lnTo>
                  <a:lnTo>
                    <a:pt x="526" y="1079"/>
                  </a:lnTo>
                  <a:lnTo>
                    <a:pt x="544" y="1057"/>
                  </a:lnTo>
                  <a:lnTo>
                    <a:pt x="559" y="1033"/>
                  </a:lnTo>
                  <a:lnTo>
                    <a:pt x="569" y="1004"/>
                  </a:lnTo>
                  <a:lnTo>
                    <a:pt x="576" y="974"/>
                  </a:lnTo>
                  <a:lnTo>
                    <a:pt x="578" y="939"/>
                  </a:lnTo>
                  <a:lnTo>
                    <a:pt x="576" y="907"/>
                  </a:lnTo>
                  <a:lnTo>
                    <a:pt x="571" y="878"/>
                  </a:lnTo>
                  <a:lnTo>
                    <a:pt x="563" y="852"/>
                  </a:lnTo>
                  <a:lnTo>
                    <a:pt x="552" y="829"/>
                  </a:lnTo>
                  <a:lnTo>
                    <a:pt x="538" y="809"/>
                  </a:lnTo>
                  <a:lnTo>
                    <a:pt x="521" y="791"/>
                  </a:lnTo>
                  <a:lnTo>
                    <a:pt x="503" y="774"/>
                  </a:lnTo>
                  <a:lnTo>
                    <a:pt x="483" y="760"/>
                  </a:lnTo>
                  <a:lnTo>
                    <a:pt x="461" y="747"/>
                  </a:lnTo>
                  <a:lnTo>
                    <a:pt x="438" y="736"/>
                  </a:lnTo>
                  <a:lnTo>
                    <a:pt x="414" y="725"/>
                  </a:lnTo>
                  <a:close/>
                  <a:moveTo>
                    <a:pt x="341" y="206"/>
                  </a:moveTo>
                  <a:lnTo>
                    <a:pt x="315" y="209"/>
                  </a:lnTo>
                  <a:lnTo>
                    <a:pt x="289" y="215"/>
                  </a:lnTo>
                  <a:lnTo>
                    <a:pt x="266" y="222"/>
                  </a:lnTo>
                  <a:lnTo>
                    <a:pt x="243" y="232"/>
                  </a:lnTo>
                  <a:lnTo>
                    <a:pt x="223" y="243"/>
                  </a:lnTo>
                  <a:lnTo>
                    <a:pt x="206" y="256"/>
                  </a:lnTo>
                  <a:lnTo>
                    <a:pt x="191" y="272"/>
                  </a:lnTo>
                  <a:lnTo>
                    <a:pt x="178" y="292"/>
                  </a:lnTo>
                  <a:lnTo>
                    <a:pt x="169" y="313"/>
                  </a:lnTo>
                  <a:lnTo>
                    <a:pt x="164" y="337"/>
                  </a:lnTo>
                  <a:lnTo>
                    <a:pt x="162" y="364"/>
                  </a:lnTo>
                  <a:lnTo>
                    <a:pt x="164" y="393"/>
                  </a:lnTo>
                  <a:lnTo>
                    <a:pt x="169" y="419"/>
                  </a:lnTo>
                  <a:lnTo>
                    <a:pt x="178" y="441"/>
                  </a:lnTo>
                  <a:lnTo>
                    <a:pt x="192" y="462"/>
                  </a:lnTo>
                  <a:lnTo>
                    <a:pt x="207" y="479"/>
                  </a:lnTo>
                  <a:lnTo>
                    <a:pt x="224" y="494"/>
                  </a:lnTo>
                  <a:lnTo>
                    <a:pt x="245" y="509"/>
                  </a:lnTo>
                  <a:lnTo>
                    <a:pt x="266" y="521"/>
                  </a:lnTo>
                  <a:lnTo>
                    <a:pt x="290" y="532"/>
                  </a:lnTo>
                  <a:lnTo>
                    <a:pt x="315" y="542"/>
                  </a:lnTo>
                  <a:lnTo>
                    <a:pt x="341" y="552"/>
                  </a:lnTo>
                  <a:lnTo>
                    <a:pt x="341" y="206"/>
                  </a:lnTo>
                  <a:close/>
                  <a:moveTo>
                    <a:pt x="378" y="0"/>
                  </a:moveTo>
                  <a:lnTo>
                    <a:pt x="390" y="2"/>
                  </a:lnTo>
                  <a:lnTo>
                    <a:pt x="401" y="8"/>
                  </a:lnTo>
                  <a:lnTo>
                    <a:pt x="411" y="15"/>
                  </a:lnTo>
                  <a:lnTo>
                    <a:pt x="418" y="24"/>
                  </a:lnTo>
                  <a:lnTo>
                    <a:pt x="421" y="35"/>
                  </a:lnTo>
                  <a:lnTo>
                    <a:pt x="421" y="81"/>
                  </a:lnTo>
                  <a:lnTo>
                    <a:pt x="450" y="83"/>
                  </a:lnTo>
                  <a:lnTo>
                    <a:pt x="480" y="86"/>
                  </a:lnTo>
                  <a:lnTo>
                    <a:pt x="510" y="91"/>
                  </a:lnTo>
                  <a:lnTo>
                    <a:pt x="540" y="96"/>
                  </a:lnTo>
                  <a:lnTo>
                    <a:pt x="568" y="104"/>
                  </a:lnTo>
                  <a:lnTo>
                    <a:pt x="594" y="112"/>
                  </a:lnTo>
                  <a:lnTo>
                    <a:pt x="618" y="123"/>
                  </a:lnTo>
                  <a:lnTo>
                    <a:pt x="639" y="133"/>
                  </a:lnTo>
                  <a:lnTo>
                    <a:pt x="656" y="145"/>
                  </a:lnTo>
                  <a:lnTo>
                    <a:pt x="669" y="159"/>
                  </a:lnTo>
                  <a:lnTo>
                    <a:pt x="677" y="174"/>
                  </a:lnTo>
                  <a:lnTo>
                    <a:pt x="680" y="190"/>
                  </a:lnTo>
                  <a:lnTo>
                    <a:pt x="679" y="202"/>
                  </a:lnTo>
                  <a:lnTo>
                    <a:pt x="675" y="216"/>
                  </a:lnTo>
                  <a:lnTo>
                    <a:pt x="669" y="231"/>
                  </a:lnTo>
                  <a:lnTo>
                    <a:pt x="661" y="244"/>
                  </a:lnTo>
                  <a:lnTo>
                    <a:pt x="650" y="255"/>
                  </a:lnTo>
                  <a:lnTo>
                    <a:pt x="637" y="262"/>
                  </a:lnTo>
                  <a:lnTo>
                    <a:pt x="621" y="265"/>
                  </a:lnTo>
                  <a:lnTo>
                    <a:pt x="610" y="264"/>
                  </a:lnTo>
                  <a:lnTo>
                    <a:pt x="599" y="260"/>
                  </a:lnTo>
                  <a:lnTo>
                    <a:pt x="586" y="253"/>
                  </a:lnTo>
                  <a:lnTo>
                    <a:pt x="570" y="246"/>
                  </a:lnTo>
                  <a:lnTo>
                    <a:pt x="553" y="238"/>
                  </a:lnTo>
                  <a:lnTo>
                    <a:pt x="533" y="229"/>
                  </a:lnTo>
                  <a:lnTo>
                    <a:pt x="510" y="220"/>
                  </a:lnTo>
                  <a:lnTo>
                    <a:pt x="484" y="213"/>
                  </a:lnTo>
                  <a:lnTo>
                    <a:pt x="454" y="208"/>
                  </a:lnTo>
                  <a:lnTo>
                    <a:pt x="421" y="204"/>
                  </a:lnTo>
                  <a:lnTo>
                    <a:pt x="421" y="580"/>
                  </a:lnTo>
                  <a:lnTo>
                    <a:pt x="446" y="590"/>
                  </a:lnTo>
                  <a:lnTo>
                    <a:pt x="473" y="600"/>
                  </a:lnTo>
                  <a:lnTo>
                    <a:pt x="499" y="611"/>
                  </a:lnTo>
                  <a:lnTo>
                    <a:pt x="525" y="624"/>
                  </a:lnTo>
                  <a:lnTo>
                    <a:pt x="550" y="638"/>
                  </a:lnTo>
                  <a:lnTo>
                    <a:pt x="573" y="652"/>
                  </a:lnTo>
                  <a:lnTo>
                    <a:pt x="597" y="669"/>
                  </a:lnTo>
                  <a:lnTo>
                    <a:pt x="618" y="688"/>
                  </a:lnTo>
                  <a:lnTo>
                    <a:pt x="638" y="708"/>
                  </a:lnTo>
                  <a:lnTo>
                    <a:pt x="656" y="730"/>
                  </a:lnTo>
                  <a:lnTo>
                    <a:pt x="671" y="756"/>
                  </a:lnTo>
                  <a:lnTo>
                    <a:pt x="684" y="783"/>
                  </a:lnTo>
                  <a:lnTo>
                    <a:pt x="696" y="815"/>
                  </a:lnTo>
                  <a:lnTo>
                    <a:pt x="704" y="849"/>
                  </a:lnTo>
                  <a:lnTo>
                    <a:pt x="709" y="885"/>
                  </a:lnTo>
                  <a:lnTo>
                    <a:pt x="710" y="926"/>
                  </a:lnTo>
                  <a:lnTo>
                    <a:pt x="708" y="971"/>
                  </a:lnTo>
                  <a:lnTo>
                    <a:pt x="702" y="1012"/>
                  </a:lnTo>
                  <a:lnTo>
                    <a:pt x="693" y="1050"/>
                  </a:lnTo>
                  <a:lnTo>
                    <a:pt x="678" y="1085"/>
                  </a:lnTo>
                  <a:lnTo>
                    <a:pt x="661" y="1116"/>
                  </a:lnTo>
                  <a:lnTo>
                    <a:pt x="641" y="1145"/>
                  </a:lnTo>
                  <a:lnTo>
                    <a:pt x="617" y="1170"/>
                  </a:lnTo>
                  <a:lnTo>
                    <a:pt x="591" y="1193"/>
                  </a:lnTo>
                  <a:lnTo>
                    <a:pt x="561" y="1211"/>
                  </a:lnTo>
                  <a:lnTo>
                    <a:pt x="530" y="1227"/>
                  </a:lnTo>
                  <a:lnTo>
                    <a:pt x="495" y="1241"/>
                  </a:lnTo>
                  <a:lnTo>
                    <a:pt x="459" y="1250"/>
                  </a:lnTo>
                  <a:lnTo>
                    <a:pt x="421" y="1257"/>
                  </a:lnTo>
                  <a:lnTo>
                    <a:pt x="421" y="1316"/>
                  </a:lnTo>
                  <a:lnTo>
                    <a:pt x="418" y="1327"/>
                  </a:lnTo>
                  <a:lnTo>
                    <a:pt x="411" y="1336"/>
                  </a:lnTo>
                  <a:lnTo>
                    <a:pt x="401" y="1343"/>
                  </a:lnTo>
                  <a:lnTo>
                    <a:pt x="390" y="1349"/>
                  </a:lnTo>
                  <a:lnTo>
                    <a:pt x="378" y="1351"/>
                  </a:lnTo>
                  <a:lnTo>
                    <a:pt x="364" y="1349"/>
                  </a:lnTo>
                  <a:lnTo>
                    <a:pt x="351" y="1343"/>
                  </a:lnTo>
                  <a:lnTo>
                    <a:pt x="342" y="1336"/>
                  </a:lnTo>
                  <a:lnTo>
                    <a:pt x="337" y="1327"/>
                  </a:lnTo>
                  <a:lnTo>
                    <a:pt x="335" y="1316"/>
                  </a:lnTo>
                  <a:lnTo>
                    <a:pt x="335" y="1262"/>
                  </a:lnTo>
                  <a:lnTo>
                    <a:pt x="335" y="1262"/>
                  </a:lnTo>
                  <a:lnTo>
                    <a:pt x="285" y="1259"/>
                  </a:lnTo>
                  <a:lnTo>
                    <a:pt x="238" y="1252"/>
                  </a:lnTo>
                  <a:lnTo>
                    <a:pt x="196" y="1242"/>
                  </a:lnTo>
                  <a:lnTo>
                    <a:pt x="156" y="1227"/>
                  </a:lnTo>
                  <a:lnTo>
                    <a:pt x="121" y="1211"/>
                  </a:lnTo>
                  <a:lnTo>
                    <a:pt x="90" y="1194"/>
                  </a:lnTo>
                  <a:lnTo>
                    <a:pt x="63" y="1174"/>
                  </a:lnTo>
                  <a:lnTo>
                    <a:pt x="41" y="1154"/>
                  </a:lnTo>
                  <a:lnTo>
                    <a:pt x="24" y="1134"/>
                  </a:lnTo>
                  <a:lnTo>
                    <a:pt x="10" y="1113"/>
                  </a:lnTo>
                  <a:lnTo>
                    <a:pt x="3" y="1094"/>
                  </a:lnTo>
                  <a:lnTo>
                    <a:pt x="0" y="1076"/>
                  </a:lnTo>
                  <a:lnTo>
                    <a:pt x="2" y="1058"/>
                  </a:lnTo>
                  <a:lnTo>
                    <a:pt x="9" y="1041"/>
                  </a:lnTo>
                  <a:lnTo>
                    <a:pt x="19" y="1026"/>
                  </a:lnTo>
                  <a:lnTo>
                    <a:pt x="32" y="1013"/>
                  </a:lnTo>
                  <a:lnTo>
                    <a:pt x="46" y="1003"/>
                  </a:lnTo>
                  <a:lnTo>
                    <a:pt x="61" y="1000"/>
                  </a:lnTo>
                  <a:lnTo>
                    <a:pt x="71" y="1001"/>
                  </a:lnTo>
                  <a:lnTo>
                    <a:pt x="81" y="1006"/>
                  </a:lnTo>
                  <a:lnTo>
                    <a:pt x="92" y="1015"/>
                  </a:lnTo>
                  <a:lnTo>
                    <a:pt x="103" y="1025"/>
                  </a:lnTo>
                  <a:lnTo>
                    <a:pt x="115" y="1036"/>
                  </a:lnTo>
                  <a:lnTo>
                    <a:pt x="129" y="1049"/>
                  </a:lnTo>
                  <a:lnTo>
                    <a:pt x="145" y="1062"/>
                  </a:lnTo>
                  <a:lnTo>
                    <a:pt x="163" y="1077"/>
                  </a:lnTo>
                  <a:lnTo>
                    <a:pt x="183" y="1090"/>
                  </a:lnTo>
                  <a:lnTo>
                    <a:pt x="207" y="1102"/>
                  </a:lnTo>
                  <a:lnTo>
                    <a:pt x="233" y="1113"/>
                  </a:lnTo>
                  <a:lnTo>
                    <a:pt x="263" y="1121"/>
                  </a:lnTo>
                  <a:lnTo>
                    <a:pt x="296" y="1129"/>
                  </a:lnTo>
                  <a:lnTo>
                    <a:pt x="335" y="1132"/>
                  </a:lnTo>
                  <a:lnTo>
                    <a:pt x="335" y="694"/>
                  </a:lnTo>
                  <a:lnTo>
                    <a:pt x="307" y="684"/>
                  </a:lnTo>
                  <a:lnTo>
                    <a:pt x="279" y="674"/>
                  </a:lnTo>
                  <a:lnTo>
                    <a:pt x="252" y="663"/>
                  </a:lnTo>
                  <a:lnTo>
                    <a:pt x="225" y="652"/>
                  </a:lnTo>
                  <a:lnTo>
                    <a:pt x="199" y="640"/>
                  </a:lnTo>
                  <a:lnTo>
                    <a:pt x="174" y="627"/>
                  </a:lnTo>
                  <a:lnTo>
                    <a:pt x="150" y="612"/>
                  </a:lnTo>
                  <a:lnTo>
                    <a:pt x="127" y="595"/>
                  </a:lnTo>
                  <a:lnTo>
                    <a:pt x="106" y="577"/>
                  </a:lnTo>
                  <a:lnTo>
                    <a:pt x="88" y="556"/>
                  </a:lnTo>
                  <a:lnTo>
                    <a:pt x="71" y="534"/>
                  </a:lnTo>
                  <a:lnTo>
                    <a:pt x="57" y="509"/>
                  </a:lnTo>
                  <a:lnTo>
                    <a:pt x="46" y="480"/>
                  </a:lnTo>
                  <a:lnTo>
                    <a:pt x="37" y="449"/>
                  </a:lnTo>
                  <a:lnTo>
                    <a:pt x="32" y="415"/>
                  </a:lnTo>
                  <a:lnTo>
                    <a:pt x="30" y="377"/>
                  </a:lnTo>
                  <a:lnTo>
                    <a:pt x="32" y="337"/>
                  </a:lnTo>
                  <a:lnTo>
                    <a:pt x="38" y="302"/>
                  </a:lnTo>
                  <a:lnTo>
                    <a:pt x="47" y="268"/>
                  </a:lnTo>
                  <a:lnTo>
                    <a:pt x="60" y="239"/>
                  </a:lnTo>
                  <a:lnTo>
                    <a:pt x="75" y="212"/>
                  </a:lnTo>
                  <a:lnTo>
                    <a:pt x="95" y="188"/>
                  </a:lnTo>
                  <a:lnTo>
                    <a:pt x="115" y="167"/>
                  </a:lnTo>
                  <a:lnTo>
                    <a:pt x="139" y="149"/>
                  </a:lnTo>
                  <a:lnTo>
                    <a:pt x="163" y="133"/>
                  </a:lnTo>
                  <a:lnTo>
                    <a:pt x="190" y="120"/>
                  </a:lnTo>
                  <a:lnTo>
                    <a:pt x="217" y="108"/>
                  </a:lnTo>
                  <a:lnTo>
                    <a:pt x="246" y="100"/>
                  </a:lnTo>
                  <a:lnTo>
                    <a:pt x="275" y="93"/>
                  </a:lnTo>
                  <a:lnTo>
                    <a:pt x="305" y="88"/>
                  </a:lnTo>
                  <a:lnTo>
                    <a:pt x="335" y="84"/>
                  </a:lnTo>
                  <a:lnTo>
                    <a:pt x="335" y="35"/>
                  </a:lnTo>
                  <a:lnTo>
                    <a:pt x="337" y="24"/>
                  </a:lnTo>
                  <a:lnTo>
                    <a:pt x="342" y="15"/>
                  </a:lnTo>
                  <a:lnTo>
                    <a:pt x="351" y="8"/>
                  </a:lnTo>
                  <a:lnTo>
                    <a:pt x="364" y="2"/>
                  </a:lnTo>
                  <a:lnTo>
                    <a:pt x="37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1"/>
                <a:buFont typeface="Arial"/>
                <a:buNone/>
              </a:pPr>
              <a:r>
                <a:t/>
              </a:r>
              <a:endParaRPr b="0" i="0" sz="1351" u="none" cap="none" strike="noStrike">
                <a:solidFill>
                  <a:schemeClr val="dk1"/>
                </a:solidFill>
                <a:latin typeface="Roboto"/>
                <a:ea typeface="Roboto"/>
                <a:cs typeface="Roboto"/>
                <a:sym typeface="Roboto"/>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66"/>
          <p:cNvSpPr/>
          <p:nvPr/>
        </p:nvSpPr>
        <p:spPr>
          <a:xfrm flipH="1">
            <a:off x="317680" y="1318673"/>
            <a:ext cx="8678700" cy="3669900"/>
          </a:xfrm>
          <a:prstGeom prst="roundRect">
            <a:avLst>
              <a:gd fmla="val 4422" name="adj"/>
            </a:avLst>
          </a:prstGeom>
          <a:solidFill>
            <a:srgbClr val="DBDDE2">
              <a:alpha val="20000"/>
            </a:srgbClr>
          </a:solidFill>
          <a:ln cap="flat" cmpd="sng" w="12700">
            <a:solidFill>
              <a:srgbClr val="DBDD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100">
              <a:solidFill>
                <a:srgbClr val="636A7B"/>
              </a:solidFill>
              <a:latin typeface="Century Gothic"/>
              <a:ea typeface="Century Gothic"/>
              <a:cs typeface="Century Gothic"/>
              <a:sym typeface="Century Gothic"/>
            </a:endParaRPr>
          </a:p>
        </p:txBody>
      </p:sp>
      <p:sp>
        <p:nvSpPr>
          <p:cNvPr id="974" name="Google Shape;974;p66"/>
          <p:cNvSpPr txBox="1"/>
          <p:nvPr/>
        </p:nvSpPr>
        <p:spPr>
          <a:xfrm>
            <a:off x="317850" y="180450"/>
            <a:ext cx="1805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accent5"/>
                </a:solidFill>
                <a:latin typeface="Lexend Medium"/>
                <a:ea typeface="Lexend Medium"/>
                <a:cs typeface="Lexend Medium"/>
                <a:sym typeface="Lexend Medium"/>
              </a:rPr>
              <a:t>Brainwriting</a:t>
            </a:r>
            <a:endParaRPr sz="1800">
              <a:solidFill>
                <a:schemeClr val="accent5"/>
              </a:solidFill>
              <a:latin typeface="Lexend Medium"/>
              <a:ea typeface="Lexend Medium"/>
              <a:cs typeface="Lexend Medium"/>
              <a:sym typeface="Lexend Medium"/>
            </a:endParaRPr>
          </a:p>
          <a:p>
            <a:pPr indent="0" lvl="0" marL="0" marR="0" rtl="0" algn="l">
              <a:spcBef>
                <a:spcPts val="0"/>
              </a:spcBef>
              <a:spcAft>
                <a:spcPts val="0"/>
              </a:spcAft>
              <a:buNone/>
            </a:pPr>
            <a:r>
              <a:rPr lang="en" sz="1800">
                <a:solidFill>
                  <a:schemeClr val="accent5"/>
                </a:solidFill>
                <a:latin typeface="Lexend Medium"/>
                <a:ea typeface="Lexend Medium"/>
                <a:cs typeface="Lexend Medium"/>
                <a:sym typeface="Lexend Medium"/>
              </a:rPr>
              <a:t>Mind Map</a:t>
            </a:r>
            <a:endParaRPr sz="1800">
              <a:solidFill>
                <a:schemeClr val="accent5"/>
              </a:solidFill>
              <a:latin typeface="Lexend Medium"/>
              <a:ea typeface="Lexend Medium"/>
              <a:cs typeface="Lexend Medium"/>
              <a:sym typeface="Lexend Medium"/>
            </a:endParaRPr>
          </a:p>
        </p:txBody>
      </p:sp>
      <p:cxnSp>
        <p:nvCxnSpPr>
          <p:cNvPr id="975" name="Google Shape;975;p66"/>
          <p:cNvCxnSpPr/>
          <p:nvPr/>
        </p:nvCxnSpPr>
        <p:spPr>
          <a:xfrm>
            <a:off x="1764272" y="1764923"/>
            <a:ext cx="0" cy="3105900"/>
          </a:xfrm>
          <a:prstGeom prst="straightConnector1">
            <a:avLst/>
          </a:prstGeom>
          <a:solidFill>
            <a:srgbClr val="FFFFFF"/>
          </a:solidFill>
          <a:ln cap="flat" cmpd="sng" w="9525">
            <a:solidFill>
              <a:srgbClr val="DBDDE2"/>
            </a:solidFill>
            <a:prstDash val="solid"/>
            <a:miter lim="800000"/>
            <a:headEnd len="sm" w="sm" type="none"/>
            <a:tailEnd len="sm" w="sm" type="none"/>
          </a:ln>
        </p:spPr>
      </p:cxnSp>
      <p:cxnSp>
        <p:nvCxnSpPr>
          <p:cNvPr id="976" name="Google Shape;976;p66"/>
          <p:cNvCxnSpPr/>
          <p:nvPr/>
        </p:nvCxnSpPr>
        <p:spPr>
          <a:xfrm>
            <a:off x="4657115" y="1764923"/>
            <a:ext cx="0" cy="3105900"/>
          </a:xfrm>
          <a:prstGeom prst="straightConnector1">
            <a:avLst/>
          </a:prstGeom>
          <a:solidFill>
            <a:srgbClr val="FFFFFF"/>
          </a:solidFill>
          <a:ln cap="flat" cmpd="sng" w="9525">
            <a:solidFill>
              <a:srgbClr val="DBDDE2"/>
            </a:solidFill>
            <a:prstDash val="solid"/>
            <a:miter lim="800000"/>
            <a:headEnd len="sm" w="sm" type="none"/>
            <a:tailEnd len="sm" w="sm" type="none"/>
          </a:ln>
        </p:spPr>
      </p:cxnSp>
      <p:cxnSp>
        <p:nvCxnSpPr>
          <p:cNvPr id="977" name="Google Shape;977;p66"/>
          <p:cNvCxnSpPr/>
          <p:nvPr/>
        </p:nvCxnSpPr>
        <p:spPr>
          <a:xfrm>
            <a:off x="3210693" y="1764923"/>
            <a:ext cx="0" cy="3105900"/>
          </a:xfrm>
          <a:prstGeom prst="straightConnector1">
            <a:avLst/>
          </a:prstGeom>
          <a:solidFill>
            <a:srgbClr val="FFFFFF"/>
          </a:solidFill>
          <a:ln cap="flat" cmpd="sng" w="9525">
            <a:solidFill>
              <a:srgbClr val="DBDDE2"/>
            </a:solidFill>
            <a:prstDash val="solid"/>
            <a:miter lim="800000"/>
            <a:headEnd len="sm" w="sm" type="none"/>
            <a:tailEnd len="sm" w="sm" type="none"/>
          </a:ln>
        </p:spPr>
      </p:cxnSp>
      <p:cxnSp>
        <p:nvCxnSpPr>
          <p:cNvPr id="978" name="Google Shape;978;p66"/>
          <p:cNvCxnSpPr/>
          <p:nvPr/>
        </p:nvCxnSpPr>
        <p:spPr>
          <a:xfrm>
            <a:off x="7549957" y="1764923"/>
            <a:ext cx="0" cy="3105900"/>
          </a:xfrm>
          <a:prstGeom prst="straightConnector1">
            <a:avLst/>
          </a:prstGeom>
          <a:solidFill>
            <a:srgbClr val="FFFFFF"/>
          </a:solidFill>
          <a:ln cap="flat" cmpd="sng" w="9525">
            <a:solidFill>
              <a:srgbClr val="DBDDE2"/>
            </a:solidFill>
            <a:prstDash val="solid"/>
            <a:miter lim="800000"/>
            <a:headEnd len="sm" w="sm" type="none"/>
            <a:tailEnd len="sm" w="sm" type="none"/>
          </a:ln>
        </p:spPr>
      </p:cxnSp>
      <p:cxnSp>
        <p:nvCxnSpPr>
          <p:cNvPr id="979" name="Google Shape;979;p66"/>
          <p:cNvCxnSpPr/>
          <p:nvPr/>
        </p:nvCxnSpPr>
        <p:spPr>
          <a:xfrm>
            <a:off x="6103536" y="1764923"/>
            <a:ext cx="0" cy="3105900"/>
          </a:xfrm>
          <a:prstGeom prst="straightConnector1">
            <a:avLst/>
          </a:prstGeom>
          <a:solidFill>
            <a:srgbClr val="FFFFFF"/>
          </a:solidFill>
          <a:ln cap="flat" cmpd="sng" w="9525">
            <a:solidFill>
              <a:srgbClr val="DBDDE2"/>
            </a:solidFill>
            <a:prstDash val="solid"/>
            <a:miter lim="800000"/>
            <a:headEnd len="sm" w="sm" type="none"/>
            <a:tailEnd len="sm" w="sm" type="none"/>
          </a:ln>
        </p:spPr>
      </p:cxnSp>
      <p:sp>
        <p:nvSpPr>
          <p:cNvPr id="980" name="Google Shape;980;p66"/>
          <p:cNvSpPr/>
          <p:nvPr/>
        </p:nvSpPr>
        <p:spPr>
          <a:xfrm flipH="1">
            <a:off x="317680" y="1318674"/>
            <a:ext cx="8678700" cy="328800"/>
          </a:xfrm>
          <a:prstGeom prst="roundRect">
            <a:avLst>
              <a:gd fmla="val 50000" name="adj"/>
            </a:avLst>
          </a:prstGeom>
          <a:solidFill>
            <a:srgbClr val="FFFFFF"/>
          </a:solidFill>
          <a:ln cap="flat" cmpd="sng" w="12700">
            <a:solidFill>
              <a:srgbClr val="DBDDE2"/>
            </a:solidFill>
            <a:prstDash val="solid"/>
            <a:miter lim="800000"/>
            <a:headEnd len="sm" w="sm" type="none"/>
            <a:tailEnd len="sm" w="sm" type="none"/>
          </a:ln>
          <a:effectLst>
            <a:outerShdw blurRad="76200" rotWithShape="0" algn="tl" dir="2700000" dist="76200">
              <a:srgbClr val="C2C5CE">
                <a:alpha val="298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1" sz="1100">
              <a:solidFill>
                <a:srgbClr val="636A7B"/>
              </a:solidFill>
              <a:latin typeface="Century Gothic"/>
              <a:ea typeface="Century Gothic"/>
              <a:cs typeface="Century Gothic"/>
              <a:sym typeface="Century Gothic"/>
            </a:endParaRPr>
          </a:p>
        </p:txBody>
      </p:sp>
      <p:sp>
        <p:nvSpPr>
          <p:cNvPr id="981" name="Google Shape;981;p66"/>
          <p:cNvSpPr/>
          <p:nvPr/>
        </p:nvSpPr>
        <p:spPr>
          <a:xfrm>
            <a:off x="533639" y="4043369"/>
            <a:ext cx="1014900" cy="776400"/>
          </a:xfrm>
          <a:prstGeom prst="roundRect">
            <a:avLst>
              <a:gd fmla="val 65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Rewards program</a:t>
            </a:r>
            <a:endParaRPr sz="1200">
              <a:solidFill>
                <a:schemeClr val="lt1"/>
              </a:solidFill>
              <a:latin typeface="Open Sans"/>
              <a:ea typeface="Open Sans"/>
              <a:cs typeface="Open Sans"/>
              <a:sym typeface="Open Sans"/>
            </a:endParaRPr>
          </a:p>
        </p:txBody>
      </p:sp>
      <p:sp>
        <p:nvSpPr>
          <p:cNvPr id="982" name="Google Shape;982;p66"/>
          <p:cNvSpPr/>
          <p:nvPr/>
        </p:nvSpPr>
        <p:spPr>
          <a:xfrm>
            <a:off x="1980105" y="4043369"/>
            <a:ext cx="1014900" cy="776400"/>
          </a:xfrm>
          <a:prstGeom prst="roundRect">
            <a:avLst>
              <a:gd fmla="val 65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Users can post comments on Instagram</a:t>
            </a:r>
            <a:endParaRPr sz="1200">
              <a:solidFill>
                <a:schemeClr val="lt1"/>
              </a:solidFill>
              <a:latin typeface="Open Sans"/>
              <a:ea typeface="Open Sans"/>
              <a:cs typeface="Open Sans"/>
              <a:sym typeface="Open Sans"/>
            </a:endParaRPr>
          </a:p>
        </p:txBody>
      </p:sp>
      <p:sp>
        <p:nvSpPr>
          <p:cNvPr id="983" name="Google Shape;983;p66"/>
          <p:cNvSpPr/>
          <p:nvPr/>
        </p:nvSpPr>
        <p:spPr>
          <a:xfrm>
            <a:off x="3426571" y="4043369"/>
            <a:ext cx="1014900" cy="776400"/>
          </a:xfrm>
          <a:prstGeom prst="roundRect">
            <a:avLst>
              <a:gd fmla="val 6567" name="adj"/>
            </a:avLst>
          </a:prstGeom>
          <a:gradFill>
            <a:gsLst>
              <a:gs pos="0">
                <a:srgbClr val="D6DEE6"/>
              </a:gs>
              <a:gs pos="100000">
                <a:srgbClr val="E5EAE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Have a QR code scanner feature for people to add friends</a:t>
            </a:r>
            <a:endParaRPr sz="1200">
              <a:solidFill>
                <a:schemeClr val="dk1"/>
              </a:solidFill>
              <a:latin typeface="Open Sans"/>
              <a:ea typeface="Open Sans"/>
              <a:cs typeface="Open Sans"/>
              <a:sym typeface="Open Sans"/>
            </a:endParaRPr>
          </a:p>
        </p:txBody>
      </p:sp>
      <p:sp>
        <p:nvSpPr>
          <p:cNvPr id="984" name="Google Shape;984;p66"/>
          <p:cNvSpPr/>
          <p:nvPr/>
        </p:nvSpPr>
        <p:spPr>
          <a:xfrm>
            <a:off x="4873037" y="4043369"/>
            <a:ext cx="1014900" cy="776400"/>
          </a:xfrm>
          <a:prstGeom prst="roundRect">
            <a:avLst>
              <a:gd fmla="val 65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Have a news feed with gym announcements</a:t>
            </a:r>
            <a:endParaRPr sz="1200">
              <a:solidFill>
                <a:schemeClr val="dk1"/>
              </a:solidFill>
              <a:latin typeface="Open Sans"/>
              <a:ea typeface="Open Sans"/>
              <a:cs typeface="Open Sans"/>
              <a:sym typeface="Open Sans"/>
            </a:endParaRPr>
          </a:p>
        </p:txBody>
      </p:sp>
      <p:sp>
        <p:nvSpPr>
          <p:cNvPr id="985" name="Google Shape;985;p66"/>
          <p:cNvSpPr/>
          <p:nvPr/>
        </p:nvSpPr>
        <p:spPr>
          <a:xfrm>
            <a:off x="6319504" y="4043369"/>
            <a:ext cx="1014900" cy="776400"/>
          </a:xfrm>
          <a:prstGeom prst="roundRect">
            <a:avLst>
              <a:gd fmla="val 65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An option to send a video to trainer to get help</a:t>
            </a:r>
            <a:endParaRPr sz="1200">
              <a:solidFill>
                <a:schemeClr val="lt1"/>
              </a:solidFill>
              <a:latin typeface="Open Sans"/>
              <a:ea typeface="Open Sans"/>
              <a:cs typeface="Open Sans"/>
              <a:sym typeface="Open Sans"/>
            </a:endParaRPr>
          </a:p>
        </p:txBody>
      </p:sp>
      <p:sp>
        <p:nvSpPr>
          <p:cNvPr id="986" name="Google Shape;986;p66"/>
          <p:cNvSpPr/>
          <p:nvPr/>
        </p:nvSpPr>
        <p:spPr>
          <a:xfrm>
            <a:off x="7765970" y="4043369"/>
            <a:ext cx="1014900" cy="776400"/>
          </a:xfrm>
          <a:prstGeom prst="roundRect">
            <a:avLst>
              <a:gd fmla="val 65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Gym-rat free zone!</a:t>
            </a:r>
            <a:endParaRPr sz="1200">
              <a:solidFill>
                <a:schemeClr val="dk1"/>
              </a:solidFill>
              <a:latin typeface="Open Sans"/>
              <a:ea typeface="Open Sans"/>
              <a:cs typeface="Open Sans"/>
              <a:sym typeface="Open Sans"/>
            </a:endParaRPr>
          </a:p>
        </p:txBody>
      </p:sp>
      <p:sp>
        <p:nvSpPr>
          <p:cNvPr id="987" name="Google Shape;987;p66"/>
          <p:cNvSpPr/>
          <p:nvPr/>
        </p:nvSpPr>
        <p:spPr>
          <a:xfrm>
            <a:off x="575052" y="3567384"/>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88" name="Google Shape;988;p66"/>
          <p:cNvSpPr/>
          <p:nvPr/>
        </p:nvSpPr>
        <p:spPr>
          <a:xfrm>
            <a:off x="533639" y="2929821"/>
            <a:ext cx="1014900" cy="776400"/>
          </a:xfrm>
          <a:prstGeom prst="roundRect">
            <a:avLst>
              <a:gd fmla="val 65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Provide an incentive if they download the app</a:t>
            </a:r>
            <a:endParaRPr sz="1200">
              <a:solidFill>
                <a:schemeClr val="lt1"/>
              </a:solidFill>
              <a:latin typeface="Open Sans"/>
              <a:ea typeface="Open Sans"/>
              <a:cs typeface="Open Sans"/>
              <a:sym typeface="Open Sans"/>
            </a:endParaRPr>
          </a:p>
        </p:txBody>
      </p:sp>
      <p:sp>
        <p:nvSpPr>
          <p:cNvPr id="989" name="Google Shape;989;p66"/>
          <p:cNvSpPr/>
          <p:nvPr/>
        </p:nvSpPr>
        <p:spPr>
          <a:xfrm>
            <a:off x="2021518" y="3567384"/>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90" name="Google Shape;990;p66"/>
          <p:cNvSpPr/>
          <p:nvPr/>
        </p:nvSpPr>
        <p:spPr>
          <a:xfrm>
            <a:off x="1980105" y="2929821"/>
            <a:ext cx="1014900" cy="776400"/>
          </a:xfrm>
          <a:prstGeom prst="roundRect">
            <a:avLst>
              <a:gd fmla="val 6567" name="adj"/>
            </a:avLst>
          </a:prstGeom>
          <a:gradFill>
            <a:gsLst>
              <a:gs pos="0">
                <a:srgbClr val="D6DEE6"/>
              </a:gs>
              <a:gs pos="100000">
                <a:srgbClr val="E5EAE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Users can post pictures &amp; videos so other members can see them</a:t>
            </a:r>
            <a:endParaRPr sz="1200">
              <a:solidFill>
                <a:schemeClr val="dk1"/>
              </a:solidFill>
              <a:latin typeface="Open Sans"/>
              <a:ea typeface="Open Sans"/>
              <a:cs typeface="Open Sans"/>
              <a:sym typeface="Open Sans"/>
            </a:endParaRPr>
          </a:p>
        </p:txBody>
      </p:sp>
      <p:sp>
        <p:nvSpPr>
          <p:cNvPr id="991" name="Google Shape;991;p66"/>
          <p:cNvSpPr/>
          <p:nvPr/>
        </p:nvSpPr>
        <p:spPr>
          <a:xfrm>
            <a:off x="3467984" y="3567384"/>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92" name="Google Shape;992;p66"/>
          <p:cNvSpPr/>
          <p:nvPr/>
        </p:nvSpPr>
        <p:spPr>
          <a:xfrm>
            <a:off x="3426571" y="2929821"/>
            <a:ext cx="1014900" cy="776400"/>
          </a:xfrm>
          <a:prstGeom prst="roundRect">
            <a:avLst>
              <a:gd fmla="val 65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A lot of people go to the gym to meet people, maybe have a public profile</a:t>
            </a:r>
            <a:endParaRPr sz="1200">
              <a:solidFill>
                <a:schemeClr val="dk1"/>
              </a:solidFill>
              <a:latin typeface="Open Sans"/>
              <a:ea typeface="Open Sans"/>
              <a:cs typeface="Open Sans"/>
              <a:sym typeface="Open Sans"/>
            </a:endParaRPr>
          </a:p>
        </p:txBody>
      </p:sp>
      <p:sp>
        <p:nvSpPr>
          <p:cNvPr id="993" name="Google Shape;993;p66"/>
          <p:cNvSpPr/>
          <p:nvPr/>
        </p:nvSpPr>
        <p:spPr>
          <a:xfrm>
            <a:off x="4914451" y="3567384"/>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94" name="Google Shape;994;p66"/>
          <p:cNvSpPr/>
          <p:nvPr/>
        </p:nvSpPr>
        <p:spPr>
          <a:xfrm>
            <a:off x="4873037" y="2929821"/>
            <a:ext cx="1014900" cy="776400"/>
          </a:xfrm>
          <a:prstGeom prst="roundRect">
            <a:avLst>
              <a:gd fmla="val 65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Phones can track how many steps you take</a:t>
            </a:r>
            <a:endParaRPr sz="1200">
              <a:solidFill>
                <a:schemeClr val="lt1"/>
              </a:solidFill>
              <a:latin typeface="Open Sans"/>
              <a:ea typeface="Open Sans"/>
              <a:cs typeface="Open Sans"/>
              <a:sym typeface="Open Sans"/>
            </a:endParaRPr>
          </a:p>
        </p:txBody>
      </p:sp>
      <p:sp>
        <p:nvSpPr>
          <p:cNvPr id="995" name="Google Shape;995;p66"/>
          <p:cNvSpPr/>
          <p:nvPr/>
        </p:nvSpPr>
        <p:spPr>
          <a:xfrm>
            <a:off x="6360917" y="3567410"/>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96" name="Google Shape;996;p66"/>
          <p:cNvSpPr/>
          <p:nvPr/>
        </p:nvSpPr>
        <p:spPr>
          <a:xfrm>
            <a:off x="6319504" y="2929840"/>
            <a:ext cx="1014900" cy="776400"/>
          </a:xfrm>
          <a:prstGeom prst="roundRect">
            <a:avLst>
              <a:gd fmla="val 65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Let’s just require members to get the app</a:t>
            </a:r>
            <a:endParaRPr sz="1200">
              <a:solidFill>
                <a:schemeClr val="dk1"/>
              </a:solidFill>
              <a:latin typeface="Open Sans"/>
              <a:ea typeface="Open Sans"/>
              <a:cs typeface="Open Sans"/>
              <a:sym typeface="Open Sans"/>
            </a:endParaRPr>
          </a:p>
        </p:txBody>
      </p:sp>
      <p:sp>
        <p:nvSpPr>
          <p:cNvPr id="997" name="Google Shape;997;p66"/>
          <p:cNvSpPr/>
          <p:nvPr/>
        </p:nvSpPr>
        <p:spPr>
          <a:xfrm>
            <a:off x="7807383" y="3567384"/>
            <a:ext cx="938198" cy="139318"/>
          </a:xfrm>
          <a:custGeom>
            <a:rect b="b" l="l" r="r" t="t"/>
            <a:pathLst>
              <a:path extrusionOk="0" h="599217" w="2843023">
                <a:moveTo>
                  <a:pt x="30550" y="0"/>
                </a:moveTo>
                <a:lnTo>
                  <a:pt x="2843023" y="0"/>
                </a:lnTo>
                <a:lnTo>
                  <a:pt x="2843023" y="599216"/>
                </a:lnTo>
                <a:lnTo>
                  <a:pt x="2815635" y="584277"/>
                </a:lnTo>
                <a:cubicBezTo>
                  <a:pt x="2462757" y="409333"/>
                  <a:pt x="1975261" y="301128"/>
                  <a:pt x="1436787" y="301128"/>
                </a:cubicBezTo>
                <a:cubicBezTo>
                  <a:pt x="972606" y="203749"/>
                  <a:pt x="-203823" y="50188"/>
                  <a:pt x="30550" y="0"/>
                </a:cubicBezTo>
                <a:close/>
              </a:path>
            </a:pathLst>
          </a:custGeom>
          <a:solidFill>
            <a:srgbClr val="FFFFFF"/>
          </a:solidFill>
          <a:ln>
            <a:noFill/>
          </a:ln>
          <a:effectLst>
            <a:outerShdw blurRad="63500" rotWithShape="0" algn="t" dir="5400000" dist="88900">
              <a:srgbClr val="000000">
                <a:alpha val="3373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800">
              <a:solidFill>
                <a:schemeClr val="dk1"/>
              </a:solidFill>
              <a:latin typeface="Open Sans"/>
              <a:ea typeface="Open Sans"/>
              <a:cs typeface="Open Sans"/>
              <a:sym typeface="Open Sans"/>
            </a:endParaRPr>
          </a:p>
        </p:txBody>
      </p:sp>
      <p:sp>
        <p:nvSpPr>
          <p:cNvPr id="998" name="Google Shape;998;p66"/>
          <p:cNvSpPr/>
          <p:nvPr/>
        </p:nvSpPr>
        <p:spPr>
          <a:xfrm>
            <a:off x="7765970" y="2929821"/>
            <a:ext cx="1014900" cy="776400"/>
          </a:xfrm>
          <a:prstGeom prst="roundRect">
            <a:avLst>
              <a:gd fmla="val 65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We could fine anyone that participate in body shaming</a:t>
            </a:r>
            <a:endParaRPr sz="1200">
              <a:solidFill>
                <a:schemeClr val="lt1"/>
              </a:solidFill>
              <a:latin typeface="Open Sans"/>
              <a:ea typeface="Open Sans"/>
              <a:cs typeface="Open Sans"/>
              <a:sym typeface="Open Sans"/>
            </a:endParaRPr>
          </a:p>
        </p:txBody>
      </p:sp>
      <p:sp>
        <p:nvSpPr>
          <p:cNvPr id="999" name="Google Shape;999;p66"/>
          <p:cNvSpPr/>
          <p:nvPr/>
        </p:nvSpPr>
        <p:spPr>
          <a:xfrm>
            <a:off x="535939" y="1847054"/>
            <a:ext cx="1014900" cy="776400"/>
          </a:xfrm>
          <a:prstGeom prst="roundRect">
            <a:avLst>
              <a:gd fmla="val 6567" name="adj"/>
            </a:avLst>
          </a:prstGeom>
          <a:gradFill>
            <a:gsLst>
              <a:gs pos="0">
                <a:srgbClr val="D6DEE6"/>
              </a:gs>
              <a:gs pos="100000">
                <a:srgbClr val="E5EAE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Add an android version</a:t>
            </a:r>
            <a:endParaRPr sz="1200">
              <a:solidFill>
                <a:schemeClr val="dk1"/>
              </a:solidFill>
              <a:latin typeface="Open Sans"/>
              <a:ea typeface="Open Sans"/>
              <a:cs typeface="Open Sans"/>
              <a:sym typeface="Open Sans"/>
            </a:endParaRPr>
          </a:p>
        </p:txBody>
      </p:sp>
      <p:sp>
        <p:nvSpPr>
          <p:cNvPr id="1000" name="Google Shape;1000;p66"/>
          <p:cNvSpPr/>
          <p:nvPr/>
        </p:nvSpPr>
        <p:spPr>
          <a:xfrm>
            <a:off x="1980030" y="1847054"/>
            <a:ext cx="1014900" cy="776400"/>
          </a:xfrm>
          <a:prstGeom prst="roundRect">
            <a:avLst>
              <a:gd fmla="val 65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Add a social element to the app</a:t>
            </a:r>
            <a:endParaRPr sz="1200">
              <a:solidFill>
                <a:schemeClr val="dk1"/>
              </a:solidFill>
              <a:latin typeface="Open Sans"/>
              <a:ea typeface="Open Sans"/>
              <a:cs typeface="Open Sans"/>
              <a:sym typeface="Open Sans"/>
            </a:endParaRPr>
          </a:p>
        </p:txBody>
      </p:sp>
      <p:sp>
        <p:nvSpPr>
          <p:cNvPr id="1001" name="Google Shape;1001;p66"/>
          <p:cNvSpPr/>
          <p:nvPr/>
        </p:nvSpPr>
        <p:spPr>
          <a:xfrm>
            <a:off x="3426384" y="1831816"/>
            <a:ext cx="1014900" cy="776400"/>
          </a:xfrm>
          <a:prstGeom prst="roundRect">
            <a:avLst>
              <a:gd fmla="val 65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Have a section that helps gym goers find a gym buddy</a:t>
            </a:r>
            <a:endParaRPr sz="1200">
              <a:solidFill>
                <a:schemeClr val="lt1"/>
              </a:solidFill>
              <a:latin typeface="Open Sans"/>
              <a:ea typeface="Open Sans"/>
              <a:cs typeface="Open Sans"/>
              <a:sym typeface="Open Sans"/>
            </a:endParaRPr>
          </a:p>
        </p:txBody>
      </p:sp>
      <p:sp>
        <p:nvSpPr>
          <p:cNvPr id="1002" name="Google Shape;1002;p66"/>
          <p:cNvSpPr/>
          <p:nvPr/>
        </p:nvSpPr>
        <p:spPr>
          <a:xfrm>
            <a:off x="4872875" y="1816016"/>
            <a:ext cx="1014900" cy="776400"/>
          </a:xfrm>
          <a:prstGeom prst="roundRect">
            <a:avLst>
              <a:gd fmla="val 6567" name="adj"/>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dk1"/>
                </a:solidFill>
                <a:latin typeface="Open Sans"/>
                <a:ea typeface="Open Sans"/>
                <a:cs typeface="Open Sans"/>
                <a:sym typeface="Open Sans"/>
              </a:rPr>
              <a:t>Location tracking tells you how long you spend at gym</a:t>
            </a:r>
            <a:endParaRPr sz="1200">
              <a:solidFill>
                <a:schemeClr val="dk1"/>
              </a:solidFill>
              <a:latin typeface="Open Sans"/>
              <a:ea typeface="Open Sans"/>
              <a:cs typeface="Open Sans"/>
              <a:sym typeface="Open Sans"/>
            </a:endParaRPr>
          </a:p>
        </p:txBody>
      </p:sp>
      <p:sp>
        <p:nvSpPr>
          <p:cNvPr id="1003" name="Google Shape;1003;p66"/>
          <p:cNvSpPr/>
          <p:nvPr/>
        </p:nvSpPr>
        <p:spPr>
          <a:xfrm>
            <a:off x="6319279" y="1816066"/>
            <a:ext cx="1014900" cy="776400"/>
          </a:xfrm>
          <a:prstGeom prst="roundRect">
            <a:avLst>
              <a:gd fmla="val 65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Have a leaderboard for people who have set gym records</a:t>
            </a:r>
            <a:endParaRPr sz="1200">
              <a:solidFill>
                <a:schemeClr val="lt1"/>
              </a:solidFill>
              <a:latin typeface="Open Sans"/>
              <a:ea typeface="Open Sans"/>
              <a:cs typeface="Open Sans"/>
              <a:sym typeface="Open Sans"/>
            </a:endParaRPr>
          </a:p>
        </p:txBody>
      </p:sp>
      <p:sp>
        <p:nvSpPr>
          <p:cNvPr id="1004" name="Google Shape;1004;p66"/>
          <p:cNvSpPr/>
          <p:nvPr/>
        </p:nvSpPr>
        <p:spPr>
          <a:xfrm>
            <a:off x="7765732" y="1791791"/>
            <a:ext cx="1014900" cy="776400"/>
          </a:xfrm>
          <a:prstGeom prst="roundRect">
            <a:avLst>
              <a:gd fmla="val 65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800">
                <a:solidFill>
                  <a:schemeClr val="lt1"/>
                </a:solidFill>
                <a:latin typeface="Open Sans"/>
                <a:ea typeface="Open Sans"/>
                <a:cs typeface="Open Sans"/>
                <a:sym typeface="Open Sans"/>
              </a:rPr>
              <a:t>Make the gym a judge free zone.</a:t>
            </a:r>
            <a:endParaRPr sz="1200">
              <a:solidFill>
                <a:schemeClr val="lt1"/>
              </a:solidFill>
              <a:latin typeface="Open Sans"/>
              <a:ea typeface="Open Sans"/>
              <a:cs typeface="Open Sans"/>
              <a:sym typeface="Open Sans"/>
            </a:endParaRPr>
          </a:p>
        </p:txBody>
      </p:sp>
      <p:grpSp>
        <p:nvGrpSpPr>
          <p:cNvPr id="1005" name="Google Shape;1005;p66"/>
          <p:cNvGrpSpPr/>
          <p:nvPr/>
        </p:nvGrpSpPr>
        <p:grpSpPr>
          <a:xfrm>
            <a:off x="756899" y="1378900"/>
            <a:ext cx="743409" cy="261585"/>
            <a:chOff x="1100573" y="1782105"/>
            <a:chExt cx="933579" cy="328500"/>
          </a:xfrm>
        </p:grpSpPr>
        <p:sp>
          <p:nvSpPr>
            <p:cNvPr id="1006" name="Google Shape;1006;p66"/>
            <p:cNvSpPr txBox="1"/>
            <p:nvPr/>
          </p:nvSpPr>
          <p:spPr>
            <a:xfrm>
              <a:off x="1270652" y="1782105"/>
              <a:ext cx="7635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Lily</a:t>
              </a:r>
              <a:endParaRPr/>
            </a:p>
          </p:txBody>
        </p:sp>
        <p:sp>
          <p:nvSpPr>
            <p:cNvPr id="1007" name="Google Shape;1007;p66"/>
            <p:cNvSpPr/>
            <p:nvPr/>
          </p:nvSpPr>
          <p:spPr>
            <a:xfrm>
              <a:off x="1100573" y="1851705"/>
              <a:ext cx="122400" cy="122400"/>
            </a:xfrm>
            <a:prstGeom prst="ellipse">
              <a:avLst/>
            </a:prstGeom>
            <a:gradFill>
              <a:gsLst>
                <a:gs pos="0">
                  <a:srgbClr val="D6DEE6"/>
                </a:gs>
                <a:gs pos="100000">
                  <a:srgbClr val="E5EAEF"/>
                </a:gs>
              </a:gsLst>
              <a:lin ang="0" scaled="0"/>
            </a:gra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C0C0C"/>
                </a:solidFill>
                <a:latin typeface="Century Gothic"/>
                <a:ea typeface="Century Gothic"/>
                <a:cs typeface="Century Gothic"/>
                <a:sym typeface="Century Gothic"/>
              </a:endParaRPr>
            </a:p>
          </p:txBody>
        </p:sp>
      </p:grpSp>
      <p:grpSp>
        <p:nvGrpSpPr>
          <p:cNvPr id="1008" name="Google Shape;1008;p66"/>
          <p:cNvGrpSpPr/>
          <p:nvPr/>
        </p:nvGrpSpPr>
        <p:grpSpPr>
          <a:xfrm>
            <a:off x="2183580" y="1378900"/>
            <a:ext cx="809808" cy="261585"/>
            <a:chOff x="2917057" y="1782105"/>
            <a:chExt cx="1016963" cy="328500"/>
          </a:xfrm>
        </p:grpSpPr>
        <p:sp>
          <p:nvSpPr>
            <p:cNvPr id="1009" name="Google Shape;1009;p66"/>
            <p:cNvSpPr txBox="1"/>
            <p:nvPr/>
          </p:nvSpPr>
          <p:spPr>
            <a:xfrm>
              <a:off x="3087120" y="1782105"/>
              <a:ext cx="8469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Oscar</a:t>
              </a:r>
              <a:endParaRPr/>
            </a:p>
          </p:txBody>
        </p:sp>
        <p:sp>
          <p:nvSpPr>
            <p:cNvPr id="1010" name="Google Shape;1010;p66"/>
            <p:cNvSpPr/>
            <p:nvPr/>
          </p:nvSpPr>
          <p:spPr>
            <a:xfrm>
              <a:off x="2917057" y="1851705"/>
              <a:ext cx="122400" cy="1224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C0C0C"/>
                </a:solidFill>
                <a:latin typeface="Century Gothic"/>
                <a:ea typeface="Century Gothic"/>
                <a:cs typeface="Century Gothic"/>
                <a:sym typeface="Century Gothic"/>
              </a:endParaRPr>
            </a:p>
          </p:txBody>
        </p:sp>
      </p:grpSp>
      <p:grpSp>
        <p:nvGrpSpPr>
          <p:cNvPr id="1011" name="Google Shape;1011;p66"/>
          <p:cNvGrpSpPr/>
          <p:nvPr/>
        </p:nvGrpSpPr>
        <p:grpSpPr>
          <a:xfrm>
            <a:off x="3604518" y="1378900"/>
            <a:ext cx="945239" cy="261585"/>
            <a:chOff x="4733541" y="1782105"/>
            <a:chExt cx="1187039" cy="328500"/>
          </a:xfrm>
        </p:grpSpPr>
        <p:sp>
          <p:nvSpPr>
            <p:cNvPr id="1012" name="Google Shape;1012;p66"/>
            <p:cNvSpPr txBox="1"/>
            <p:nvPr/>
          </p:nvSpPr>
          <p:spPr>
            <a:xfrm>
              <a:off x="4903580" y="1782105"/>
              <a:ext cx="10170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Rachel</a:t>
              </a:r>
              <a:endParaRPr/>
            </a:p>
          </p:txBody>
        </p:sp>
        <p:sp>
          <p:nvSpPr>
            <p:cNvPr id="1013" name="Google Shape;1013;p66"/>
            <p:cNvSpPr/>
            <p:nvPr/>
          </p:nvSpPr>
          <p:spPr>
            <a:xfrm>
              <a:off x="4733541" y="1851705"/>
              <a:ext cx="122400" cy="122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C0C0C"/>
                </a:solidFill>
                <a:latin typeface="Century Gothic"/>
                <a:ea typeface="Century Gothic"/>
                <a:cs typeface="Century Gothic"/>
                <a:sym typeface="Century Gothic"/>
              </a:endParaRPr>
            </a:p>
          </p:txBody>
        </p:sp>
      </p:grpSp>
      <p:grpSp>
        <p:nvGrpSpPr>
          <p:cNvPr id="1014" name="Google Shape;1014;p66"/>
          <p:cNvGrpSpPr/>
          <p:nvPr/>
        </p:nvGrpSpPr>
        <p:grpSpPr>
          <a:xfrm>
            <a:off x="5043325" y="1378900"/>
            <a:ext cx="878853" cy="261585"/>
            <a:chOff x="6550025" y="1782105"/>
            <a:chExt cx="1103671" cy="328500"/>
          </a:xfrm>
        </p:grpSpPr>
        <p:sp>
          <p:nvSpPr>
            <p:cNvPr id="1015" name="Google Shape;1015;p66"/>
            <p:cNvSpPr txBox="1"/>
            <p:nvPr/>
          </p:nvSpPr>
          <p:spPr>
            <a:xfrm>
              <a:off x="6720096" y="1782105"/>
              <a:ext cx="9336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Preston</a:t>
              </a:r>
              <a:endParaRPr/>
            </a:p>
          </p:txBody>
        </p:sp>
        <p:sp>
          <p:nvSpPr>
            <p:cNvPr id="1016" name="Google Shape;1016;p66"/>
            <p:cNvSpPr/>
            <p:nvPr/>
          </p:nvSpPr>
          <p:spPr>
            <a:xfrm>
              <a:off x="6550025" y="1851705"/>
              <a:ext cx="122400" cy="1224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00000"/>
                </a:solidFill>
                <a:latin typeface="Century Gothic"/>
                <a:ea typeface="Century Gothic"/>
                <a:cs typeface="Century Gothic"/>
                <a:sym typeface="Century Gothic"/>
              </a:endParaRPr>
            </a:p>
          </p:txBody>
        </p:sp>
      </p:grpSp>
      <p:grpSp>
        <p:nvGrpSpPr>
          <p:cNvPr id="1017" name="Google Shape;1017;p66"/>
          <p:cNvGrpSpPr/>
          <p:nvPr/>
        </p:nvGrpSpPr>
        <p:grpSpPr>
          <a:xfrm>
            <a:off x="6580418" y="1378900"/>
            <a:ext cx="731432" cy="261585"/>
            <a:chOff x="8366509" y="1782105"/>
            <a:chExt cx="918538" cy="328500"/>
          </a:xfrm>
        </p:grpSpPr>
        <p:sp>
          <p:nvSpPr>
            <p:cNvPr id="1018" name="Google Shape;1018;p66"/>
            <p:cNvSpPr txBox="1"/>
            <p:nvPr/>
          </p:nvSpPr>
          <p:spPr>
            <a:xfrm>
              <a:off x="8536547" y="1782105"/>
              <a:ext cx="7485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Billy</a:t>
              </a:r>
              <a:endParaRPr/>
            </a:p>
          </p:txBody>
        </p:sp>
        <p:sp>
          <p:nvSpPr>
            <p:cNvPr id="1019" name="Google Shape;1019;p66"/>
            <p:cNvSpPr/>
            <p:nvPr/>
          </p:nvSpPr>
          <p:spPr>
            <a:xfrm>
              <a:off x="8366509" y="1851705"/>
              <a:ext cx="122400" cy="12240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C0C0C"/>
                </a:solidFill>
                <a:latin typeface="Century Gothic"/>
                <a:ea typeface="Century Gothic"/>
                <a:cs typeface="Century Gothic"/>
                <a:sym typeface="Century Gothic"/>
              </a:endParaRPr>
            </a:p>
          </p:txBody>
        </p:sp>
      </p:grpSp>
      <p:grpSp>
        <p:nvGrpSpPr>
          <p:cNvPr id="1020" name="Google Shape;1020;p66"/>
          <p:cNvGrpSpPr/>
          <p:nvPr/>
        </p:nvGrpSpPr>
        <p:grpSpPr>
          <a:xfrm>
            <a:off x="7958596" y="1378900"/>
            <a:ext cx="878861" cy="261585"/>
            <a:chOff x="10182993" y="1782105"/>
            <a:chExt cx="1103681" cy="328500"/>
          </a:xfrm>
        </p:grpSpPr>
        <p:sp>
          <p:nvSpPr>
            <p:cNvPr id="1021" name="Google Shape;1021;p66"/>
            <p:cNvSpPr txBox="1"/>
            <p:nvPr/>
          </p:nvSpPr>
          <p:spPr>
            <a:xfrm>
              <a:off x="10353074" y="1782105"/>
              <a:ext cx="933600" cy="328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 sz="1100">
                  <a:solidFill>
                    <a:srgbClr val="636A7B"/>
                  </a:solidFill>
                  <a:latin typeface="Century Gothic"/>
                  <a:ea typeface="Century Gothic"/>
                  <a:cs typeface="Century Gothic"/>
                  <a:sym typeface="Century Gothic"/>
                </a:rPr>
                <a:t>Grace</a:t>
              </a:r>
              <a:endParaRPr/>
            </a:p>
          </p:txBody>
        </p:sp>
        <p:sp>
          <p:nvSpPr>
            <p:cNvPr id="1022" name="Google Shape;1022;p66"/>
            <p:cNvSpPr/>
            <p:nvPr/>
          </p:nvSpPr>
          <p:spPr>
            <a:xfrm>
              <a:off x="10182993" y="1851705"/>
              <a:ext cx="122400" cy="1224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40000"/>
                </a:lnSpc>
                <a:spcBef>
                  <a:spcPts val="0"/>
                </a:spcBef>
                <a:spcAft>
                  <a:spcPts val="0"/>
                </a:spcAft>
                <a:buNone/>
              </a:pPr>
              <a:r>
                <a:t/>
              </a:r>
              <a:endParaRPr sz="1000">
                <a:solidFill>
                  <a:srgbClr val="0C0C0C"/>
                </a:solidFill>
                <a:latin typeface="Century Gothic"/>
                <a:ea typeface="Century Gothic"/>
                <a:cs typeface="Century Gothic"/>
                <a:sym typeface="Century Gothic"/>
              </a:endParaRPr>
            </a:p>
          </p:txBody>
        </p:sp>
      </p:grpSp>
      <p:sp>
        <p:nvSpPr>
          <p:cNvPr id="1023" name="Google Shape;1023;p66"/>
          <p:cNvSpPr txBox="1"/>
          <p:nvPr/>
        </p:nvSpPr>
        <p:spPr>
          <a:xfrm rot="-5400000">
            <a:off x="-177900" y="2140250"/>
            <a:ext cx="7545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000">
                <a:solidFill>
                  <a:srgbClr val="44546A"/>
                </a:solidFill>
                <a:latin typeface="Century Gothic"/>
                <a:ea typeface="Century Gothic"/>
                <a:cs typeface="Century Gothic"/>
                <a:sym typeface="Century Gothic"/>
              </a:rPr>
              <a:t>Round 1</a:t>
            </a:r>
            <a:endParaRPr sz="1300"/>
          </a:p>
        </p:txBody>
      </p:sp>
      <p:sp>
        <p:nvSpPr>
          <p:cNvPr id="1024" name="Google Shape;1024;p66"/>
          <p:cNvSpPr txBox="1"/>
          <p:nvPr/>
        </p:nvSpPr>
        <p:spPr>
          <a:xfrm rot="-5400000">
            <a:off x="-177900" y="3179350"/>
            <a:ext cx="7545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000">
                <a:solidFill>
                  <a:srgbClr val="44546A"/>
                </a:solidFill>
                <a:latin typeface="Century Gothic"/>
                <a:ea typeface="Century Gothic"/>
                <a:cs typeface="Century Gothic"/>
                <a:sym typeface="Century Gothic"/>
              </a:rPr>
              <a:t>Round 2</a:t>
            </a:r>
            <a:endParaRPr sz="1300"/>
          </a:p>
        </p:txBody>
      </p:sp>
      <p:sp>
        <p:nvSpPr>
          <p:cNvPr id="1025" name="Google Shape;1025;p66"/>
          <p:cNvSpPr txBox="1"/>
          <p:nvPr/>
        </p:nvSpPr>
        <p:spPr>
          <a:xfrm rot="-5400000">
            <a:off x="-202650" y="4218425"/>
            <a:ext cx="804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000">
                <a:solidFill>
                  <a:srgbClr val="44546A"/>
                </a:solidFill>
                <a:latin typeface="Century Gothic"/>
                <a:ea typeface="Century Gothic"/>
                <a:cs typeface="Century Gothic"/>
                <a:sym typeface="Century Gothic"/>
              </a:rPr>
              <a:t>Round 3</a:t>
            </a:r>
            <a:endParaRPr sz="1300"/>
          </a:p>
        </p:txBody>
      </p:sp>
      <p:cxnSp>
        <p:nvCxnSpPr>
          <p:cNvPr id="1026" name="Google Shape;1026;p66"/>
          <p:cNvCxnSpPr/>
          <p:nvPr/>
        </p:nvCxnSpPr>
        <p:spPr>
          <a:xfrm rot="10800000">
            <a:off x="2688151" y="421753"/>
            <a:ext cx="1805100" cy="0"/>
          </a:xfrm>
          <a:prstGeom prst="straightConnector1">
            <a:avLst/>
          </a:prstGeom>
          <a:solidFill>
            <a:srgbClr val="FFFFFF"/>
          </a:solidFill>
          <a:ln cap="flat" cmpd="sng" w="9525">
            <a:solidFill>
              <a:srgbClr val="DBDDE2"/>
            </a:solidFill>
            <a:prstDash val="solid"/>
            <a:miter lim="800000"/>
            <a:headEnd len="sm" w="sm" type="none"/>
            <a:tailEnd len="sm" w="sm" type="none"/>
          </a:ln>
        </p:spPr>
      </p:cxnSp>
      <p:sp>
        <p:nvSpPr>
          <p:cNvPr id="1027" name="Google Shape;1027;p66"/>
          <p:cNvSpPr txBox="1"/>
          <p:nvPr/>
        </p:nvSpPr>
        <p:spPr>
          <a:xfrm>
            <a:off x="2688277" y="168850"/>
            <a:ext cx="1753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000">
                <a:solidFill>
                  <a:schemeClr val="accent2"/>
                </a:solidFill>
                <a:latin typeface="Lexend Medium"/>
                <a:ea typeface="Lexend Medium"/>
                <a:cs typeface="Lexend Medium"/>
                <a:sym typeface="Lexend Medium"/>
              </a:rPr>
              <a:t>TOPIC OR PROBLEM</a:t>
            </a:r>
            <a:endParaRPr sz="1300">
              <a:solidFill>
                <a:schemeClr val="accent2"/>
              </a:solidFill>
              <a:latin typeface="Lexend Medium"/>
              <a:ea typeface="Lexend Medium"/>
              <a:cs typeface="Lexend Medium"/>
              <a:sym typeface="Lexend Medium"/>
            </a:endParaRPr>
          </a:p>
        </p:txBody>
      </p:sp>
      <p:sp>
        <p:nvSpPr>
          <p:cNvPr id="1028" name="Google Shape;1028;p66"/>
          <p:cNvSpPr txBox="1"/>
          <p:nvPr/>
        </p:nvSpPr>
        <p:spPr>
          <a:xfrm>
            <a:off x="2688270" y="465078"/>
            <a:ext cx="1805100" cy="708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 sz="900">
                <a:solidFill>
                  <a:schemeClr val="dk1"/>
                </a:solidFill>
                <a:latin typeface="Century Gothic"/>
                <a:ea typeface="Century Gothic"/>
                <a:cs typeface="Century Gothic"/>
                <a:sym typeface="Century Gothic"/>
              </a:rPr>
              <a:t>How might we improve our mobile app so gym members have a delightful experience?</a:t>
            </a:r>
            <a:endParaRPr sz="1300">
              <a:solidFill>
                <a:schemeClr val="dk1"/>
              </a:solidFill>
            </a:endParaRPr>
          </a:p>
        </p:txBody>
      </p:sp>
      <p:cxnSp>
        <p:nvCxnSpPr>
          <p:cNvPr id="1029" name="Google Shape;1029;p66"/>
          <p:cNvCxnSpPr/>
          <p:nvPr/>
        </p:nvCxnSpPr>
        <p:spPr>
          <a:xfrm rot="10800000">
            <a:off x="4939715" y="421753"/>
            <a:ext cx="1805100" cy="0"/>
          </a:xfrm>
          <a:prstGeom prst="straightConnector1">
            <a:avLst/>
          </a:prstGeom>
          <a:solidFill>
            <a:srgbClr val="FFFFFF"/>
          </a:solidFill>
          <a:ln cap="flat" cmpd="sng" w="9525">
            <a:solidFill>
              <a:srgbClr val="DBDDE2"/>
            </a:solidFill>
            <a:prstDash val="solid"/>
            <a:miter lim="800000"/>
            <a:headEnd len="sm" w="sm" type="none"/>
            <a:tailEnd len="sm" w="sm" type="none"/>
          </a:ln>
        </p:spPr>
      </p:cxnSp>
      <p:sp>
        <p:nvSpPr>
          <p:cNvPr id="1030" name="Google Shape;1030;p66"/>
          <p:cNvSpPr txBox="1"/>
          <p:nvPr/>
        </p:nvSpPr>
        <p:spPr>
          <a:xfrm>
            <a:off x="4939814" y="168850"/>
            <a:ext cx="10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000">
                <a:solidFill>
                  <a:schemeClr val="accent2"/>
                </a:solidFill>
                <a:latin typeface="Lexend Medium"/>
                <a:ea typeface="Lexend Medium"/>
                <a:cs typeface="Lexend Medium"/>
                <a:sym typeface="Lexend Medium"/>
              </a:rPr>
              <a:t>TEAM</a:t>
            </a:r>
            <a:endParaRPr sz="1300">
              <a:solidFill>
                <a:schemeClr val="accent2"/>
              </a:solidFill>
              <a:latin typeface="Lexend Medium"/>
              <a:ea typeface="Lexend Medium"/>
              <a:cs typeface="Lexend Medium"/>
              <a:sym typeface="Lexend Medium"/>
            </a:endParaRPr>
          </a:p>
        </p:txBody>
      </p:sp>
      <p:sp>
        <p:nvSpPr>
          <p:cNvPr id="1031" name="Google Shape;1031;p66"/>
          <p:cNvSpPr txBox="1"/>
          <p:nvPr/>
        </p:nvSpPr>
        <p:spPr>
          <a:xfrm>
            <a:off x="4939833" y="465078"/>
            <a:ext cx="1805100" cy="390300"/>
          </a:xfrm>
          <a:prstGeom prst="rect">
            <a:avLst/>
          </a:prstGeom>
          <a:noFill/>
          <a:ln>
            <a:noFill/>
          </a:ln>
        </p:spPr>
        <p:txBody>
          <a:bodyPr anchorCtr="0" anchor="t" bIns="45700" lIns="91425" spcFirstLastPara="1" rIns="91425" wrap="square" tIns="45700">
            <a:spAutoFit/>
          </a:bodyPr>
          <a:lstStyle/>
          <a:p>
            <a:pPr indent="-165100" lvl="0" marL="171450" marR="0" rtl="0" algn="l">
              <a:lnSpc>
                <a:spcPct val="115000"/>
              </a:lnSpc>
              <a:spcBef>
                <a:spcPts val="0"/>
              </a:spcBef>
              <a:spcAft>
                <a:spcPts val="0"/>
              </a:spcAft>
              <a:buClr>
                <a:schemeClr val="dk1"/>
              </a:buClr>
              <a:buSzPts val="900"/>
              <a:buFont typeface="Arial"/>
              <a:buChar char="•"/>
            </a:pPr>
            <a:r>
              <a:rPr lang="en" sz="900">
                <a:solidFill>
                  <a:schemeClr val="dk1"/>
                </a:solidFill>
                <a:latin typeface="Century Gothic"/>
                <a:ea typeface="Century Gothic"/>
                <a:cs typeface="Century Gothic"/>
                <a:sym typeface="Century Gothic"/>
              </a:rPr>
              <a:t>Product Team</a:t>
            </a:r>
            <a:endParaRPr sz="1300">
              <a:solidFill>
                <a:schemeClr val="dk1"/>
              </a:solidFill>
            </a:endParaRPr>
          </a:p>
          <a:p>
            <a:pPr indent="-165100" lvl="0" marL="171450" marR="0" rtl="0" algn="l">
              <a:lnSpc>
                <a:spcPct val="115000"/>
              </a:lnSpc>
              <a:spcBef>
                <a:spcPts val="0"/>
              </a:spcBef>
              <a:spcAft>
                <a:spcPts val="0"/>
              </a:spcAft>
              <a:buClr>
                <a:schemeClr val="dk1"/>
              </a:buClr>
              <a:buSzPts val="900"/>
              <a:buFont typeface="Arial"/>
              <a:buChar char="•"/>
            </a:pPr>
            <a:r>
              <a:rPr lang="en" sz="900">
                <a:solidFill>
                  <a:schemeClr val="dk1"/>
                </a:solidFill>
                <a:latin typeface="Century Gothic"/>
                <a:ea typeface="Century Gothic"/>
                <a:cs typeface="Century Gothic"/>
                <a:sym typeface="Century Gothic"/>
              </a:rPr>
              <a:t>UX Design Team</a:t>
            </a:r>
            <a:endParaRPr sz="1300">
              <a:solidFill>
                <a:schemeClr val="dk1"/>
              </a:solidFill>
            </a:endParaRPr>
          </a:p>
        </p:txBody>
      </p:sp>
      <p:cxnSp>
        <p:nvCxnSpPr>
          <p:cNvPr id="1032" name="Google Shape;1032;p66"/>
          <p:cNvCxnSpPr/>
          <p:nvPr/>
        </p:nvCxnSpPr>
        <p:spPr>
          <a:xfrm rot="10800000">
            <a:off x="7191279" y="421753"/>
            <a:ext cx="1805100" cy="0"/>
          </a:xfrm>
          <a:prstGeom prst="straightConnector1">
            <a:avLst/>
          </a:prstGeom>
          <a:solidFill>
            <a:srgbClr val="FFFFFF"/>
          </a:solidFill>
          <a:ln cap="flat" cmpd="sng" w="9525">
            <a:solidFill>
              <a:srgbClr val="DBDDE2"/>
            </a:solidFill>
            <a:prstDash val="solid"/>
            <a:miter lim="800000"/>
            <a:headEnd len="sm" w="sm" type="none"/>
            <a:tailEnd len="sm" w="sm" type="none"/>
          </a:ln>
        </p:spPr>
      </p:cxnSp>
      <p:sp>
        <p:nvSpPr>
          <p:cNvPr id="1033" name="Google Shape;1033;p66"/>
          <p:cNvSpPr txBox="1"/>
          <p:nvPr/>
        </p:nvSpPr>
        <p:spPr>
          <a:xfrm>
            <a:off x="7191404" y="168850"/>
            <a:ext cx="1186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000">
                <a:solidFill>
                  <a:schemeClr val="accent2"/>
                </a:solidFill>
                <a:latin typeface="Lexend Medium"/>
                <a:ea typeface="Lexend Medium"/>
                <a:cs typeface="Lexend Medium"/>
                <a:sym typeface="Lexend Medium"/>
              </a:rPr>
              <a:t>NOTES</a:t>
            </a:r>
            <a:endParaRPr sz="1300">
              <a:solidFill>
                <a:schemeClr val="accent2"/>
              </a:solidFill>
              <a:latin typeface="Lexend Medium"/>
              <a:ea typeface="Lexend Medium"/>
              <a:cs typeface="Lexend Medium"/>
              <a:sym typeface="Lexend Medium"/>
            </a:endParaRPr>
          </a:p>
        </p:txBody>
      </p:sp>
      <p:sp>
        <p:nvSpPr>
          <p:cNvPr id="1034" name="Google Shape;1034;p66"/>
          <p:cNvSpPr txBox="1"/>
          <p:nvPr/>
        </p:nvSpPr>
        <p:spPr>
          <a:xfrm>
            <a:off x="7191397" y="465078"/>
            <a:ext cx="1805100" cy="708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 sz="900">
                <a:solidFill>
                  <a:schemeClr val="dk1"/>
                </a:solidFill>
                <a:latin typeface="Century Gothic"/>
                <a:ea typeface="Century Gothic"/>
                <a:cs typeface="Century Gothic"/>
                <a:sym typeface="Century Gothic"/>
              </a:rPr>
              <a:t>New data indicates that there is a decline in app downloads from new gym members.</a:t>
            </a:r>
            <a:endParaRPr sz="13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grpSp>
        <p:nvGrpSpPr>
          <p:cNvPr id="1039" name="Google Shape;1039;p67"/>
          <p:cNvGrpSpPr/>
          <p:nvPr/>
        </p:nvGrpSpPr>
        <p:grpSpPr>
          <a:xfrm>
            <a:off x="343395" y="1488903"/>
            <a:ext cx="8829959" cy="3345528"/>
            <a:chOff x="972136" y="2049343"/>
            <a:chExt cx="10335900" cy="3916104"/>
          </a:xfrm>
        </p:grpSpPr>
        <p:cxnSp>
          <p:nvCxnSpPr>
            <p:cNvPr id="1040" name="Google Shape;1040;p67"/>
            <p:cNvCxnSpPr/>
            <p:nvPr/>
          </p:nvCxnSpPr>
          <p:spPr>
            <a:xfrm>
              <a:off x="972136" y="2049343"/>
              <a:ext cx="10335900" cy="0"/>
            </a:xfrm>
            <a:prstGeom prst="straightConnector1">
              <a:avLst/>
            </a:prstGeom>
            <a:noFill/>
            <a:ln cap="flat" cmpd="sng" w="12700">
              <a:solidFill>
                <a:srgbClr val="D8D8D8"/>
              </a:solidFill>
              <a:prstDash val="solid"/>
              <a:miter lim="800000"/>
              <a:headEnd len="sm" w="sm" type="none"/>
              <a:tailEnd len="sm" w="sm" type="none"/>
            </a:ln>
          </p:spPr>
        </p:cxnSp>
        <p:cxnSp>
          <p:nvCxnSpPr>
            <p:cNvPr id="1041" name="Google Shape;1041;p67"/>
            <p:cNvCxnSpPr/>
            <p:nvPr/>
          </p:nvCxnSpPr>
          <p:spPr>
            <a:xfrm>
              <a:off x="972136" y="3028368"/>
              <a:ext cx="10335900" cy="0"/>
            </a:xfrm>
            <a:prstGeom prst="straightConnector1">
              <a:avLst/>
            </a:prstGeom>
            <a:noFill/>
            <a:ln cap="flat" cmpd="sng" w="12700">
              <a:solidFill>
                <a:srgbClr val="D8D8D8"/>
              </a:solidFill>
              <a:prstDash val="solid"/>
              <a:miter lim="800000"/>
              <a:headEnd len="sm" w="sm" type="none"/>
              <a:tailEnd len="sm" w="sm" type="none"/>
            </a:ln>
          </p:spPr>
        </p:cxnSp>
        <p:cxnSp>
          <p:nvCxnSpPr>
            <p:cNvPr id="1042" name="Google Shape;1042;p67"/>
            <p:cNvCxnSpPr/>
            <p:nvPr/>
          </p:nvCxnSpPr>
          <p:spPr>
            <a:xfrm>
              <a:off x="972136" y="4007395"/>
              <a:ext cx="10335900" cy="0"/>
            </a:xfrm>
            <a:prstGeom prst="straightConnector1">
              <a:avLst/>
            </a:prstGeom>
            <a:noFill/>
            <a:ln cap="flat" cmpd="sng" w="12700">
              <a:solidFill>
                <a:srgbClr val="D8D8D8"/>
              </a:solidFill>
              <a:prstDash val="solid"/>
              <a:miter lim="800000"/>
              <a:headEnd len="sm" w="sm" type="none"/>
              <a:tailEnd len="sm" w="sm" type="none"/>
            </a:ln>
          </p:spPr>
        </p:cxnSp>
        <p:cxnSp>
          <p:nvCxnSpPr>
            <p:cNvPr id="1043" name="Google Shape;1043;p67"/>
            <p:cNvCxnSpPr/>
            <p:nvPr/>
          </p:nvCxnSpPr>
          <p:spPr>
            <a:xfrm>
              <a:off x="972136" y="4986422"/>
              <a:ext cx="10335900" cy="0"/>
            </a:xfrm>
            <a:prstGeom prst="straightConnector1">
              <a:avLst/>
            </a:prstGeom>
            <a:noFill/>
            <a:ln cap="flat" cmpd="sng" w="12700">
              <a:solidFill>
                <a:srgbClr val="D8D8D8"/>
              </a:solidFill>
              <a:prstDash val="solid"/>
              <a:miter lim="800000"/>
              <a:headEnd len="sm" w="sm" type="none"/>
              <a:tailEnd len="sm" w="sm" type="none"/>
            </a:ln>
          </p:spPr>
        </p:cxnSp>
        <p:cxnSp>
          <p:nvCxnSpPr>
            <p:cNvPr id="1044" name="Google Shape;1044;p67"/>
            <p:cNvCxnSpPr/>
            <p:nvPr/>
          </p:nvCxnSpPr>
          <p:spPr>
            <a:xfrm>
              <a:off x="972136" y="5965447"/>
              <a:ext cx="10335900" cy="0"/>
            </a:xfrm>
            <a:prstGeom prst="straightConnector1">
              <a:avLst/>
            </a:prstGeom>
            <a:noFill/>
            <a:ln cap="flat" cmpd="sng" w="12700">
              <a:solidFill>
                <a:srgbClr val="D8D8D8"/>
              </a:solidFill>
              <a:prstDash val="solid"/>
              <a:miter lim="800000"/>
              <a:headEnd len="sm" w="sm" type="none"/>
              <a:tailEnd len="sm" w="sm" type="none"/>
            </a:ln>
          </p:spPr>
        </p:cxnSp>
      </p:grpSp>
      <p:sp>
        <p:nvSpPr>
          <p:cNvPr id="1045" name="Google Shape;1045;p67"/>
          <p:cNvSpPr/>
          <p:nvPr/>
        </p:nvSpPr>
        <p:spPr>
          <a:xfrm>
            <a:off x="1881404" y="500625"/>
            <a:ext cx="1784700" cy="4333800"/>
          </a:xfrm>
          <a:prstGeom prst="roundRect">
            <a:avLst>
              <a:gd fmla="val 4753" name="adj"/>
            </a:avLst>
          </a:prstGeom>
          <a:solidFill>
            <a:srgbClr val="DAEFF8">
              <a:alpha val="41570"/>
            </a:srgbClr>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046" name="Google Shape;1046;p67"/>
          <p:cNvSpPr txBox="1"/>
          <p:nvPr/>
        </p:nvSpPr>
        <p:spPr>
          <a:xfrm>
            <a:off x="2063077" y="723825"/>
            <a:ext cx="1435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2000">
                <a:solidFill>
                  <a:schemeClr val="accent1"/>
                </a:solidFill>
                <a:latin typeface="Lexend Medium"/>
                <a:ea typeface="Lexend Medium"/>
                <a:cs typeface="Lexend Medium"/>
                <a:sym typeface="Lexend Medium"/>
              </a:rPr>
              <a:t>1</a:t>
            </a:r>
            <a:r>
              <a:rPr baseline="30000" lang="en" sz="2000">
                <a:solidFill>
                  <a:schemeClr val="accent1"/>
                </a:solidFill>
                <a:latin typeface="Lexend Medium"/>
                <a:ea typeface="Lexend Medium"/>
                <a:cs typeface="Lexend Medium"/>
                <a:sym typeface="Lexend Medium"/>
              </a:rPr>
              <a:t>st</a:t>
            </a:r>
            <a:endParaRPr>
              <a:solidFill>
                <a:schemeClr val="accent1"/>
              </a:solidFill>
              <a:latin typeface="Lexend Medium"/>
              <a:ea typeface="Lexend Medium"/>
              <a:cs typeface="Lexend Medium"/>
              <a:sym typeface="Lexend Medium"/>
            </a:endParaRPr>
          </a:p>
          <a:p>
            <a:pPr indent="0" lvl="0" marL="0" marR="0" rtl="0" algn="ctr">
              <a:spcBef>
                <a:spcPts val="0"/>
              </a:spcBef>
              <a:spcAft>
                <a:spcPts val="0"/>
              </a:spcAft>
              <a:buNone/>
            </a:pPr>
            <a:r>
              <a:rPr lang="en" sz="1200">
                <a:solidFill>
                  <a:schemeClr val="accent1"/>
                </a:solidFill>
                <a:latin typeface="Lexend Medium"/>
                <a:ea typeface="Lexend Medium"/>
                <a:cs typeface="Lexend Medium"/>
                <a:sym typeface="Lexend Medium"/>
              </a:rPr>
              <a:t>Quarter</a:t>
            </a:r>
            <a:endParaRPr>
              <a:solidFill>
                <a:schemeClr val="accent1"/>
              </a:solidFill>
              <a:latin typeface="Lexend Medium"/>
              <a:ea typeface="Lexend Medium"/>
              <a:cs typeface="Lexend Medium"/>
              <a:sym typeface="Lexend Medium"/>
            </a:endParaRPr>
          </a:p>
        </p:txBody>
      </p:sp>
      <p:sp>
        <p:nvSpPr>
          <p:cNvPr id="1047" name="Google Shape;1047;p67"/>
          <p:cNvSpPr txBox="1"/>
          <p:nvPr/>
        </p:nvSpPr>
        <p:spPr>
          <a:xfrm>
            <a:off x="7460198" y="723825"/>
            <a:ext cx="1435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2000">
                <a:solidFill>
                  <a:srgbClr val="A5A5A5"/>
                </a:solidFill>
                <a:latin typeface="Lexend Medium"/>
                <a:ea typeface="Lexend Medium"/>
                <a:cs typeface="Lexend Medium"/>
                <a:sym typeface="Lexend Medium"/>
              </a:rPr>
              <a:t>4</a:t>
            </a:r>
            <a:r>
              <a:rPr baseline="30000" lang="en" sz="2000">
                <a:solidFill>
                  <a:srgbClr val="A5A5A5"/>
                </a:solidFill>
                <a:latin typeface="Lexend Medium"/>
                <a:ea typeface="Lexend Medium"/>
                <a:cs typeface="Lexend Medium"/>
                <a:sym typeface="Lexend Medium"/>
              </a:rPr>
              <a:t>th</a:t>
            </a:r>
            <a:endParaRPr>
              <a:solidFill>
                <a:srgbClr val="A5A5A5"/>
              </a:solidFill>
              <a:latin typeface="Lexend Medium"/>
              <a:ea typeface="Lexend Medium"/>
              <a:cs typeface="Lexend Medium"/>
              <a:sym typeface="Lexend Medium"/>
            </a:endParaRPr>
          </a:p>
          <a:p>
            <a:pPr indent="0" lvl="0" marL="0" marR="0" rtl="0" algn="ctr">
              <a:spcBef>
                <a:spcPts val="0"/>
              </a:spcBef>
              <a:spcAft>
                <a:spcPts val="0"/>
              </a:spcAft>
              <a:buNone/>
            </a:pPr>
            <a:r>
              <a:rPr lang="en" sz="1200">
                <a:solidFill>
                  <a:srgbClr val="A5A5A5"/>
                </a:solidFill>
                <a:latin typeface="Lexend Medium"/>
                <a:ea typeface="Lexend Medium"/>
                <a:cs typeface="Lexend Medium"/>
                <a:sym typeface="Lexend Medium"/>
              </a:rPr>
              <a:t>Quarter</a:t>
            </a:r>
            <a:endParaRPr>
              <a:solidFill>
                <a:srgbClr val="A5A5A5"/>
              </a:solidFill>
              <a:latin typeface="Lexend Medium"/>
              <a:ea typeface="Lexend Medium"/>
              <a:cs typeface="Lexend Medium"/>
              <a:sym typeface="Lexend Medium"/>
            </a:endParaRPr>
          </a:p>
        </p:txBody>
      </p:sp>
      <p:sp>
        <p:nvSpPr>
          <p:cNvPr id="1048" name="Google Shape;1048;p67"/>
          <p:cNvSpPr txBox="1"/>
          <p:nvPr/>
        </p:nvSpPr>
        <p:spPr>
          <a:xfrm>
            <a:off x="5637301" y="723825"/>
            <a:ext cx="14736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2000">
                <a:solidFill>
                  <a:srgbClr val="A5A5A5"/>
                </a:solidFill>
                <a:latin typeface="Lexend Medium"/>
                <a:ea typeface="Lexend Medium"/>
                <a:cs typeface="Lexend Medium"/>
                <a:sym typeface="Lexend Medium"/>
              </a:rPr>
              <a:t>3</a:t>
            </a:r>
            <a:r>
              <a:rPr baseline="30000" lang="en" sz="2000">
                <a:solidFill>
                  <a:srgbClr val="A5A5A5"/>
                </a:solidFill>
                <a:latin typeface="Lexend Medium"/>
                <a:ea typeface="Lexend Medium"/>
                <a:cs typeface="Lexend Medium"/>
                <a:sym typeface="Lexend Medium"/>
              </a:rPr>
              <a:t>rd</a:t>
            </a:r>
            <a:endParaRPr>
              <a:solidFill>
                <a:srgbClr val="A5A5A5"/>
              </a:solidFill>
              <a:latin typeface="Lexend Medium"/>
              <a:ea typeface="Lexend Medium"/>
              <a:cs typeface="Lexend Medium"/>
              <a:sym typeface="Lexend Medium"/>
            </a:endParaRPr>
          </a:p>
          <a:p>
            <a:pPr indent="0" lvl="0" marL="0" marR="0" rtl="0" algn="ctr">
              <a:spcBef>
                <a:spcPts val="0"/>
              </a:spcBef>
              <a:spcAft>
                <a:spcPts val="0"/>
              </a:spcAft>
              <a:buNone/>
            </a:pPr>
            <a:r>
              <a:rPr lang="en" sz="1200">
                <a:solidFill>
                  <a:srgbClr val="A5A5A5"/>
                </a:solidFill>
                <a:latin typeface="Lexend Medium"/>
                <a:ea typeface="Lexend Medium"/>
                <a:cs typeface="Lexend Medium"/>
                <a:sym typeface="Lexend Medium"/>
              </a:rPr>
              <a:t>Quarter</a:t>
            </a:r>
            <a:endParaRPr>
              <a:solidFill>
                <a:srgbClr val="A5A5A5"/>
              </a:solidFill>
              <a:latin typeface="Lexend Medium"/>
              <a:ea typeface="Lexend Medium"/>
              <a:cs typeface="Lexend Medium"/>
              <a:sym typeface="Lexend Medium"/>
            </a:endParaRPr>
          </a:p>
        </p:txBody>
      </p:sp>
      <p:sp>
        <p:nvSpPr>
          <p:cNvPr id="1049" name="Google Shape;1049;p67"/>
          <p:cNvSpPr txBox="1"/>
          <p:nvPr/>
        </p:nvSpPr>
        <p:spPr>
          <a:xfrm>
            <a:off x="3852499" y="723825"/>
            <a:ext cx="14355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2000">
                <a:solidFill>
                  <a:srgbClr val="A5A5A5"/>
                </a:solidFill>
                <a:latin typeface="Lexend Medium"/>
                <a:ea typeface="Lexend Medium"/>
                <a:cs typeface="Lexend Medium"/>
                <a:sym typeface="Lexend Medium"/>
              </a:rPr>
              <a:t>2</a:t>
            </a:r>
            <a:r>
              <a:rPr baseline="30000" lang="en" sz="2000">
                <a:solidFill>
                  <a:srgbClr val="A5A5A5"/>
                </a:solidFill>
                <a:latin typeface="Lexend Medium"/>
                <a:ea typeface="Lexend Medium"/>
                <a:cs typeface="Lexend Medium"/>
                <a:sym typeface="Lexend Medium"/>
              </a:rPr>
              <a:t>nd</a:t>
            </a:r>
            <a:endParaRPr>
              <a:solidFill>
                <a:srgbClr val="A5A5A5"/>
              </a:solidFill>
              <a:latin typeface="Lexend Medium"/>
              <a:ea typeface="Lexend Medium"/>
              <a:cs typeface="Lexend Medium"/>
              <a:sym typeface="Lexend Medium"/>
            </a:endParaRPr>
          </a:p>
          <a:p>
            <a:pPr indent="0" lvl="0" marL="0" marR="0" rtl="0" algn="ctr">
              <a:spcBef>
                <a:spcPts val="0"/>
              </a:spcBef>
              <a:spcAft>
                <a:spcPts val="0"/>
              </a:spcAft>
              <a:buNone/>
            </a:pPr>
            <a:r>
              <a:rPr lang="en" sz="1200">
                <a:solidFill>
                  <a:srgbClr val="A5A5A5"/>
                </a:solidFill>
                <a:latin typeface="Lexend Medium"/>
                <a:ea typeface="Lexend Medium"/>
                <a:cs typeface="Lexend Medium"/>
                <a:sym typeface="Lexend Medium"/>
              </a:rPr>
              <a:t>Quarter</a:t>
            </a:r>
            <a:endParaRPr>
              <a:solidFill>
                <a:srgbClr val="A5A5A5"/>
              </a:solidFill>
              <a:latin typeface="Lexend Medium"/>
              <a:ea typeface="Lexend Medium"/>
              <a:cs typeface="Lexend Medium"/>
              <a:sym typeface="Lexend Medium"/>
            </a:endParaRPr>
          </a:p>
        </p:txBody>
      </p:sp>
      <p:sp>
        <p:nvSpPr>
          <p:cNvPr id="1050" name="Google Shape;1050;p67"/>
          <p:cNvSpPr txBox="1"/>
          <p:nvPr/>
        </p:nvSpPr>
        <p:spPr>
          <a:xfrm>
            <a:off x="1979727" y="1812800"/>
            <a:ext cx="1588200" cy="184800"/>
          </a:xfrm>
          <a:prstGeom prst="rect">
            <a:avLst/>
          </a:prstGeom>
          <a:noFill/>
          <a:ln>
            <a:noFill/>
          </a:ln>
        </p:spPr>
        <p:txBody>
          <a:bodyPr anchorCtr="0" anchor="ctr" bIns="45700" lIns="91425" spcFirstLastPara="1" rIns="91425" wrap="square" tIns="0">
            <a:spAutoFit/>
          </a:bodyPr>
          <a:lstStyle/>
          <a:p>
            <a:pPr indent="0" lvl="0" marL="0" marR="0" rtl="0" algn="ctr">
              <a:lnSpc>
                <a:spcPct val="150000"/>
              </a:lnSpc>
              <a:spcBef>
                <a:spcPts val="0"/>
              </a:spcBef>
              <a:spcAft>
                <a:spcPts val="0"/>
              </a:spcAft>
              <a:buNone/>
            </a:pPr>
            <a:r>
              <a:rPr lang="en" sz="900">
                <a:solidFill>
                  <a:schemeClr val="dk1"/>
                </a:solidFill>
                <a:latin typeface="Open Sans"/>
                <a:ea typeface="Open Sans"/>
                <a:cs typeface="Open Sans"/>
                <a:sym typeface="Open Sans"/>
              </a:rPr>
              <a:t>Version 01</a:t>
            </a:r>
            <a:endParaRPr sz="1300">
              <a:solidFill>
                <a:schemeClr val="dk1"/>
              </a:solidFill>
              <a:latin typeface="Open Sans"/>
              <a:ea typeface="Open Sans"/>
              <a:cs typeface="Open Sans"/>
              <a:sym typeface="Open Sans"/>
            </a:endParaRPr>
          </a:p>
        </p:txBody>
      </p:sp>
      <p:sp>
        <p:nvSpPr>
          <p:cNvPr id="1051" name="Google Shape;1051;p67"/>
          <p:cNvSpPr txBox="1"/>
          <p:nvPr/>
        </p:nvSpPr>
        <p:spPr>
          <a:xfrm>
            <a:off x="7334144" y="1812800"/>
            <a:ext cx="1435500" cy="184800"/>
          </a:xfrm>
          <a:prstGeom prst="rect">
            <a:avLst/>
          </a:prstGeom>
          <a:noFill/>
          <a:ln>
            <a:noFill/>
          </a:ln>
        </p:spPr>
        <p:txBody>
          <a:bodyPr anchorCtr="0" anchor="ctr" bIns="45700" lIns="91425" spcFirstLastPara="1" rIns="91425" wrap="square" tIns="0">
            <a:spAutoFit/>
          </a:bodyPr>
          <a:lstStyle/>
          <a:p>
            <a:pPr indent="0" lvl="0" marL="0" marR="0" rtl="0" algn="ctr">
              <a:lnSpc>
                <a:spcPct val="150000"/>
              </a:lnSpc>
              <a:spcBef>
                <a:spcPts val="0"/>
              </a:spcBef>
              <a:spcAft>
                <a:spcPts val="0"/>
              </a:spcAft>
              <a:buNone/>
            </a:pPr>
            <a:r>
              <a:rPr lang="en" sz="900">
                <a:solidFill>
                  <a:schemeClr val="dk1"/>
                </a:solidFill>
                <a:latin typeface="Open Sans"/>
                <a:ea typeface="Open Sans"/>
                <a:cs typeface="Open Sans"/>
                <a:sym typeface="Open Sans"/>
              </a:rPr>
              <a:t>Version 04</a:t>
            </a:r>
            <a:endParaRPr sz="1300">
              <a:solidFill>
                <a:schemeClr val="dk1"/>
              </a:solidFill>
              <a:latin typeface="Open Sans"/>
              <a:ea typeface="Open Sans"/>
              <a:cs typeface="Open Sans"/>
              <a:sym typeface="Open Sans"/>
            </a:endParaRPr>
          </a:p>
        </p:txBody>
      </p:sp>
      <p:sp>
        <p:nvSpPr>
          <p:cNvPr id="1052" name="Google Shape;1052;p67"/>
          <p:cNvSpPr txBox="1"/>
          <p:nvPr/>
        </p:nvSpPr>
        <p:spPr>
          <a:xfrm>
            <a:off x="5549352" y="1812800"/>
            <a:ext cx="1435500" cy="184800"/>
          </a:xfrm>
          <a:prstGeom prst="rect">
            <a:avLst/>
          </a:prstGeom>
          <a:noFill/>
          <a:ln>
            <a:noFill/>
          </a:ln>
        </p:spPr>
        <p:txBody>
          <a:bodyPr anchorCtr="0" anchor="ctr" bIns="45700" lIns="91425" spcFirstLastPara="1" rIns="91425" wrap="square" tIns="0">
            <a:spAutoFit/>
          </a:bodyPr>
          <a:lstStyle/>
          <a:p>
            <a:pPr indent="0" lvl="0" marL="0" marR="0" rtl="0" algn="ctr">
              <a:lnSpc>
                <a:spcPct val="150000"/>
              </a:lnSpc>
              <a:spcBef>
                <a:spcPts val="0"/>
              </a:spcBef>
              <a:spcAft>
                <a:spcPts val="0"/>
              </a:spcAft>
              <a:buNone/>
            </a:pPr>
            <a:r>
              <a:rPr lang="en" sz="900">
                <a:solidFill>
                  <a:schemeClr val="dk1"/>
                </a:solidFill>
                <a:latin typeface="Open Sans"/>
                <a:ea typeface="Open Sans"/>
                <a:cs typeface="Open Sans"/>
                <a:sym typeface="Open Sans"/>
              </a:rPr>
              <a:t>Version 03</a:t>
            </a:r>
            <a:endParaRPr sz="1300">
              <a:solidFill>
                <a:schemeClr val="dk1"/>
              </a:solidFill>
              <a:latin typeface="Open Sans"/>
              <a:ea typeface="Open Sans"/>
              <a:cs typeface="Open Sans"/>
              <a:sym typeface="Open Sans"/>
            </a:endParaRPr>
          </a:p>
        </p:txBody>
      </p:sp>
      <p:sp>
        <p:nvSpPr>
          <p:cNvPr id="1053" name="Google Shape;1053;p67"/>
          <p:cNvSpPr txBox="1"/>
          <p:nvPr/>
        </p:nvSpPr>
        <p:spPr>
          <a:xfrm>
            <a:off x="3764560" y="1812800"/>
            <a:ext cx="1473600" cy="184800"/>
          </a:xfrm>
          <a:prstGeom prst="rect">
            <a:avLst/>
          </a:prstGeom>
          <a:noFill/>
          <a:ln>
            <a:noFill/>
          </a:ln>
        </p:spPr>
        <p:txBody>
          <a:bodyPr anchorCtr="0" anchor="ctr" bIns="45700" lIns="91425" spcFirstLastPara="1" rIns="91425" wrap="square" tIns="0">
            <a:spAutoFit/>
          </a:bodyPr>
          <a:lstStyle/>
          <a:p>
            <a:pPr indent="0" lvl="0" marL="0" marR="0" rtl="0" algn="ctr">
              <a:lnSpc>
                <a:spcPct val="150000"/>
              </a:lnSpc>
              <a:spcBef>
                <a:spcPts val="0"/>
              </a:spcBef>
              <a:spcAft>
                <a:spcPts val="0"/>
              </a:spcAft>
              <a:buNone/>
            </a:pPr>
            <a:r>
              <a:rPr lang="en" sz="900">
                <a:solidFill>
                  <a:schemeClr val="dk1"/>
                </a:solidFill>
                <a:latin typeface="Open Sans"/>
                <a:ea typeface="Open Sans"/>
                <a:cs typeface="Open Sans"/>
                <a:sym typeface="Open Sans"/>
              </a:rPr>
              <a:t>Version 02</a:t>
            </a:r>
            <a:endParaRPr sz="1300">
              <a:solidFill>
                <a:schemeClr val="dk1"/>
              </a:solidFill>
              <a:latin typeface="Open Sans"/>
              <a:ea typeface="Open Sans"/>
              <a:cs typeface="Open Sans"/>
              <a:sym typeface="Open Sans"/>
            </a:endParaRPr>
          </a:p>
        </p:txBody>
      </p:sp>
      <p:sp>
        <p:nvSpPr>
          <p:cNvPr id="1054" name="Google Shape;1054;p67"/>
          <p:cNvSpPr txBox="1"/>
          <p:nvPr/>
        </p:nvSpPr>
        <p:spPr>
          <a:xfrm>
            <a:off x="1979732" y="2484809"/>
            <a:ext cx="1473600" cy="6003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Acquisition: Free app, Limited in-app purchases</a:t>
            </a:r>
            <a:endParaRPr sz="1300">
              <a:solidFill>
                <a:schemeClr val="dk1"/>
              </a:solidFill>
              <a:latin typeface="Open Sans"/>
              <a:ea typeface="Open Sans"/>
              <a:cs typeface="Open Sans"/>
              <a:sym typeface="Open Sans"/>
            </a:endParaRPr>
          </a:p>
        </p:txBody>
      </p:sp>
      <p:sp>
        <p:nvSpPr>
          <p:cNvPr id="1055" name="Google Shape;1055;p67"/>
          <p:cNvSpPr txBox="1"/>
          <p:nvPr/>
        </p:nvSpPr>
        <p:spPr>
          <a:xfrm>
            <a:off x="7334156" y="2649135"/>
            <a:ext cx="1590000" cy="1848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Acquisition: New segment</a:t>
            </a:r>
            <a:endParaRPr sz="1300">
              <a:solidFill>
                <a:schemeClr val="dk1"/>
              </a:solidFill>
              <a:latin typeface="Open Sans"/>
              <a:ea typeface="Open Sans"/>
              <a:cs typeface="Open Sans"/>
              <a:sym typeface="Open Sans"/>
            </a:endParaRPr>
          </a:p>
        </p:txBody>
      </p:sp>
      <p:sp>
        <p:nvSpPr>
          <p:cNvPr id="1056" name="Google Shape;1056;p67"/>
          <p:cNvSpPr txBox="1"/>
          <p:nvPr/>
        </p:nvSpPr>
        <p:spPr>
          <a:xfrm>
            <a:off x="5549348" y="2649136"/>
            <a:ext cx="702600" cy="1848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Retention</a:t>
            </a:r>
            <a:endParaRPr sz="1300">
              <a:solidFill>
                <a:schemeClr val="dk1"/>
              </a:solidFill>
              <a:latin typeface="Open Sans"/>
              <a:ea typeface="Open Sans"/>
              <a:cs typeface="Open Sans"/>
              <a:sym typeface="Open Sans"/>
            </a:endParaRPr>
          </a:p>
        </p:txBody>
      </p:sp>
      <p:sp>
        <p:nvSpPr>
          <p:cNvPr id="1057" name="Google Shape;1057;p67"/>
          <p:cNvSpPr txBox="1"/>
          <p:nvPr/>
        </p:nvSpPr>
        <p:spPr>
          <a:xfrm>
            <a:off x="3764540" y="2566972"/>
            <a:ext cx="1588200" cy="3924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Activation: Focus on in-app purchases</a:t>
            </a:r>
            <a:endParaRPr sz="1300">
              <a:solidFill>
                <a:schemeClr val="dk1"/>
              </a:solidFill>
              <a:latin typeface="Open Sans"/>
              <a:ea typeface="Open Sans"/>
              <a:cs typeface="Open Sans"/>
              <a:sym typeface="Open Sans"/>
            </a:endParaRPr>
          </a:p>
        </p:txBody>
      </p:sp>
      <p:sp>
        <p:nvSpPr>
          <p:cNvPr id="1058" name="Google Shape;1058;p67"/>
          <p:cNvSpPr txBox="1"/>
          <p:nvPr/>
        </p:nvSpPr>
        <p:spPr>
          <a:xfrm>
            <a:off x="1979724" y="3282325"/>
            <a:ext cx="1721400" cy="677100"/>
          </a:xfrm>
          <a:prstGeom prst="rect">
            <a:avLst/>
          </a:prstGeom>
          <a:noFill/>
          <a:ln>
            <a:noFill/>
          </a:ln>
        </p:spPr>
        <p:txBody>
          <a:bodyPr anchorCtr="0" anchor="ctr" bIns="45700" lIns="91425" spcFirstLastPara="1" rIns="91425" wrap="square" tIns="0">
            <a:spAutoFit/>
          </a:bodyPr>
          <a:lstStyle/>
          <a:p>
            <a:pPr indent="-165100" lvl="0" marL="171450" marR="0" rtl="0" algn="l">
              <a:lnSpc>
                <a:spcPct val="150000"/>
              </a:lnSpc>
              <a:spcBef>
                <a:spcPts val="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Basic Game Functionality</a:t>
            </a:r>
            <a:endParaRPr sz="1300">
              <a:solidFill>
                <a:schemeClr val="dk1"/>
              </a:solidFill>
              <a:latin typeface="Open Sans"/>
              <a:ea typeface="Open Sans"/>
              <a:cs typeface="Open Sans"/>
              <a:sym typeface="Open Sans"/>
            </a:endParaRPr>
          </a:p>
          <a:p>
            <a:pPr indent="-165100" lvl="0" marL="171450" marR="0" rtl="0" algn="l">
              <a:lnSpc>
                <a:spcPct val="150000"/>
              </a:lnSpc>
              <a:spcBef>
                <a:spcPts val="30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Multiplayer</a:t>
            </a:r>
            <a:endParaRPr sz="1300">
              <a:solidFill>
                <a:schemeClr val="dk1"/>
              </a:solidFill>
              <a:latin typeface="Open Sans"/>
              <a:ea typeface="Open Sans"/>
              <a:cs typeface="Open Sans"/>
              <a:sym typeface="Open Sans"/>
            </a:endParaRPr>
          </a:p>
          <a:p>
            <a:pPr indent="-165100" lvl="0" marL="171450" marR="0" rtl="0" algn="l">
              <a:lnSpc>
                <a:spcPct val="150000"/>
              </a:lnSpc>
              <a:spcBef>
                <a:spcPts val="30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FB Integration</a:t>
            </a:r>
            <a:endParaRPr sz="1300">
              <a:solidFill>
                <a:schemeClr val="dk1"/>
              </a:solidFill>
              <a:latin typeface="Open Sans"/>
              <a:ea typeface="Open Sans"/>
              <a:cs typeface="Open Sans"/>
              <a:sym typeface="Open Sans"/>
            </a:endParaRPr>
          </a:p>
        </p:txBody>
      </p:sp>
      <p:sp>
        <p:nvSpPr>
          <p:cNvPr id="1059" name="Google Shape;1059;p67"/>
          <p:cNvSpPr txBox="1"/>
          <p:nvPr/>
        </p:nvSpPr>
        <p:spPr>
          <a:xfrm>
            <a:off x="7334156" y="3282325"/>
            <a:ext cx="1590000" cy="431100"/>
          </a:xfrm>
          <a:prstGeom prst="rect">
            <a:avLst/>
          </a:prstGeom>
          <a:noFill/>
          <a:ln>
            <a:noFill/>
          </a:ln>
        </p:spPr>
        <p:txBody>
          <a:bodyPr anchorCtr="0" anchor="ctr" bIns="45700" lIns="91425" spcFirstLastPara="1" rIns="91425" wrap="square" tIns="0">
            <a:spAutoFit/>
          </a:bodyPr>
          <a:lstStyle/>
          <a:p>
            <a:pPr indent="-165100" lvl="0" marL="171450" marR="0" rtl="0" algn="l">
              <a:lnSpc>
                <a:spcPct val="150000"/>
              </a:lnSpc>
              <a:spcBef>
                <a:spcPts val="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Street dance elements</a:t>
            </a:r>
            <a:endParaRPr sz="1300">
              <a:solidFill>
                <a:schemeClr val="dk1"/>
              </a:solidFill>
              <a:latin typeface="Open Sans"/>
              <a:ea typeface="Open Sans"/>
              <a:cs typeface="Open Sans"/>
              <a:sym typeface="Open Sans"/>
            </a:endParaRPr>
          </a:p>
          <a:p>
            <a:pPr indent="-165100" lvl="0" marL="171450" marR="0" rtl="0" algn="l">
              <a:lnSpc>
                <a:spcPct val="150000"/>
              </a:lnSpc>
              <a:spcBef>
                <a:spcPts val="30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Dance competition</a:t>
            </a:r>
            <a:endParaRPr sz="1300">
              <a:solidFill>
                <a:schemeClr val="dk1"/>
              </a:solidFill>
              <a:latin typeface="Open Sans"/>
              <a:ea typeface="Open Sans"/>
              <a:cs typeface="Open Sans"/>
              <a:sym typeface="Open Sans"/>
            </a:endParaRPr>
          </a:p>
        </p:txBody>
      </p:sp>
      <p:sp>
        <p:nvSpPr>
          <p:cNvPr id="1060" name="Google Shape;1060;p67"/>
          <p:cNvSpPr txBox="1"/>
          <p:nvPr/>
        </p:nvSpPr>
        <p:spPr>
          <a:xfrm>
            <a:off x="5549350" y="3282325"/>
            <a:ext cx="1721400" cy="638700"/>
          </a:xfrm>
          <a:prstGeom prst="rect">
            <a:avLst/>
          </a:prstGeom>
          <a:noFill/>
          <a:ln>
            <a:noFill/>
          </a:ln>
        </p:spPr>
        <p:txBody>
          <a:bodyPr anchorCtr="0" anchor="ctr" bIns="45700" lIns="91425" spcFirstLastPara="1" rIns="91425" wrap="square" tIns="0">
            <a:spAutoFit/>
          </a:bodyPr>
          <a:lstStyle/>
          <a:p>
            <a:pPr indent="-165100" lvl="0" marL="171450" marR="0" rtl="0" algn="l">
              <a:lnSpc>
                <a:spcPct val="150000"/>
              </a:lnSpc>
              <a:spcBef>
                <a:spcPts val="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New characters and floors</a:t>
            </a:r>
            <a:endParaRPr sz="1300">
              <a:solidFill>
                <a:schemeClr val="dk1"/>
              </a:solidFill>
              <a:latin typeface="Open Sans"/>
              <a:ea typeface="Open Sans"/>
              <a:cs typeface="Open Sans"/>
              <a:sym typeface="Open Sans"/>
            </a:endParaRPr>
          </a:p>
          <a:p>
            <a:pPr indent="-165100" lvl="0" marL="171450" marR="0" rtl="0" algn="l">
              <a:lnSpc>
                <a:spcPct val="150000"/>
              </a:lnSpc>
              <a:spcBef>
                <a:spcPts val="30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Enhanced visual design</a:t>
            </a:r>
            <a:endParaRPr sz="1300">
              <a:solidFill>
                <a:schemeClr val="dk1"/>
              </a:solidFill>
              <a:latin typeface="Open Sans"/>
              <a:ea typeface="Open Sans"/>
              <a:cs typeface="Open Sans"/>
              <a:sym typeface="Open Sans"/>
            </a:endParaRPr>
          </a:p>
        </p:txBody>
      </p:sp>
      <p:sp>
        <p:nvSpPr>
          <p:cNvPr id="1061" name="Google Shape;1061;p67"/>
          <p:cNvSpPr txBox="1"/>
          <p:nvPr/>
        </p:nvSpPr>
        <p:spPr>
          <a:xfrm>
            <a:off x="3764540" y="3282325"/>
            <a:ext cx="1588200" cy="638700"/>
          </a:xfrm>
          <a:prstGeom prst="rect">
            <a:avLst/>
          </a:prstGeom>
          <a:noFill/>
          <a:ln>
            <a:noFill/>
          </a:ln>
        </p:spPr>
        <p:txBody>
          <a:bodyPr anchorCtr="0" anchor="ctr" bIns="45700" lIns="91425" spcFirstLastPara="1" rIns="91425" wrap="square" tIns="0">
            <a:spAutoFit/>
          </a:bodyPr>
          <a:lstStyle/>
          <a:p>
            <a:pPr indent="-165100" lvl="0" marL="171450" marR="0" rtl="0" algn="l">
              <a:lnSpc>
                <a:spcPct val="150000"/>
              </a:lnSpc>
              <a:spcBef>
                <a:spcPts val="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Purchase Dance Moves</a:t>
            </a:r>
            <a:endParaRPr sz="1300">
              <a:solidFill>
                <a:schemeClr val="dk1"/>
              </a:solidFill>
              <a:latin typeface="Open Sans"/>
              <a:ea typeface="Open Sans"/>
              <a:cs typeface="Open Sans"/>
              <a:sym typeface="Open Sans"/>
            </a:endParaRPr>
          </a:p>
          <a:p>
            <a:pPr indent="-165100" lvl="0" marL="171450" marR="0" rtl="0" algn="l">
              <a:lnSpc>
                <a:spcPct val="150000"/>
              </a:lnSpc>
              <a:spcBef>
                <a:spcPts val="300"/>
              </a:spcBef>
              <a:spcAft>
                <a:spcPts val="0"/>
              </a:spcAft>
              <a:buClr>
                <a:schemeClr val="dk1"/>
              </a:buClr>
              <a:buSzPts val="900"/>
              <a:buFont typeface="Open Sans"/>
              <a:buChar char="•"/>
            </a:pPr>
            <a:r>
              <a:rPr lang="en" sz="900">
                <a:solidFill>
                  <a:schemeClr val="dk1"/>
                </a:solidFill>
                <a:latin typeface="Open Sans"/>
                <a:ea typeface="Open Sans"/>
                <a:cs typeface="Open Sans"/>
                <a:sym typeface="Open Sans"/>
              </a:rPr>
              <a:t>Create new dances</a:t>
            </a:r>
            <a:endParaRPr sz="1300">
              <a:solidFill>
                <a:schemeClr val="dk1"/>
              </a:solidFill>
              <a:latin typeface="Open Sans"/>
              <a:ea typeface="Open Sans"/>
              <a:cs typeface="Open Sans"/>
              <a:sym typeface="Open Sans"/>
            </a:endParaRPr>
          </a:p>
        </p:txBody>
      </p:sp>
      <p:sp>
        <p:nvSpPr>
          <p:cNvPr id="1062" name="Google Shape;1062;p67"/>
          <p:cNvSpPr txBox="1"/>
          <p:nvPr/>
        </p:nvSpPr>
        <p:spPr>
          <a:xfrm>
            <a:off x="1979733" y="4239666"/>
            <a:ext cx="1588200" cy="3924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Downloads: top 10 dance app</a:t>
            </a:r>
            <a:endParaRPr sz="1300">
              <a:solidFill>
                <a:schemeClr val="dk1"/>
              </a:solidFill>
              <a:latin typeface="Open Sans"/>
              <a:ea typeface="Open Sans"/>
              <a:cs typeface="Open Sans"/>
              <a:sym typeface="Open Sans"/>
            </a:endParaRPr>
          </a:p>
        </p:txBody>
      </p:sp>
      <p:sp>
        <p:nvSpPr>
          <p:cNvPr id="1063" name="Google Shape;1063;p67"/>
          <p:cNvSpPr txBox="1"/>
          <p:nvPr/>
        </p:nvSpPr>
        <p:spPr>
          <a:xfrm>
            <a:off x="7334143" y="4321825"/>
            <a:ext cx="1590000" cy="1848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Downloads</a:t>
            </a:r>
            <a:endParaRPr sz="1300">
              <a:solidFill>
                <a:schemeClr val="dk1"/>
              </a:solidFill>
              <a:latin typeface="Open Sans"/>
              <a:ea typeface="Open Sans"/>
              <a:cs typeface="Open Sans"/>
              <a:sym typeface="Open Sans"/>
            </a:endParaRPr>
          </a:p>
        </p:txBody>
      </p:sp>
      <p:sp>
        <p:nvSpPr>
          <p:cNvPr id="1064" name="Google Shape;1064;p67"/>
          <p:cNvSpPr txBox="1"/>
          <p:nvPr/>
        </p:nvSpPr>
        <p:spPr>
          <a:xfrm>
            <a:off x="5549348" y="4239666"/>
            <a:ext cx="1588200" cy="3924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Daily active players, session length</a:t>
            </a:r>
            <a:endParaRPr sz="1300">
              <a:solidFill>
                <a:schemeClr val="dk1"/>
              </a:solidFill>
              <a:latin typeface="Open Sans"/>
              <a:ea typeface="Open Sans"/>
              <a:cs typeface="Open Sans"/>
              <a:sym typeface="Open Sans"/>
            </a:endParaRPr>
          </a:p>
        </p:txBody>
      </p:sp>
      <p:sp>
        <p:nvSpPr>
          <p:cNvPr id="1065" name="Google Shape;1065;p67"/>
          <p:cNvSpPr txBox="1"/>
          <p:nvPr/>
        </p:nvSpPr>
        <p:spPr>
          <a:xfrm>
            <a:off x="3764551" y="4321825"/>
            <a:ext cx="1590000" cy="184800"/>
          </a:xfrm>
          <a:prstGeom prst="rect">
            <a:avLst/>
          </a:prstGeom>
          <a:noFill/>
          <a:ln>
            <a:noFill/>
          </a:ln>
        </p:spPr>
        <p:txBody>
          <a:bodyPr anchorCtr="0" anchor="ctr" bIns="45700" lIns="91425" spcFirstLastPara="1" rIns="91425" wrap="square" tIns="0">
            <a:spAutoFit/>
          </a:bodyPr>
          <a:lstStyle/>
          <a:p>
            <a:pPr indent="0" lvl="0" marL="0" marR="0" rtl="0" algn="l">
              <a:lnSpc>
                <a:spcPct val="150000"/>
              </a:lnSpc>
              <a:spcBef>
                <a:spcPts val="0"/>
              </a:spcBef>
              <a:spcAft>
                <a:spcPts val="0"/>
              </a:spcAft>
              <a:buNone/>
            </a:pPr>
            <a:r>
              <a:rPr lang="en" sz="900">
                <a:solidFill>
                  <a:schemeClr val="dk1"/>
                </a:solidFill>
                <a:latin typeface="Open Sans"/>
                <a:ea typeface="Open Sans"/>
                <a:cs typeface="Open Sans"/>
                <a:sym typeface="Open Sans"/>
              </a:rPr>
              <a:t>Activations, Downloads</a:t>
            </a:r>
            <a:endParaRPr sz="1300">
              <a:solidFill>
                <a:schemeClr val="dk1"/>
              </a:solidFill>
              <a:latin typeface="Open Sans"/>
              <a:ea typeface="Open Sans"/>
              <a:cs typeface="Open Sans"/>
              <a:sym typeface="Open Sans"/>
            </a:endParaRPr>
          </a:p>
        </p:txBody>
      </p:sp>
      <p:sp>
        <p:nvSpPr>
          <p:cNvPr id="1066" name="Google Shape;1066;p67"/>
          <p:cNvSpPr txBox="1"/>
          <p:nvPr/>
        </p:nvSpPr>
        <p:spPr>
          <a:xfrm>
            <a:off x="766523" y="1795250"/>
            <a:ext cx="1061100" cy="261600"/>
          </a:xfrm>
          <a:prstGeom prst="rect">
            <a:avLst/>
          </a:prstGeom>
          <a:no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lang="en" sz="1400">
                <a:solidFill>
                  <a:schemeClr val="accent1"/>
                </a:solidFill>
                <a:latin typeface="Lexend Medium"/>
                <a:ea typeface="Lexend Medium"/>
                <a:cs typeface="Lexend Medium"/>
                <a:sym typeface="Lexend Medium"/>
              </a:rPr>
              <a:t>Name</a:t>
            </a:r>
            <a:endParaRPr>
              <a:solidFill>
                <a:schemeClr val="accent1"/>
              </a:solidFill>
              <a:latin typeface="Lexend Medium"/>
              <a:ea typeface="Lexend Medium"/>
              <a:cs typeface="Lexend Medium"/>
              <a:sym typeface="Lexend Medium"/>
            </a:endParaRPr>
          </a:p>
        </p:txBody>
      </p:sp>
      <p:sp>
        <p:nvSpPr>
          <p:cNvPr id="1067" name="Google Shape;1067;p67"/>
          <p:cNvSpPr txBox="1"/>
          <p:nvPr/>
        </p:nvSpPr>
        <p:spPr>
          <a:xfrm>
            <a:off x="766524" y="2631599"/>
            <a:ext cx="1061100" cy="261600"/>
          </a:xfrm>
          <a:prstGeom prst="rect">
            <a:avLst/>
          </a:prstGeom>
          <a:no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lang="en" sz="1400">
                <a:solidFill>
                  <a:schemeClr val="accent1"/>
                </a:solidFill>
                <a:latin typeface="Lexend Medium"/>
                <a:ea typeface="Lexend Medium"/>
                <a:cs typeface="Lexend Medium"/>
                <a:sym typeface="Lexend Medium"/>
              </a:rPr>
              <a:t>Goal</a:t>
            </a:r>
            <a:endParaRPr>
              <a:solidFill>
                <a:schemeClr val="accent1"/>
              </a:solidFill>
              <a:latin typeface="Lexend Medium"/>
              <a:ea typeface="Lexend Medium"/>
              <a:cs typeface="Lexend Medium"/>
              <a:sym typeface="Lexend Medium"/>
            </a:endParaRPr>
          </a:p>
        </p:txBody>
      </p:sp>
      <p:sp>
        <p:nvSpPr>
          <p:cNvPr id="1068" name="Google Shape;1068;p67"/>
          <p:cNvSpPr txBox="1"/>
          <p:nvPr/>
        </p:nvSpPr>
        <p:spPr>
          <a:xfrm>
            <a:off x="766522" y="3467950"/>
            <a:ext cx="1122900" cy="261600"/>
          </a:xfrm>
          <a:prstGeom prst="rect">
            <a:avLst/>
          </a:prstGeom>
          <a:no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lang="en" sz="1400">
                <a:solidFill>
                  <a:schemeClr val="accent1"/>
                </a:solidFill>
                <a:latin typeface="Lexend Medium"/>
                <a:ea typeface="Lexend Medium"/>
                <a:cs typeface="Lexend Medium"/>
                <a:sym typeface="Lexend Medium"/>
              </a:rPr>
              <a:t>Features</a:t>
            </a:r>
            <a:endParaRPr>
              <a:solidFill>
                <a:schemeClr val="accent1"/>
              </a:solidFill>
              <a:latin typeface="Lexend Medium"/>
              <a:ea typeface="Lexend Medium"/>
              <a:cs typeface="Lexend Medium"/>
              <a:sym typeface="Lexend Medium"/>
            </a:endParaRPr>
          </a:p>
        </p:txBody>
      </p:sp>
      <p:sp>
        <p:nvSpPr>
          <p:cNvPr id="1069" name="Google Shape;1069;p67"/>
          <p:cNvSpPr txBox="1"/>
          <p:nvPr/>
        </p:nvSpPr>
        <p:spPr>
          <a:xfrm>
            <a:off x="766522" y="4304299"/>
            <a:ext cx="1122900" cy="261600"/>
          </a:xfrm>
          <a:prstGeom prst="rect">
            <a:avLst/>
          </a:prstGeom>
          <a:no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lang="en" sz="1400">
                <a:solidFill>
                  <a:schemeClr val="accent1"/>
                </a:solidFill>
                <a:latin typeface="Lexend Medium"/>
                <a:ea typeface="Lexend Medium"/>
                <a:cs typeface="Lexend Medium"/>
                <a:sym typeface="Lexend Medium"/>
              </a:rPr>
              <a:t>Metrics</a:t>
            </a:r>
            <a:endParaRPr>
              <a:solidFill>
                <a:schemeClr val="accent1"/>
              </a:solidFill>
              <a:latin typeface="Lexend Medium"/>
              <a:ea typeface="Lexend Medium"/>
              <a:cs typeface="Lexend Medium"/>
              <a:sym typeface="Lexend Medium"/>
            </a:endParaRPr>
          </a:p>
        </p:txBody>
      </p:sp>
      <p:sp>
        <p:nvSpPr>
          <p:cNvPr id="1070" name="Google Shape;1070;p67"/>
          <p:cNvSpPr/>
          <p:nvPr/>
        </p:nvSpPr>
        <p:spPr>
          <a:xfrm>
            <a:off x="345410" y="3425713"/>
            <a:ext cx="322044" cy="323076"/>
          </a:xfrm>
          <a:custGeom>
            <a:rect b="b" l="l" r="r" t="t"/>
            <a:pathLst>
              <a:path extrusionOk="0" h="2533928" w="2525832">
                <a:moveTo>
                  <a:pt x="569749" y="2100226"/>
                </a:moveTo>
                <a:cubicBezTo>
                  <a:pt x="528703" y="2103140"/>
                  <a:pt x="482963" y="2113017"/>
                  <a:pt x="439733" y="2135361"/>
                </a:cubicBezTo>
                <a:cubicBezTo>
                  <a:pt x="351571" y="2180858"/>
                  <a:pt x="278144" y="2159567"/>
                  <a:pt x="228437" y="2074482"/>
                </a:cubicBezTo>
                <a:cubicBezTo>
                  <a:pt x="160596" y="1958309"/>
                  <a:pt x="93402" y="1841814"/>
                  <a:pt x="25885" y="1725399"/>
                </a:cubicBezTo>
                <a:cubicBezTo>
                  <a:pt x="-21718" y="1643309"/>
                  <a:pt x="-3016" y="1565348"/>
                  <a:pt x="76644" y="1513374"/>
                </a:cubicBezTo>
                <a:cubicBezTo>
                  <a:pt x="199535" y="1433228"/>
                  <a:pt x="246652" y="1294469"/>
                  <a:pt x="196055" y="1161620"/>
                </a:cubicBezTo>
                <a:cubicBezTo>
                  <a:pt x="173630" y="1102765"/>
                  <a:pt x="134366" y="1057753"/>
                  <a:pt x="82311" y="1023347"/>
                </a:cubicBezTo>
                <a:cubicBezTo>
                  <a:pt x="-5689" y="965301"/>
                  <a:pt x="-22851" y="892198"/>
                  <a:pt x="30257" y="800312"/>
                </a:cubicBezTo>
                <a:cubicBezTo>
                  <a:pt x="96074" y="686488"/>
                  <a:pt x="161405" y="572340"/>
                  <a:pt x="227709" y="458758"/>
                </a:cubicBezTo>
                <a:cubicBezTo>
                  <a:pt x="277658" y="373107"/>
                  <a:pt x="350276" y="352382"/>
                  <a:pt x="439004" y="396989"/>
                </a:cubicBezTo>
                <a:cubicBezTo>
                  <a:pt x="618889" y="487498"/>
                  <a:pt x="821360" y="389460"/>
                  <a:pt x="860299" y="193141"/>
                </a:cubicBezTo>
                <a:cubicBezTo>
                  <a:pt x="865643" y="166264"/>
                  <a:pt x="861838" y="138738"/>
                  <a:pt x="868476" y="111861"/>
                </a:cubicBezTo>
                <a:cubicBezTo>
                  <a:pt x="884425" y="46529"/>
                  <a:pt x="938909" y="1599"/>
                  <a:pt x="1006345" y="1437"/>
                </a:cubicBezTo>
                <a:cubicBezTo>
                  <a:pt x="1173276" y="1113"/>
                  <a:pt x="1340289" y="4351"/>
                  <a:pt x="1507140" y="61"/>
                </a:cubicBezTo>
                <a:cubicBezTo>
                  <a:pt x="1597568" y="-2206"/>
                  <a:pt x="1664923" y="59321"/>
                  <a:pt x="1667837" y="154849"/>
                </a:cubicBezTo>
                <a:cubicBezTo>
                  <a:pt x="1671804" y="284945"/>
                  <a:pt x="1764094" y="395127"/>
                  <a:pt x="1890872" y="424028"/>
                </a:cubicBezTo>
                <a:cubicBezTo>
                  <a:pt x="1958551" y="439491"/>
                  <a:pt x="2025340" y="433986"/>
                  <a:pt x="2084924" y="399255"/>
                </a:cubicBezTo>
                <a:cubicBezTo>
                  <a:pt x="2173652" y="347444"/>
                  <a:pt x="2263351" y="381364"/>
                  <a:pt x="2309658" y="467178"/>
                </a:cubicBezTo>
                <a:cubicBezTo>
                  <a:pt x="2372561" y="583755"/>
                  <a:pt x="2441617" y="697012"/>
                  <a:pt x="2507677" y="811808"/>
                </a:cubicBezTo>
                <a:cubicBezTo>
                  <a:pt x="2551960" y="888717"/>
                  <a:pt x="2532369" y="968377"/>
                  <a:pt x="2457727" y="1017356"/>
                </a:cubicBezTo>
                <a:cubicBezTo>
                  <a:pt x="2268776" y="1141300"/>
                  <a:pt x="2267318" y="1387892"/>
                  <a:pt x="2454894" y="1512160"/>
                </a:cubicBezTo>
                <a:cubicBezTo>
                  <a:pt x="2535121" y="1565267"/>
                  <a:pt x="2554146" y="1641528"/>
                  <a:pt x="2506544" y="1724508"/>
                </a:cubicBezTo>
                <a:cubicBezTo>
                  <a:pt x="2439107" y="1842056"/>
                  <a:pt x="2371104" y="1959362"/>
                  <a:pt x="2302696" y="2076344"/>
                </a:cubicBezTo>
                <a:cubicBezTo>
                  <a:pt x="2254284" y="2159243"/>
                  <a:pt x="2179481" y="2180210"/>
                  <a:pt x="2093100" y="2136413"/>
                </a:cubicBezTo>
                <a:cubicBezTo>
                  <a:pt x="1913216" y="2045256"/>
                  <a:pt x="1712363" y="2141675"/>
                  <a:pt x="1670995" y="2338803"/>
                </a:cubicBezTo>
                <a:cubicBezTo>
                  <a:pt x="1665328" y="2365681"/>
                  <a:pt x="1669295" y="2393125"/>
                  <a:pt x="1662737" y="2420084"/>
                </a:cubicBezTo>
                <a:cubicBezTo>
                  <a:pt x="1647922" y="2481367"/>
                  <a:pt x="1600967" y="2525084"/>
                  <a:pt x="1537903" y="2531236"/>
                </a:cubicBezTo>
                <a:cubicBezTo>
                  <a:pt x="1445047" y="2540303"/>
                  <a:pt x="1351866" y="2534556"/>
                  <a:pt x="1258928" y="2534799"/>
                </a:cubicBezTo>
                <a:cubicBezTo>
                  <a:pt x="1173033" y="2535041"/>
                  <a:pt x="1086816" y="2540303"/>
                  <a:pt x="1001163" y="2531803"/>
                </a:cubicBezTo>
                <a:cubicBezTo>
                  <a:pt x="915269" y="2523303"/>
                  <a:pt x="866210" y="2467443"/>
                  <a:pt x="863457" y="2380010"/>
                </a:cubicBezTo>
                <a:cubicBezTo>
                  <a:pt x="858438" y="2225141"/>
                  <a:pt x="730770" y="2100469"/>
                  <a:pt x="569749" y="2100226"/>
                </a:cubicBezTo>
                <a:close/>
                <a:moveTo>
                  <a:pt x="2305691" y="866535"/>
                </a:moveTo>
                <a:cubicBezTo>
                  <a:pt x="2302615" y="860544"/>
                  <a:pt x="2299134" y="853177"/>
                  <a:pt x="2295167" y="846215"/>
                </a:cubicBezTo>
                <a:cubicBezTo>
                  <a:pt x="2251532" y="770925"/>
                  <a:pt x="2207006" y="696203"/>
                  <a:pt x="2164746" y="620185"/>
                </a:cubicBezTo>
                <a:cubicBezTo>
                  <a:pt x="2152684" y="598570"/>
                  <a:pt x="2141593" y="596384"/>
                  <a:pt x="2119330" y="604722"/>
                </a:cubicBezTo>
                <a:cubicBezTo>
                  <a:pt x="2042179" y="633543"/>
                  <a:pt x="1961952" y="641881"/>
                  <a:pt x="1880752" y="628119"/>
                </a:cubicBezTo>
                <a:cubicBezTo>
                  <a:pt x="1667756" y="592093"/>
                  <a:pt x="1513616" y="441515"/>
                  <a:pt x="1472248" y="229005"/>
                </a:cubicBezTo>
                <a:cubicBezTo>
                  <a:pt x="1467714" y="205851"/>
                  <a:pt x="1459537" y="199213"/>
                  <a:pt x="1437193" y="199375"/>
                </a:cubicBezTo>
                <a:cubicBezTo>
                  <a:pt x="1322883" y="200184"/>
                  <a:pt x="1208573" y="200103"/>
                  <a:pt x="1094263" y="199375"/>
                </a:cubicBezTo>
                <a:cubicBezTo>
                  <a:pt x="1072890" y="199213"/>
                  <a:pt x="1063419" y="203746"/>
                  <a:pt x="1058804" y="227952"/>
                </a:cubicBezTo>
                <a:cubicBezTo>
                  <a:pt x="1000516" y="533400"/>
                  <a:pt x="699521" y="706565"/>
                  <a:pt x="407107" y="603346"/>
                </a:cubicBezTo>
                <a:cubicBezTo>
                  <a:pt x="387354" y="596384"/>
                  <a:pt x="378772" y="600027"/>
                  <a:pt x="368977" y="617109"/>
                </a:cubicBezTo>
                <a:cubicBezTo>
                  <a:pt x="324451" y="695312"/>
                  <a:pt x="279278" y="773192"/>
                  <a:pt x="233213" y="850505"/>
                </a:cubicBezTo>
                <a:cubicBezTo>
                  <a:pt x="222527" y="868396"/>
                  <a:pt x="226413" y="878030"/>
                  <a:pt x="241471" y="890821"/>
                </a:cubicBezTo>
                <a:cubicBezTo>
                  <a:pt x="475758" y="1090783"/>
                  <a:pt x="476001" y="1442052"/>
                  <a:pt x="241956" y="1640961"/>
                </a:cubicBezTo>
                <a:cubicBezTo>
                  <a:pt x="225280" y="1655129"/>
                  <a:pt x="223418" y="1665572"/>
                  <a:pt x="234347" y="1683868"/>
                </a:cubicBezTo>
                <a:cubicBezTo>
                  <a:pt x="279439" y="1759400"/>
                  <a:pt x="323804" y="1835418"/>
                  <a:pt x="366953" y="1912083"/>
                </a:cubicBezTo>
                <a:cubicBezTo>
                  <a:pt x="378044" y="1931837"/>
                  <a:pt x="388244" y="1935804"/>
                  <a:pt x="409940" y="1927870"/>
                </a:cubicBezTo>
                <a:cubicBezTo>
                  <a:pt x="490087" y="1898402"/>
                  <a:pt x="573067" y="1888121"/>
                  <a:pt x="657343" y="1905526"/>
                </a:cubicBezTo>
                <a:cubicBezTo>
                  <a:pt x="873334" y="1950133"/>
                  <a:pt x="1007235" y="2080230"/>
                  <a:pt x="1056214" y="2295654"/>
                </a:cubicBezTo>
                <a:cubicBezTo>
                  <a:pt x="1062043" y="2321155"/>
                  <a:pt x="1071838" y="2330222"/>
                  <a:pt x="1098230" y="2329979"/>
                </a:cubicBezTo>
                <a:cubicBezTo>
                  <a:pt x="1209464" y="2328684"/>
                  <a:pt x="1320778" y="2328765"/>
                  <a:pt x="1432093" y="2329898"/>
                </a:cubicBezTo>
                <a:cubicBezTo>
                  <a:pt x="1457919" y="2330141"/>
                  <a:pt x="1468766" y="2322774"/>
                  <a:pt x="1473867" y="2296059"/>
                </a:cubicBezTo>
                <a:cubicBezTo>
                  <a:pt x="1529727" y="2002431"/>
                  <a:pt x="1835983" y="1823760"/>
                  <a:pt x="2123297" y="1928680"/>
                </a:cubicBezTo>
                <a:cubicBezTo>
                  <a:pt x="2144669" y="1936532"/>
                  <a:pt x="2153493" y="1930784"/>
                  <a:pt x="2163613" y="1912893"/>
                </a:cubicBezTo>
                <a:cubicBezTo>
                  <a:pt x="2205792" y="1838009"/>
                  <a:pt x="2248213" y="1763205"/>
                  <a:pt x="2293063" y="1689859"/>
                </a:cubicBezTo>
                <a:cubicBezTo>
                  <a:pt x="2307796" y="1665653"/>
                  <a:pt x="2304639" y="1653510"/>
                  <a:pt x="2283510" y="1635213"/>
                </a:cubicBezTo>
                <a:cubicBezTo>
                  <a:pt x="2174543" y="1540738"/>
                  <a:pt x="2117144" y="1419627"/>
                  <a:pt x="2114554" y="1275849"/>
                </a:cubicBezTo>
                <a:cubicBezTo>
                  <a:pt x="2111721" y="1120089"/>
                  <a:pt x="2172438" y="990883"/>
                  <a:pt x="2290796" y="889121"/>
                </a:cubicBezTo>
                <a:cubicBezTo>
                  <a:pt x="2297434" y="883373"/>
                  <a:pt x="2306420" y="879083"/>
                  <a:pt x="2305691" y="866535"/>
                </a:cubicBezTo>
                <a:close/>
                <a:moveTo>
                  <a:pt x="1753246" y="1265649"/>
                </a:moveTo>
                <a:cubicBezTo>
                  <a:pt x="1759561" y="1530942"/>
                  <a:pt x="1531994" y="1757457"/>
                  <a:pt x="1261519" y="1755352"/>
                </a:cubicBezTo>
                <a:cubicBezTo>
                  <a:pt x="996144" y="1753328"/>
                  <a:pt x="773272" y="1528432"/>
                  <a:pt x="776348" y="1260872"/>
                </a:cubicBezTo>
                <a:cubicBezTo>
                  <a:pt x="779424" y="993960"/>
                  <a:pt x="1006426" y="773354"/>
                  <a:pt x="1272367" y="777078"/>
                </a:cubicBezTo>
                <a:cubicBezTo>
                  <a:pt x="1532884" y="780802"/>
                  <a:pt x="1758832" y="1001246"/>
                  <a:pt x="1753246" y="1265649"/>
                </a:cubicBezTo>
                <a:close/>
                <a:moveTo>
                  <a:pt x="1266052" y="977687"/>
                </a:moveTo>
                <a:cubicBezTo>
                  <a:pt x="1092563" y="984811"/>
                  <a:pt x="978010" y="1111427"/>
                  <a:pt x="977605" y="1268644"/>
                </a:cubicBezTo>
                <a:cubicBezTo>
                  <a:pt x="977201" y="1426670"/>
                  <a:pt x="1109402" y="1556362"/>
                  <a:pt x="1264676" y="1554014"/>
                </a:cubicBezTo>
                <a:cubicBezTo>
                  <a:pt x="1427479" y="1551505"/>
                  <a:pt x="1553689" y="1430556"/>
                  <a:pt x="1552556" y="1263948"/>
                </a:cubicBezTo>
                <a:cubicBezTo>
                  <a:pt x="1551422" y="1099445"/>
                  <a:pt x="1426264" y="983921"/>
                  <a:pt x="1266052" y="97768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1" name="Google Shape;1071;p67"/>
          <p:cNvSpPr/>
          <p:nvPr/>
        </p:nvSpPr>
        <p:spPr>
          <a:xfrm>
            <a:off x="367605" y="1769548"/>
            <a:ext cx="295895" cy="279359"/>
          </a:xfrm>
          <a:custGeom>
            <a:rect b="b" l="l" r="r" t="t"/>
            <a:pathLst>
              <a:path extrusionOk="0" h="2598693" w="2752509">
                <a:moveTo>
                  <a:pt x="0" y="2113928"/>
                </a:moveTo>
                <a:cubicBezTo>
                  <a:pt x="0" y="1410014"/>
                  <a:pt x="0" y="706019"/>
                  <a:pt x="0" y="2105"/>
                </a:cubicBezTo>
                <a:cubicBezTo>
                  <a:pt x="11577" y="1457"/>
                  <a:pt x="23234" y="162"/>
                  <a:pt x="34811" y="162"/>
                </a:cubicBezTo>
                <a:cubicBezTo>
                  <a:pt x="375960" y="81"/>
                  <a:pt x="717028" y="243"/>
                  <a:pt x="1058178" y="0"/>
                </a:cubicBezTo>
                <a:cubicBezTo>
                  <a:pt x="1178479" y="-81"/>
                  <a:pt x="1278136" y="46307"/>
                  <a:pt x="1358120" y="134225"/>
                </a:cubicBezTo>
                <a:cubicBezTo>
                  <a:pt x="1377145" y="155112"/>
                  <a:pt x="1395684" y="162236"/>
                  <a:pt x="1422885" y="162236"/>
                </a:cubicBezTo>
                <a:cubicBezTo>
                  <a:pt x="1855596" y="161508"/>
                  <a:pt x="2288227" y="161751"/>
                  <a:pt x="2720937" y="161751"/>
                </a:cubicBezTo>
                <a:cubicBezTo>
                  <a:pt x="2760201" y="161751"/>
                  <a:pt x="2760363" y="161912"/>
                  <a:pt x="2760363" y="199476"/>
                </a:cubicBezTo>
                <a:cubicBezTo>
                  <a:pt x="2760363" y="826077"/>
                  <a:pt x="2760363" y="1452597"/>
                  <a:pt x="2760363" y="2079198"/>
                </a:cubicBezTo>
                <a:cubicBezTo>
                  <a:pt x="2760363" y="2115790"/>
                  <a:pt x="2760119" y="2115952"/>
                  <a:pt x="2722718" y="2116033"/>
                </a:cubicBezTo>
                <a:cubicBezTo>
                  <a:pt x="2529719" y="2116114"/>
                  <a:pt x="2336719" y="2116033"/>
                  <a:pt x="2143719" y="2116114"/>
                </a:cubicBezTo>
                <a:cubicBezTo>
                  <a:pt x="2109313" y="2116114"/>
                  <a:pt x="2108584" y="2116842"/>
                  <a:pt x="2108584" y="2150682"/>
                </a:cubicBezTo>
                <a:cubicBezTo>
                  <a:pt x="2108503" y="2288955"/>
                  <a:pt x="2108018" y="2427147"/>
                  <a:pt x="2108990" y="2565420"/>
                </a:cubicBezTo>
                <a:cubicBezTo>
                  <a:pt x="2109152" y="2591084"/>
                  <a:pt x="2103565" y="2601608"/>
                  <a:pt x="2074987" y="2601527"/>
                </a:cubicBezTo>
                <a:cubicBezTo>
                  <a:pt x="1610866" y="2600717"/>
                  <a:pt x="1146825" y="2600717"/>
                  <a:pt x="682703" y="2601446"/>
                </a:cubicBezTo>
                <a:cubicBezTo>
                  <a:pt x="656392" y="2601446"/>
                  <a:pt x="649268" y="2592703"/>
                  <a:pt x="649430" y="2567363"/>
                </a:cubicBezTo>
                <a:cubicBezTo>
                  <a:pt x="650402" y="2429090"/>
                  <a:pt x="649916" y="2290898"/>
                  <a:pt x="649835" y="2152625"/>
                </a:cubicBezTo>
                <a:cubicBezTo>
                  <a:pt x="649835" y="2116842"/>
                  <a:pt x="649187" y="2116195"/>
                  <a:pt x="613890" y="2116114"/>
                </a:cubicBezTo>
                <a:cubicBezTo>
                  <a:pt x="421781" y="2116033"/>
                  <a:pt x="229673" y="2116114"/>
                  <a:pt x="37563" y="2116033"/>
                </a:cubicBezTo>
                <a:cubicBezTo>
                  <a:pt x="25015" y="2115871"/>
                  <a:pt x="12548" y="2114575"/>
                  <a:pt x="0" y="2113928"/>
                </a:cubicBezTo>
                <a:close/>
                <a:moveTo>
                  <a:pt x="163693" y="1058097"/>
                </a:moveTo>
                <a:cubicBezTo>
                  <a:pt x="163693" y="1341768"/>
                  <a:pt x="163693" y="1625438"/>
                  <a:pt x="163693" y="1909109"/>
                </a:cubicBezTo>
                <a:cubicBezTo>
                  <a:pt x="163693" y="1950153"/>
                  <a:pt x="163774" y="1950234"/>
                  <a:pt x="205790" y="1950234"/>
                </a:cubicBezTo>
                <a:cubicBezTo>
                  <a:pt x="342201" y="1950234"/>
                  <a:pt x="478693" y="1950315"/>
                  <a:pt x="615105" y="1950234"/>
                </a:cubicBezTo>
                <a:cubicBezTo>
                  <a:pt x="649026" y="1950234"/>
                  <a:pt x="649754" y="1949506"/>
                  <a:pt x="649754" y="1915180"/>
                </a:cubicBezTo>
                <a:cubicBezTo>
                  <a:pt x="649835" y="1776907"/>
                  <a:pt x="650402" y="1638715"/>
                  <a:pt x="649268" y="1500442"/>
                </a:cubicBezTo>
                <a:cubicBezTo>
                  <a:pt x="649026" y="1473969"/>
                  <a:pt x="655988" y="1464821"/>
                  <a:pt x="683837" y="1464902"/>
                </a:cubicBezTo>
                <a:cubicBezTo>
                  <a:pt x="1147068" y="1465712"/>
                  <a:pt x="1610218" y="1465469"/>
                  <a:pt x="2073450" y="1465469"/>
                </a:cubicBezTo>
                <a:cubicBezTo>
                  <a:pt x="2108179" y="1465469"/>
                  <a:pt x="2108341" y="1465712"/>
                  <a:pt x="2108422" y="1502223"/>
                </a:cubicBezTo>
                <a:cubicBezTo>
                  <a:pt x="2108503" y="1640496"/>
                  <a:pt x="2108990" y="1778688"/>
                  <a:pt x="2107937" y="1916961"/>
                </a:cubicBezTo>
                <a:cubicBezTo>
                  <a:pt x="2107775" y="1943191"/>
                  <a:pt x="2116518" y="1950963"/>
                  <a:pt x="2142262" y="1950720"/>
                </a:cubicBezTo>
                <a:cubicBezTo>
                  <a:pt x="2279564" y="1949668"/>
                  <a:pt x="2416946" y="1950234"/>
                  <a:pt x="2554330" y="1950234"/>
                </a:cubicBezTo>
                <a:cubicBezTo>
                  <a:pt x="2594565" y="1950234"/>
                  <a:pt x="2594646" y="1950153"/>
                  <a:pt x="2594646" y="1909999"/>
                </a:cubicBezTo>
                <a:cubicBezTo>
                  <a:pt x="2594646" y="1504247"/>
                  <a:pt x="2594646" y="1098494"/>
                  <a:pt x="2594646" y="692742"/>
                </a:cubicBezTo>
                <a:cubicBezTo>
                  <a:pt x="2594646" y="650645"/>
                  <a:pt x="2594565" y="650564"/>
                  <a:pt x="2553519" y="650564"/>
                </a:cubicBezTo>
                <a:cubicBezTo>
                  <a:pt x="2291383" y="650564"/>
                  <a:pt x="2029247" y="650564"/>
                  <a:pt x="1767192" y="650564"/>
                </a:cubicBezTo>
                <a:cubicBezTo>
                  <a:pt x="1620904" y="650564"/>
                  <a:pt x="1474535" y="650078"/>
                  <a:pt x="1328248" y="650969"/>
                </a:cubicBezTo>
                <a:cubicBezTo>
                  <a:pt x="1303799" y="651131"/>
                  <a:pt x="1295137" y="643521"/>
                  <a:pt x="1295865" y="618748"/>
                </a:cubicBezTo>
                <a:cubicBezTo>
                  <a:pt x="1297403" y="567665"/>
                  <a:pt x="1295865" y="516420"/>
                  <a:pt x="1296432" y="465255"/>
                </a:cubicBezTo>
                <a:cubicBezTo>
                  <a:pt x="1296837" y="427449"/>
                  <a:pt x="1296675" y="389642"/>
                  <a:pt x="1288175" y="352807"/>
                </a:cubicBezTo>
                <a:cubicBezTo>
                  <a:pt x="1261621" y="237849"/>
                  <a:pt x="1164311" y="165960"/>
                  <a:pt x="1034943" y="165798"/>
                </a:cubicBezTo>
                <a:cubicBezTo>
                  <a:pt x="757588" y="165475"/>
                  <a:pt x="480151" y="165636"/>
                  <a:pt x="202795" y="165717"/>
                </a:cubicBezTo>
                <a:cubicBezTo>
                  <a:pt x="163693" y="165717"/>
                  <a:pt x="163612" y="165798"/>
                  <a:pt x="163612" y="204414"/>
                </a:cubicBezTo>
                <a:cubicBezTo>
                  <a:pt x="163693" y="488975"/>
                  <a:pt x="163693" y="773536"/>
                  <a:pt x="163693" y="1058097"/>
                </a:cubicBezTo>
                <a:close/>
                <a:moveTo>
                  <a:pt x="1379007" y="1631105"/>
                </a:moveTo>
                <a:cubicBezTo>
                  <a:pt x="1203090" y="1631105"/>
                  <a:pt x="1027253" y="1631105"/>
                  <a:pt x="851335" y="1631105"/>
                </a:cubicBezTo>
                <a:cubicBezTo>
                  <a:pt x="816119" y="1631105"/>
                  <a:pt x="815552" y="1631753"/>
                  <a:pt x="815552" y="1667778"/>
                </a:cubicBezTo>
                <a:cubicBezTo>
                  <a:pt x="815552" y="1911861"/>
                  <a:pt x="815471" y="2155944"/>
                  <a:pt x="815552" y="2400108"/>
                </a:cubicBezTo>
                <a:cubicBezTo>
                  <a:pt x="815552" y="2434352"/>
                  <a:pt x="816281" y="2435081"/>
                  <a:pt x="850282" y="2435081"/>
                </a:cubicBezTo>
                <a:cubicBezTo>
                  <a:pt x="1203009" y="2435162"/>
                  <a:pt x="1555654" y="2435162"/>
                  <a:pt x="1908299" y="2435081"/>
                </a:cubicBezTo>
                <a:cubicBezTo>
                  <a:pt x="1941896" y="2435081"/>
                  <a:pt x="1942705" y="2434190"/>
                  <a:pt x="1942705" y="2399784"/>
                </a:cubicBezTo>
                <a:cubicBezTo>
                  <a:pt x="1942786" y="2155701"/>
                  <a:pt x="1942786" y="1911618"/>
                  <a:pt x="1942705" y="1667454"/>
                </a:cubicBezTo>
                <a:cubicBezTo>
                  <a:pt x="1942705" y="1631834"/>
                  <a:pt x="1942058" y="1631105"/>
                  <a:pt x="1906599" y="1631105"/>
                </a:cubicBezTo>
                <a:cubicBezTo>
                  <a:pt x="1730762" y="1631024"/>
                  <a:pt x="1554925" y="1631105"/>
                  <a:pt x="1379007" y="1631105"/>
                </a:cubicBezTo>
                <a:close/>
                <a:moveTo>
                  <a:pt x="2024390" y="327306"/>
                </a:moveTo>
                <a:cubicBezTo>
                  <a:pt x="1848553" y="327306"/>
                  <a:pt x="1672717" y="327306"/>
                  <a:pt x="1496798" y="327306"/>
                </a:cubicBezTo>
                <a:cubicBezTo>
                  <a:pt x="1489594" y="327306"/>
                  <a:pt x="1482470" y="327387"/>
                  <a:pt x="1475264" y="327468"/>
                </a:cubicBezTo>
                <a:cubicBezTo>
                  <a:pt x="1462959" y="327711"/>
                  <a:pt x="1457292" y="333135"/>
                  <a:pt x="1459235" y="346169"/>
                </a:cubicBezTo>
                <a:cubicBezTo>
                  <a:pt x="1464254" y="379199"/>
                  <a:pt x="1461421" y="412472"/>
                  <a:pt x="1461825" y="445583"/>
                </a:cubicBezTo>
                <a:cubicBezTo>
                  <a:pt x="1462311" y="484685"/>
                  <a:pt x="1461987" y="484766"/>
                  <a:pt x="1500523" y="484766"/>
                </a:cubicBezTo>
                <a:cubicBezTo>
                  <a:pt x="1771483" y="484766"/>
                  <a:pt x="2042443" y="484766"/>
                  <a:pt x="2313404" y="484766"/>
                </a:cubicBezTo>
                <a:cubicBezTo>
                  <a:pt x="2397760" y="484766"/>
                  <a:pt x="2482116" y="484361"/>
                  <a:pt x="2566392" y="485009"/>
                </a:cubicBezTo>
                <a:cubicBezTo>
                  <a:pt x="2587359" y="485170"/>
                  <a:pt x="2595536" y="477480"/>
                  <a:pt x="2594808" y="456593"/>
                </a:cubicBezTo>
                <a:cubicBezTo>
                  <a:pt x="2593755" y="426153"/>
                  <a:pt x="2594565" y="395552"/>
                  <a:pt x="2594565" y="365112"/>
                </a:cubicBezTo>
                <a:cubicBezTo>
                  <a:pt x="2594483" y="327387"/>
                  <a:pt x="2594483" y="327306"/>
                  <a:pt x="2557244" y="327306"/>
                </a:cubicBezTo>
                <a:cubicBezTo>
                  <a:pt x="2379707" y="327306"/>
                  <a:pt x="2202089" y="327306"/>
                  <a:pt x="2024390" y="327306"/>
                </a:cubicBezTo>
                <a:close/>
                <a:moveTo>
                  <a:pt x="994709" y="1950315"/>
                </a:moveTo>
                <a:cubicBezTo>
                  <a:pt x="980460" y="1950072"/>
                  <a:pt x="973093" y="1955578"/>
                  <a:pt x="973174" y="1970716"/>
                </a:cubicBezTo>
                <a:cubicBezTo>
                  <a:pt x="973498" y="2011923"/>
                  <a:pt x="973417" y="2053130"/>
                  <a:pt x="973093" y="2094336"/>
                </a:cubicBezTo>
                <a:cubicBezTo>
                  <a:pt x="973012" y="2108504"/>
                  <a:pt x="978355" y="2115952"/>
                  <a:pt x="993494" y="2115871"/>
                </a:cubicBezTo>
                <a:cubicBezTo>
                  <a:pt x="1034701" y="2115547"/>
                  <a:pt x="1075907" y="2115628"/>
                  <a:pt x="1117114" y="2115952"/>
                </a:cubicBezTo>
                <a:cubicBezTo>
                  <a:pt x="1131282" y="2116033"/>
                  <a:pt x="1138729" y="2110690"/>
                  <a:pt x="1138648" y="2095551"/>
                </a:cubicBezTo>
                <a:cubicBezTo>
                  <a:pt x="1138325" y="2054344"/>
                  <a:pt x="1138244" y="2013137"/>
                  <a:pt x="1138729" y="1971931"/>
                </a:cubicBezTo>
                <a:cubicBezTo>
                  <a:pt x="1138891" y="1955335"/>
                  <a:pt x="1130876" y="1949911"/>
                  <a:pt x="1115576" y="1950315"/>
                </a:cubicBezTo>
                <a:cubicBezTo>
                  <a:pt x="1095904" y="1950801"/>
                  <a:pt x="1076150" y="1950396"/>
                  <a:pt x="1056478" y="1950477"/>
                </a:cubicBezTo>
                <a:cubicBezTo>
                  <a:pt x="1035915" y="1950396"/>
                  <a:pt x="1015352" y="1950639"/>
                  <a:pt x="994709" y="1950315"/>
                </a:cubicBezTo>
                <a:close/>
                <a:moveTo>
                  <a:pt x="1296351" y="2032972"/>
                </a:moveTo>
                <a:cubicBezTo>
                  <a:pt x="1296351" y="2115871"/>
                  <a:pt x="1296351" y="2115871"/>
                  <a:pt x="1379169" y="2115871"/>
                </a:cubicBezTo>
                <a:cubicBezTo>
                  <a:pt x="1462068" y="2115871"/>
                  <a:pt x="1462068" y="2115871"/>
                  <a:pt x="1462068" y="2033052"/>
                </a:cubicBezTo>
                <a:cubicBezTo>
                  <a:pt x="1462068" y="1950153"/>
                  <a:pt x="1462068" y="1950153"/>
                  <a:pt x="1379250" y="1950153"/>
                </a:cubicBezTo>
                <a:cubicBezTo>
                  <a:pt x="1296351" y="1950234"/>
                  <a:pt x="1296351" y="1950234"/>
                  <a:pt x="1296351" y="2032972"/>
                </a:cubicBezTo>
                <a:close/>
                <a:moveTo>
                  <a:pt x="1779255" y="1957197"/>
                </a:moveTo>
                <a:cubicBezTo>
                  <a:pt x="1760716" y="1938253"/>
                  <a:pt x="1726391" y="1950882"/>
                  <a:pt x="1699108" y="1950558"/>
                </a:cubicBezTo>
                <a:cubicBezTo>
                  <a:pt x="1619528" y="1949506"/>
                  <a:pt x="1619043" y="1950234"/>
                  <a:pt x="1619852" y="2030948"/>
                </a:cubicBezTo>
                <a:cubicBezTo>
                  <a:pt x="1620095" y="2057501"/>
                  <a:pt x="1608356" y="2091179"/>
                  <a:pt x="1625600" y="2108909"/>
                </a:cubicBezTo>
                <a:cubicBezTo>
                  <a:pt x="1644058" y="2127933"/>
                  <a:pt x="1678464" y="2115223"/>
                  <a:pt x="1705746" y="2115547"/>
                </a:cubicBezTo>
                <a:cubicBezTo>
                  <a:pt x="1785326" y="2116599"/>
                  <a:pt x="1785326" y="2115952"/>
                  <a:pt x="1785326" y="2030867"/>
                </a:cubicBezTo>
                <a:cubicBezTo>
                  <a:pt x="1782736" y="2008685"/>
                  <a:pt x="1796660" y="1975007"/>
                  <a:pt x="1779255" y="195719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67"/>
          <p:cNvSpPr/>
          <p:nvPr/>
        </p:nvSpPr>
        <p:spPr>
          <a:xfrm>
            <a:off x="348765" y="2578917"/>
            <a:ext cx="334187" cy="334187"/>
          </a:xfrm>
          <a:custGeom>
            <a:rect b="b" l="l" r="r" t="t"/>
            <a:pathLst>
              <a:path extrusionOk="0" h="3108717" w="3108717">
                <a:moveTo>
                  <a:pt x="243" y="1763360"/>
                </a:moveTo>
                <a:cubicBezTo>
                  <a:pt x="14491" y="1667346"/>
                  <a:pt x="29792" y="1571493"/>
                  <a:pt x="64360" y="1480256"/>
                </a:cubicBezTo>
                <a:cubicBezTo>
                  <a:pt x="233073" y="1034592"/>
                  <a:pt x="549692" y="759584"/>
                  <a:pt x="1018024" y="669399"/>
                </a:cubicBezTo>
                <a:cubicBezTo>
                  <a:pt x="1306552" y="613863"/>
                  <a:pt x="1580912" y="666565"/>
                  <a:pt x="1837948" y="809453"/>
                </a:cubicBezTo>
                <a:cubicBezTo>
                  <a:pt x="1863692" y="823782"/>
                  <a:pt x="1867578" y="835845"/>
                  <a:pt x="1850820" y="860455"/>
                </a:cubicBezTo>
                <a:cubicBezTo>
                  <a:pt x="1824752" y="898910"/>
                  <a:pt x="1800951" y="939064"/>
                  <a:pt x="1778446" y="979785"/>
                </a:cubicBezTo>
                <a:cubicBezTo>
                  <a:pt x="1766545" y="1001400"/>
                  <a:pt x="1755535" y="1001886"/>
                  <a:pt x="1735458" y="990228"/>
                </a:cubicBezTo>
                <a:cubicBezTo>
                  <a:pt x="1613052" y="919068"/>
                  <a:pt x="1480688" y="875756"/>
                  <a:pt x="1340230" y="861993"/>
                </a:cubicBezTo>
                <a:cubicBezTo>
                  <a:pt x="1065626" y="835197"/>
                  <a:pt x="816200" y="903848"/>
                  <a:pt x="598266" y="1074503"/>
                </a:cubicBezTo>
                <a:cubicBezTo>
                  <a:pt x="387861" y="1239411"/>
                  <a:pt x="259222" y="1455807"/>
                  <a:pt x="216396" y="1719562"/>
                </a:cubicBezTo>
                <a:cubicBezTo>
                  <a:pt x="142564" y="2173969"/>
                  <a:pt x="381708" y="2622143"/>
                  <a:pt x="805838" y="2816033"/>
                </a:cubicBezTo>
                <a:cubicBezTo>
                  <a:pt x="947106" y="2880636"/>
                  <a:pt x="1095742" y="2912290"/>
                  <a:pt x="1250368" y="2908242"/>
                </a:cubicBezTo>
                <a:cubicBezTo>
                  <a:pt x="1746468" y="2895370"/>
                  <a:pt x="2149710" y="2541915"/>
                  <a:pt x="2237953" y="2069941"/>
                </a:cubicBezTo>
                <a:cubicBezTo>
                  <a:pt x="2283531" y="1826263"/>
                  <a:pt x="2243619" y="1595214"/>
                  <a:pt x="2122671" y="1378818"/>
                </a:cubicBezTo>
                <a:cubicBezTo>
                  <a:pt x="2110042" y="1356231"/>
                  <a:pt x="2110366" y="1344654"/>
                  <a:pt x="2134491" y="1331620"/>
                </a:cubicBezTo>
                <a:cubicBezTo>
                  <a:pt x="2175454" y="1309600"/>
                  <a:pt x="2215204" y="1285232"/>
                  <a:pt x="2253982" y="1259569"/>
                </a:cubicBezTo>
                <a:cubicBezTo>
                  <a:pt x="2276164" y="1244916"/>
                  <a:pt x="2287498" y="1247507"/>
                  <a:pt x="2300856" y="1271146"/>
                </a:cubicBezTo>
                <a:cubicBezTo>
                  <a:pt x="2374526" y="1402133"/>
                  <a:pt x="2425366" y="1541297"/>
                  <a:pt x="2447467" y="1689770"/>
                </a:cubicBezTo>
                <a:cubicBezTo>
                  <a:pt x="2487621" y="1958869"/>
                  <a:pt x="2449734" y="2217119"/>
                  <a:pt x="2318990" y="2456749"/>
                </a:cubicBezTo>
                <a:cubicBezTo>
                  <a:pt x="2128905" y="2805265"/>
                  <a:pt x="1837139" y="3018990"/>
                  <a:pt x="1446363" y="3095170"/>
                </a:cubicBezTo>
                <a:cubicBezTo>
                  <a:pt x="1413738" y="3101565"/>
                  <a:pt x="1380789" y="3105856"/>
                  <a:pt x="1347921" y="3111199"/>
                </a:cubicBezTo>
                <a:cubicBezTo>
                  <a:pt x="1268988" y="3111199"/>
                  <a:pt x="1190056" y="3111199"/>
                  <a:pt x="1111124" y="3111199"/>
                </a:cubicBezTo>
                <a:cubicBezTo>
                  <a:pt x="1077365" y="3105775"/>
                  <a:pt x="1043282" y="3101727"/>
                  <a:pt x="1009766" y="3094684"/>
                </a:cubicBezTo>
                <a:cubicBezTo>
                  <a:pt x="547183" y="2997617"/>
                  <a:pt x="232587" y="2727305"/>
                  <a:pt x="64846" y="2285851"/>
                </a:cubicBezTo>
                <a:cubicBezTo>
                  <a:pt x="29873" y="2193723"/>
                  <a:pt x="14167" y="2096980"/>
                  <a:pt x="0" y="2000075"/>
                </a:cubicBezTo>
                <a:cubicBezTo>
                  <a:pt x="243" y="1921224"/>
                  <a:pt x="243" y="1842292"/>
                  <a:pt x="243" y="1763360"/>
                </a:cubicBezTo>
                <a:close/>
                <a:moveTo>
                  <a:pt x="3031971" y="383381"/>
                </a:moveTo>
                <a:cubicBezTo>
                  <a:pt x="2954415" y="369780"/>
                  <a:pt x="2876454" y="358284"/>
                  <a:pt x="2798493" y="347355"/>
                </a:cubicBezTo>
                <a:cubicBezTo>
                  <a:pt x="2778335" y="344522"/>
                  <a:pt x="2767568" y="337236"/>
                  <a:pt x="2764734" y="316349"/>
                </a:cubicBezTo>
                <a:cubicBezTo>
                  <a:pt x="2754939" y="245350"/>
                  <a:pt x="2743848" y="174514"/>
                  <a:pt x="2733728" y="103515"/>
                </a:cubicBezTo>
                <a:cubicBezTo>
                  <a:pt x="2727090" y="57208"/>
                  <a:pt x="2708065" y="19887"/>
                  <a:pt x="2660301" y="5315"/>
                </a:cubicBezTo>
                <a:cubicBezTo>
                  <a:pt x="2613994" y="-8852"/>
                  <a:pt x="2576592" y="6125"/>
                  <a:pt x="2542753" y="40450"/>
                </a:cubicBezTo>
                <a:cubicBezTo>
                  <a:pt x="2428443" y="156541"/>
                  <a:pt x="2313809" y="272309"/>
                  <a:pt x="2196908" y="385728"/>
                </a:cubicBezTo>
                <a:cubicBezTo>
                  <a:pt x="2158292" y="423211"/>
                  <a:pt x="2147768" y="464580"/>
                  <a:pt x="2155620" y="514691"/>
                </a:cubicBezTo>
                <a:cubicBezTo>
                  <a:pt x="2167197" y="588524"/>
                  <a:pt x="2178045" y="662436"/>
                  <a:pt x="2189703" y="736269"/>
                </a:cubicBezTo>
                <a:cubicBezTo>
                  <a:pt x="2193265" y="759017"/>
                  <a:pt x="2187436" y="776261"/>
                  <a:pt x="2170516" y="793181"/>
                </a:cubicBezTo>
                <a:cubicBezTo>
                  <a:pt x="1880774" y="1083004"/>
                  <a:pt x="1591599" y="1373313"/>
                  <a:pt x="1302747" y="1663945"/>
                </a:cubicBezTo>
                <a:cubicBezTo>
                  <a:pt x="1287608" y="1679165"/>
                  <a:pt x="1272550" y="1684427"/>
                  <a:pt x="1251502" y="1681594"/>
                </a:cubicBezTo>
                <a:cubicBezTo>
                  <a:pt x="1134601" y="1665484"/>
                  <a:pt x="1023367" y="1765707"/>
                  <a:pt x="1025634" y="1884308"/>
                </a:cubicBezTo>
                <a:cubicBezTo>
                  <a:pt x="1027739" y="1996756"/>
                  <a:pt x="1129177" y="2093580"/>
                  <a:pt x="1237496" y="2085970"/>
                </a:cubicBezTo>
                <a:cubicBezTo>
                  <a:pt x="1369536" y="2076741"/>
                  <a:pt x="1446930" y="1960893"/>
                  <a:pt x="1429929" y="1856621"/>
                </a:cubicBezTo>
                <a:cubicBezTo>
                  <a:pt x="1426853" y="1837758"/>
                  <a:pt x="1432600" y="1824158"/>
                  <a:pt x="1446121" y="1810800"/>
                </a:cubicBezTo>
                <a:cubicBezTo>
                  <a:pt x="1521652" y="1736158"/>
                  <a:pt x="1596456" y="1660707"/>
                  <a:pt x="1671583" y="1585499"/>
                </a:cubicBezTo>
                <a:cubicBezTo>
                  <a:pt x="1886845" y="1369994"/>
                  <a:pt x="2102189" y="1154650"/>
                  <a:pt x="2316966" y="938821"/>
                </a:cubicBezTo>
                <a:cubicBezTo>
                  <a:pt x="2332510" y="923196"/>
                  <a:pt x="2346596" y="916234"/>
                  <a:pt x="2369668" y="920363"/>
                </a:cubicBezTo>
                <a:cubicBezTo>
                  <a:pt x="2444229" y="933640"/>
                  <a:pt x="2519437" y="942950"/>
                  <a:pt x="2593998" y="956065"/>
                </a:cubicBezTo>
                <a:cubicBezTo>
                  <a:pt x="2645810" y="965132"/>
                  <a:pt x="2687664" y="954526"/>
                  <a:pt x="2725794" y="915425"/>
                </a:cubicBezTo>
                <a:cubicBezTo>
                  <a:pt x="2840914" y="797309"/>
                  <a:pt x="2958301" y="681461"/>
                  <a:pt x="3075283" y="565208"/>
                </a:cubicBezTo>
                <a:cubicBezTo>
                  <a:pt x="3098922" y="541731"/>
                  <a:pt x="3113089" y="515582"/>
                  <a:pt x="3110903" y="484333"/>
                </a:cubicBezTo>
                <a:cubicBezTo>
                  <a:pt x="3111065" y="426287"/>
                  <a:pt x="3085888" y="392771"/>
                  <a:pt x="3031971" y="383381"/>
                </a:cubicBezTo>
                <a:close/>
                <a:moveTo>
                  <a:pt x="2411361" y="717244"/>
                </a:moveTo>
                <a:cubicBezTo>
                  <a:pt x="2400594" y="715625"/>
                  <a:pt x="2395412" y="710605"/>
                  <a:pt x="2393794" y="700081"/>
                </a:cubicBezTo>
                <a:cubicBezTo>
                  <a:pt x="2384807" y="640254"/>
                  <a:pt x="2375740" y="580428"/>
                  <a:pt x="2366511" y="520601"/>
                </a:cubicBezTo>
                <a:cubicBezTo>
                  <a:pt x="2364649" y="508458"/>
                  <a:pt x="2372988" y="502143"/>
                  <a:pt x="2380031" y="495100"/>
                </a:cubicBezTo>
                <a:cubicBezTo>
                  <a:pt x="2432086" y="442802"/>
                  <a:pt x="2484221" y="390667"/>
                  <a:pt x="2536519" y="338612"/>
                </a:cubicBezTo>
                <a:cubicBezTo>
                  <a:pt x="2541295" y="333835"/>
                  <a:pt x="2545505" y="324930"/>
                  <a:pt x="2553115" y="327440"/>
                </a:cubicBezTo>
                <a:cubicBezTo>
                  <a:pt x="2562425" y="330516"/>
                  <a:pt x="2559754" y="340879"/>
                  <a:pt x="2560887" y="348569"/>
                </a:cubicBezTo>
                <a:cubicBezTo>
                  <a:pt x="2565259" y="378523"/>
                  <a:pt x="2569388" y="408477"/>
                  <a:pt x="2574083" y="438350"/>
                </a:cubicBezTo>
                <a:cubicBezTo>
                  <a:pt x="2583393" y="496719"/>
                  <a:pt x="2616747" y="529345"/>
                  <a:pt x="2675845" y="538088"/>
                </a:cubicBezTo>
                <a:cubicBezTo>
                  <a:pt x="2705798" y="542540"/>
                  <a:pt x="2735752" y="546750"/>
                  <a:pt x="2765706" y="551041"/>
                </a:cubicBezTo>
                <a:cubicBezTo>
                  <a:pt x="2772668" y="552012"/>
                  <a:pt x="2781169" y="551688"/>
                  <a:pt x="2784083" y="558974"/>
                </a:cubicBezTo>
                <a:cubicBezTo>
                  <a:pt x="2786674" y="565532"/>
                  <a:pt x="2779226" y="569337"/>
                  <a:pt x="2775178" y="573466"/>
                </a:cubicBezTo>
                <a:cubicBezTo>
                  <a:pt x="2721666" y="627140"/>
                  <a:pt x="2667992" y="680652"/>
                  <a:pt x="2614399" y="734245"/>
                </a:cubicBezTo>
                <a:cubicBezTo>
                  <a:pt x="2607032" y="741612"/>
                  <a:pt x="2599584" y="748412"/>
                  <a:pt x="2589788" y="744769"/>
                </a:cubicBezTo>
                <a:cubicBezTo>
                  <a:pt x="2528990" y="735378"/>
                  <a:pt x="2470216" y="726068"/>
                  <a:pt x="2411361" y="717244"/>
                </a:cubicBezTo>
                <a:close/>
                <a:moveTo>
                  <a:pt x="1809532" y="2247154"/>
                </a:moveTo>
                <a:cubicBezTo>
                  <a:pt x="1918662" y="2077227"/>
                  <a:pt x="1941734" y="1891675"/>
                  <a:pt x="1890489" y="1696894"/>
                </a:cubicBezTo>
                <a:cubicBezTo>
                  <a:pt x="1879479" y="1655040"/>
                  <a:pt x="1878669" y="1655445"/>
                  <a:pt x="1836653" y="1670098"/>
                </a:cubicBezTo>
                <a:cubicBezTo>
                  <a:pt x="1795608" y="1684427"/>
                  <a:pt x="1754725" y="1699485"/>
                  <a:pt x="1713195" y="1712114"/>
                </a:cubicBezTo>
                <a:cubicBezTo>
                  <a:pt x="1689394" y="1719400"/>
                  <a:pt x="1684293" y="1730653"/>
                  <a:pt x="1691175" y="1754454"/>
                </a:cubicBezTo>
                <a:cubicBezTo>
                  <a:pt x="1711414" y="1824320"/>
                  <a:pt x="1714085" y="1895318"/>
                  <a:pt x="1701537" y="1967369"/>
                </a:cubicBezTo>
                <a:cubicBezTo>
                  <a:pt x="1660249" y="2204571"/>
                  <a:pt x="1431548" y="2387937"/>
                  <a:pt x="1172003" y="2358144"/>
                </a:cubicBezTo>
                <a:cubicBezTo>
                  <a:pt x="905333" y="2327624"/>
                  <a:pt x="707476" y="2063059"/>
                  <a:pt x="757021" y="1798090"/>
                </a:cubicBezTo>
                <a:cubicBezTo>
                  <a:pt x="807052" y="1530449"/>
                  <a:pt x="1072750" y="1344897"/>
                  <a:pt x="1354073" y="1419782"/>
                </a:cubicBezTo>
                <a:cubicBezTo>
                  <a:pt x="1378117" y="1426177"/>
                  <a:pt x="1386779" y="1418486"/>
                  <a:pt x="1393094" y="1397357"/>
                </a:cubicBezTo>
                <a:cubicBezTo>
                  <a:pt x="1406533" y="1352831"/>
                  <a:pt x="1419890" y="1308224"/>
                  <a:pt x="1436325" y="1264750"/>
                </a:cubicBezTo>
                <a:cubicBezTo>
                  <a:pt x="1446282" y="1238359"/>
                  <a:pt x="1440777" y="1227268"/>
                  <a:pt x="1413333" y="1220144"/>
                </a:cubicBezTo>
                <a:cubicBezTo>
                  <a:pt x="1323148" y="1196666"/>
                  <a:pt x="1232315" y="1190109"/>
                  <a:pt x="1139863" y="1202252"/>
                </a:cubicBezTo>
                <a:cubicBezTo>
                  <a:pt x="762364" y="1251555"/>
                  <a:pt x="499095" y="1597561"/>
                  <a:pt x="550421" y="1977084"/>
                </a:cubicBezTo>
                <a:cubicBezTo>
                  <a:pt x="597052" y="2322038"/>
                  <a:pt x="901528" y="2573650"/>
                  <a:pt x="1230858" y="2568145"/>
                </a:cubicBezTo>
                <a:cubicBezTo>
                  <a:pt x="1478503" y="2560535"/>
                  <a:pt x="1674822" y="2456992"/>
                  <a:pt x="1809532" y="224715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67"/>
          <p:cNvSpPr/>
          <p:nvPr/>
        </p:nvSpPr>
        <p:spPr>
          <a:xfrm>
            <a:off x="367605" y="4279017"/>
            <a:ext cx="295895" cy="278489"/>
          </a:xfrm>
          <a:custGeom>
            <a:rect b="b" l="l" r="r" t="t"/>
            <a:pathLst>
              <a:path extrusionOk="0" h="2590597" w="2752509">
                <a:moveTo>
                  <a:pt x="2760363" y="56427"/>
                </a:moveTo>
                <a:cubicBezTo>
                  <a:pt x="2760363" y="774751"/>
                  <a:pt x="2760363" y="1493075"/>
                  <a:pt x="2760363" y="2211399"/>
                </a:cubicBezTo>
                <a:cubicBezTo>
                  <a:pt x="2741662" y="2251877"/>
                  <a:pt x="2710494" y="2268392"/>
                  <a:pt x="2665644" y="2267826"/>
                </a:cubicBezTo>
                <a:cubicBezTo>
                  <a:pt x="2545343" y="2266287"/>
                  <a:pt x="2425042" y="2267826"/>
                  <a:pt x="2304741" y="2266854"/>
                </a:cubicBezTo>
                <a:cubicBezTo>
                  <a:pt x="2280374" y="2266692"/>
                  <a:pt x="2271226" y="2273978"/>
                  <a:pt x="2271711" y="2299156"/>
                </a:cubicBezTo>
                <a:cubicBezTo>
                  <a:pt x="2273088" y="2366430"/>
                  <a:pt x="2272359" y="2433786"/>
                  <a:pt x="2272116" y="2501141"/>
                </a:cubicBezTo>
                <a:cubicBezTo>
                  <a:pt x="2271954" y="2557730"/>
                  <a:pt x="2240058" y="2590274"/>
                  <a:pt x="2184279" y="2590436"/>
                </a:cubicBezTo>
                <a:cubicBezTo>
                  <a:pt x="2080169" y="2590679"/>
                  <a:pt x="1975978" y="2590679"/>
                  <a:pt x="1871869" y="2590436"/>
                </a:cubicBezTo>
                <a:cubicBezTo>
                  <a:pt x="1815766" y="2590274"/>
                  <a:pt x="1783546" y="2557972"/>
                  <a:pt x="1783384" y="2501870"/>
                </a:cubicBezTo>
                <a:cubicBezTo>
                  <a:pt x="1783141" y="2432733"/>
                  <a:pt x="1782898" y="2363597"/>
                  <a:pt x="1783546" y="2294460"/>
                </a:cubicBezTo>
                <a:cubicBezTo>
                  <a:pt x="1783707" y="2275112"/>
                  <a:pt x="1776826" y="2266530"/>
                  <a:pt x="1756830" y="2267097"/>
                </a:cubicBezTo>
                <a:cubicBezTo>
                  <a:pt x="1725419" y="2267988"/>
                  <a:pt x="1694008" y="2267259"/>
                  <a:pt x="1662597" y="2267340"/>
                </a:cubicBezTo>
                <a:cubicBezTo>
                  <a:pt x="1626410" y="2267421"/>
                  <a:pt x="1625924" y="2267907"/>
                  <a:pt x="1625843" y="2303042"/>
                </a:cubicBezTo>
                <a:cubicBezTo>
                  <a:pt x="1625762" y="2369507"/>
                  <a:pt x="1626005" y="2435891"/>
                  <a:pt x="1625762" y="2502356"/>
                </a:cubicBezTo>
                <a:cubicBezTo>
                  <a:pt x="1625519" y="2558296"/>
                  <a:pt x="1593137" y="2590355"/>
                  <a:pt x="1536791" y="2590436"/>
                </a:cubicBezTo>
                <a:cubicBezTo>
                  <a:pt x="1433572" y="2590679"/>
                  <a:pt x="1330272" y="2590679"/>
                  <a:pt x="1227053" y="2590436"/>
                </a:cubicBezTo>
                <a:cubicBezTo>
                  <a:pt x="1169007" y="2590355"/>
                  <a:pt x="1137191" y="2558539"/>
                  <a:pt x="1137030" y="2500656"/>
                </a:cubicBezTo>
                <a:cubicBezTo>
                  <a:pt x="1136787" y="2433300"/>
                  <a:pt x="1136301" y="2365944"/>
                  <a:pt x="1137353" y="2298670"/>
                </a:cubicBezTo>
                <a:cubicBezTo>
                  <a:pt x="1137677" y="2275759"/>
                  <a:pt x="1130715" y="2265802"/>
                  <a:pt x="1106590" y="2266935"/>
                </a:cubicBezTo>
                <a:cubicBezTo>
                  <a:pt x="1075260" y="2268392"/>
                  <a:pt x="1043687" y="2268716"/>
                  <a:pt x="1012357" y="2266854"/>
                </a:cubicBezTo>
                <a:cubicBezTo>
                  <a:pt x="985480" y="2265235"/>
                  <a:pt x="978436" y="2276245"/>
                  <a:pt x="978922" y="2301503"/>
                </a:cubicBezTo>
                <a:cubicBezTo>
                  <a:pt x="980298" y="2368778"/>
                  <a:pt x="979651" y="2436134"/>
                  <a:pt x="979246" y="2503489"/>
                </a:cubicBezTo>
                <a:cubicBezTo>
                  <a:pt x="979003" y="2557811"/>
                  <a:pt x="946378" y="2590274"/>
                  <a:pt x="891813" y="2590436"/>
                </a:cubicBezTo>
                <a:cubicBezTo>
                  <a:pt x="787704" y="2590679"/>
                  <a:pt x="683513" y="2590679"/>
                  <a:pt x="579403" y="2590436"/>
                </a:cubicBezTo>
                <a:cubicBezTo>
                  <a:pt x="523058" y="2590274"/>
                  <a:pt x="490756" y="2558135"/>
                  <a:pt x="490513" y="2502194"/>
                </a:cubicBezTo>
                <a:cubicBezTo>
                  <a:pt x="490271" y="2438481"/>
                  <a:pt x="490433" y="2374688"/>
                  <a:pt x="490433" y="2310975"/>
                </a:cubicBezTo>
                <a:cubicBezTo>
                  <a:pt x="490433" y="2267340"/>
                  <a:pt x="490433" y="2267340"/>
                  <a:pt x="448173" y="2267259"/>
                </a:cubicBezTo>
                <a:cubicBezTo>
                  <a:pt x="331435" y="2267259"/>
                  <a:pt x="214777" y="2267259"/>
                  <a:pt x="98038" y="2267259"/>
                </a:cubicBezTo>
                <a:cubicBezTo>
                  <a:pt x="29063" y="2267178"/>
                  <a:pt x="0" y="2238034"/>
                  <a:pt x="0" y="2168978"/>
                </a:cubicBezTo>
                <a:cubicBezTo>
                  <a:pt x="0" y="1478584"/>
                  <a:pt x="0" y="788190"/>
                  <a:pt x="0" y="97714"/>
                </a:cubicBezTo>
                <a:cubicBezTo>
                  <a:pt x="0" y="30197"/>
                  <a:pt x="29387" y="486"/>
                  <a:pt x="96095" y="486"/>
                </a:cubicBezTo>
                <a:cubicBezTo>
                  <a:pt x="952611" y="486"/>
                  <a:pt x="1809128" y="648"/>
                  <a:pt x="2665644" y="0"/>
                </a:cubicBezTo>
                <a:cubicBezTo>
                  <a:pt x="2710494" y="-81"/>
                  <a:pt x="2741743" y="15868"/>
                  <a:pt x="2760363" y="56427"/>
                </a:cubicBezTo>
                <a:close/>
                <a:moveTo>
                  <a:pt x="2596669" y="1136706"/>
                </a:moveTo>
                <a:cubicBezTo>
                  <a:pt x="2596669" y="825187"/>
                  <a:pt x="2596669" y="513667"/>
                  <a:pt x="2596669" y="202148"/>
                </a:cubicBezTo>
                <a:cubicBezTo>
                  <a:pt x="2596669" y="166851"/>
                  <a:pt x="2596022" y="166203"/>
                  <a:pt x="2560158" y="166203"/>
                </a:cubicBezTo>
                <a:cubicBezTo>
                  <a:pt x="2253172" y="166203"/>
                  <a:pt x="1946106" y="166527"/>
                  <a:pt x="1639120" y="165556"/>
                </a:cubicBezTo>
                <a:cubicBezTo>
                  <a:pt x="1611433" y="165475"/>
                  <a:pt x="1600180" y="175432"/>
                  <a:pt x="1592003" y="200691"/>
                </a:cubicBezTo>
                <a:cubicBezTo>
                  <a:pt x="1551201" y="326982"/>
                  <a:pt x="1508699" y="452707"/>
                  <a:pt x="1466521" y="578594"/>
                </a:cubicBezTo>
                <a:cubicBezTo>
                  <a:pt x="1447658" y="634859"/>
                  <a:pt x="1424829" y="650969"/>
                  <a:pt x="1365488" y="650969"/>
                </a:cubicBezTo>
                <a:cubicBezTo>
                  <a:pt x="979489" y="650969"/>
                  <a:pt x="593409" y="650969"/>
                  <a:pt x="207410" y="650969"/>
                </a:cubicBezTo>
                <a:cubicBezTo>
                  <a:pt x="165798" y="650969"/>
                  <a:pt x="165717" y="651050"/>
                  <a:pt x="165717" y="692580"/>
                </a:cubicBezTo>
                <a:cubicBezTo>
                  <a:pt x="165717" y="1148607"/>
                  <a:pt x="165717" y="1604633"/>
                  <a:pt x="165717" y="2060740"/>
                </a:cubicBezTo>
                <a:cubicBezTo>
                  <a:pt x="165717" y="2066164"/>
                  <a:pt x="166041" y="2071507"/>
                  <a:pt x="165717" y="2076931"/>
                </a:cubicBezTo>
                <a:cubicBezTo>
                  <a:pt x="164827" y="2093689"/>
                  <a:pt x="171951" y="2101704"/>
                  <a:pt x="189356" y="2101623"/>
                </a:cubicBezTo>
                <a:cubicBezTo>
                  <a:pt x="281808" y="2101299"/>
                  <a:pt x="374260" y="2101299"/>
                  <a:pt x="466712" y="2101623"/>
                </a:cubicBezTo>
                <a:cubicBezTo>
                  <a:pt x="484280" y="2101704"/>
                  <a:pt x="490675" y="2093446"/>
                  <a:pt x="490271" y="2076769"/>
                </a:cubicBezTo>
                <a:cubicBezTo>
                  <a:pt x="489785" y="2057906"/>
                  <a:pt x="489866" y="2039044"/>
                  <a:pt x="490352" y="2020181"/>
                </a:cubicBezTo>
                <a:cubicBezTo>
                  <a:pt x="491647" y="1974198"/>
                  <a:pt x="524758" y="1940439"/>
                  <a:pt x="570984" y="1940196"/>
                </a:cubicBezTo>
                <a:cubicBezTo>
                  <a:pt x="680518" y="1939548"/>
                  <a:pt x="790051" y="1939548"/>
                  <a:pt x="899585" y="1940277"/>
                </a:cubicBezTo>
                <a:cubicBezTo>
                  <a:pt x="944273" y="1940601"/>
                  <a:pt x="977384" y="1974359"/>
                  <a:pt x="979003" y="2018723"/>
                </a:cubicBezTo>
                <a:cubicBezTo>
                  <a:pt x="979651" y="2036696"/>
                  <a:pt x="980217" y="2054668"/>
                  <a:pt x="979003" y="2072559"/>
                </a:cubicBezTo>
                <a:cubicBezTo>
                  <a:pt x="977465" y="2095389"/>
                  <a:pt x="987665" y="2102675"/>
                  <a:pt x="1009281" y="2101865"/>
                </a:cubicBezTo>
                <a:cubicBezTo>
                  <a:pt x="1039720" y="2100651"/>
                  <a:pt x="1070322" y="2101623"/>
                  <a:pt x="1100842" y="2101542"/>
                </a:cubicBezTo>
                <a:cubicBezTo>
                  <a:pt x="1136139" y="2101461"/>
                  <a:pt x="1136706" y="2100894"/>
                  <a:pt x="1136706" y="2064949"/>
                </a:cubicBezTo>
                <a:cubicBezTo>
                  <a:pt x="1136787" y="1891703"/>
                  <a:pt x="1136625" y="1718457"/>
                  <a:pt x="1136787" y="1545130"/>
                </a:cubicBezTo>
                <a:cubicBezTo>
                  <a:pt x="1136868" y="1487084"/>
                  <a:pt x="1168603" y="1455188"/>
                  <a:pt x="1226486" y="1455107"/>
                </a:cubicBezTo>
                <a:cubicBezTo>
                  <a:pt x="1326143" y="1454864"/>
                  <a:pt x="1425800" y="1455026"/>
                  <a:pt x="1525457" y="1455026"/>
                </a:cubicBezTo>
                <a:cubicBezTo>
                  <a:pt x="1597751" y="1455026"/>
                  <a:pt x="1625600" y="1483198"/>
                  <a:pt x="1625681" y="1556302"/>
                </a:cubicBezTo>
                <a:cubicBezTo>
                  <a:pt x="1625681" y="1726876"/>
                  <a:pt x="1626167" y="1897451"/>
                  <a:pt x="1625195" y="2068026"/>
                </a:cubicBezTo>
                <a:cubicBezTo>
                  <a:pt x="1625033" y="2094094"/>
                  <a:pt x="1633291" y="2103485"/>
                  <a:pt x="1659278" y="2101946"/>
                </a:cubicBezTo>
                <a:cubicBezTo>
                  <a:pt x="1690608" y="2100165"/>
                  <a:pt x="1722100" y="2100570"/>
                  <a:pt x="1753511" y="2101785"/>
                </a:cubicBezTo>
                <a:cubicBezTo>
                  <a:pt x="1775612" y="2102675"/>
                  <a:pt x="1783869" y="2094498"/>
                  <a:pt x="1783546" y="2072074"/>
                </a:cubicBezTo>
                <a:cubicBezTo>
                  <a:pt x="1782574" y="2003828"/>
                  <a:pt x="1783060" y="1935662"/>
                  <a:pt x="1783303" y="1867416"/>
                </a:cubicBezTo>
                <a:cubicBezTo>
                  <a:pt x="1783465" y="1810828"/>
                  <a:pt x="1815361" y="1778446"/>
                  <a:pt x="1871221" y="1778284"/>
                </a:cubicBezTo>
                <a:cubicBezTo>
                  <a:pt x="1975331" y="1778041"/>
                  <a:pt x="2079521" y="1778041"/>
                  <a:pt x="2183631" y="1778284"/>
                </a:cubicBezTo>
                <a:cubicBezTo>
                  <a:pt x="2239734" y="1778446"/>
                  <a:pt x="2271873" y="1810666"/>
                  <a:pt x="2272035" y="1866931"/>
                </a:cubicBezTo>
                <a:cubicBezTo>
                  <a:pt x="2272278" y="1934286"/>
                  <a:pt x="2272926" y="2001642"/>
                  <a:pt x="2271711" y="2068916"/>
                </a:cubicBezTo>
                <a:cubicBezTo>
                  <a:pt x="2271226" y="2093365"/>
                  <a:pt x="2278916" y="2102270"/>
                  <a:pt x="2304013" y="2101865"/>
                </a:cubicBezTo>
                <a:cubicBezTo>
                  <a:pt x="2387479" y="2100651"/>
                  <a:pt x="2470945" y="2101461"/>
                  <a:pt x="2554491" y="2101380"/>
                </a:cubicBezTo>
                <a:cubicBezTo>
                  <a:pt x="2596588" y="2101380"/>
                  <a:pt x="2596669" y="2101299"/>
                  <a:pt x="2596669" y="2060254"/>
                </a:cubicBezTo>
                <a:cubicBezTo>
                  <a:pt x="2596750" y="1752540"/>
                  <a:pt x="2596669" y="1444663"/>
                  <a:pt x="2596669" y="1136706"/>
                </a:cubicBezTo>
                <a:close/>
                <a:moveTo>
                  <a:pt x="797661" y="166203"/>
                </a:moveTo>
                <a:cubicBezTo>
                  <a:pt x="599400" y="166203"/>
                  <a:pt x="401138" y="166203"/>
                  <a:pt x="202876" y="166203"/>
                </a:cubicBezTo>
                <a:cubicBezTo>
                  <a:pt x="165879" y="166203"/>
                  <a:pt x="165798" y="166365"/>
                  <a:pt x="165798" y="204253"/>
                </a:cubicBezTo>
                <a:cubicBezTo>
                  <a:pt x="165717" y="286828"/>
                  <a:pt x="166608" y="369322"/>
                  <a:pt x="165313" y="451898"/>
                </a:cubicBezTo>
                <a:cubicBezTo>
                  <a:pt x="164908" y="477966"/>
                  <a:pt x="173408" y="485899"/>
                  <a:pt x="199395" y="485899"/>
                </a:cubicBezTo>
                <a:cubicBezTo>
                  <a:pt x="562726" y="485252"/>
                  <a:pt x="926058" y="485252"/>
                  <a:pt x="1289470" y="485899"/>
                </a:cubicBezTo>
                <a:cubicBezTo>
                  <a:pt x="1312300" y="485980"/>
                  <a:pt x="1323310" y="478370"/>
                  <a:pt x="1330191" y="456917"/>
                </a:cubicBezTo>
                <a:cubicBezTo>
                  <a:pt x="1357959" y="370780"/>
                  <a:pt x="1387103" y="285047"/>
                  <a:pt x="1415681" y="199152"/>
                </a:cubicBezTo>
                <a:cubicBezTo>
                  <a:pt x="1426610" y="166365"/>
                  <a:pt x="1426529" y="166284"/>
                  <a:pt x="1392608" y="166284"/>
                </a:cubicBezTo>
                <a:cubicBezTo>
                  <a:pt x="1194185" y="166203"/>
                  <a:pt x="995923" y="166203"/>
                  <a:pt x="797661" y="166203"/>
                </a:cubicBezTo>
                <a:close/>
                <a:moveTo>
                  <a:pt x="1459964" y="2022690"/>
                </a:moveTo>
                <a:cubicBezTo>
                  <a:pt x="1459964" y="1899799"/>
                  <a:pt x="1459316" y="1776907"/>
                  <a:pt x="1460449" y="1654016"/>
                </a:cubicBezTo>
                <a:cubicBezTo>
                  <a:pt x="1460692" y="1627705"/>
                  <a:pt x="1451868" y="1618800"/>
                  <a:pt x="1426124" y="1620338"/>
                </a:cubicBezTo>
                <a:cubicBezTo>
                  <a:pt x="1396656" y="1622119"/>
                  <a:pt x="1366945" y="1620662"/>
                  <a:pt x="1337315" y="1620743"/>
                </a:cubicBezTo>
                <a:cubicBezTo>
                  <a:pt x="1303071" y="1620905"/>
                  <a:pt x="1302423" y="1621391"/>
                  <a:pt x="1302423" y="1655554"/>
                </a:cubicBezTo>
                <a:cubicBezTo>
                  <a:pt x="1302342" y="1824186"/>
                  <a:pt x="1302423" y="1992817"/>
                  <a:pt x="1302423" y="2161449"/>
                </a:cubicBezTo>
                <a:cubicBezTo>
                  <a:pt x="1302423" y="2238601"/>
                  <a:pt x="1303233" y="2315752"/>
                  <a:pt x="1301937" y="2392822"/>
                </a:cubicBezTo>
                <a:cubicBezTo>
                  <a:pt x="1301533" y="2417918"/>
                  <a:pt x="1310438" y="2426419"/>
                  <a:pt x="1334886" y="2425124"/>
                </a:cubicBezTo>
                <a:cubicBezTo>
                  <a:pt x="1365326" y="2423504"/>
                  <a:pt x="1395927" y="2423343"/>
                  <a:pt x="1426367" y="2425204"/>
                </a:cubicBezTo>
                <a:cubicBezTo>
                  <a:pt x="1452435" y="2426743"/>
                  <a:pt x="1460692" y="2417271"/>
                  <a:pt x="1460449" y="2391284"/>
                </a:cubicBezTo>
                <a:cubicBezTo>
                  <a:pt x="1459397" y="2268392"/>
                  <a:pt x="1459964" y="2145501"/>
                  <a:pt x="1459964" y="2022690"/>
                </a:cubicBezTo>
                <a:close/>
                <a:moveTo>
                  <a:pt x="2106399" y="2184036"/>
                </a:moveTo>
                <a:cubicBezTo>
                  <a:pt x="2106399" y="2113199"/>
                  <a:pt x="2106075" y="2042363"/>
                  <a:pt x="2106642" y="1971607"/>
                </a:cubicBezTo>
                <a:cubicBezTo>
                  <a:pt x="2106804" y="1952663"/>
                  <a:pt x="2100813" y="1943272"/>
                  <a:pt x="2080412" y="1943839"/>
                </a:cubicBezTo>
                <a:cubicBezTo>
                  <a:pt x="2045439" y="1944729"/>
                  <a:pt x="2010466" y="1944729"/>
                  <a:pt x="1975574" y="1943839"/>
                </a:cubicBezTo>
                <a:cubicBezTo>
                  <a:pt x="1955820" y="1943353"/>
                  <a:pt x="1948615" y="1951449"/>
                  <a:pt x="1948696" y="1970959"/>
                </a:cubicBezTo>
                <a:cubicBezTo>
                  <a:pt x="1949101" y="2113523"/>
                  <a:pt x="1949182" y="2256006"/>
                  <a:pt x="1948696" y="2398570"/>
                </a:cubicBezTo>
                <a:cubicBezTo>
                  <a:pt x="1948615" y="2418647"/>
                  <a:pt x="1957035" y="2425528"/>
                  <a:pt x="1976221" y="2425043"/>
                </a:cubicBezTo>
                <a:cubicBezTo>
                  <a:pt x="2009332" y="2424233"/>
                  <a:pt x="2042605" y="2423747"/>
                  <a:pt x="2075716" y="2425204"/>
                </a:cubicBezTo>
                <a:cubicBezTo>
                  <a:pt x="2099356" y="2426257"/>
                  <a:pt x="2107127" y="2417190"/>
                  <a:pt x="2106804" y="2393874"/>
                </a:cubicBezTo>
                <a:cubicBezTo>
                  <a:pt x="2105751" y="2323928"/>
                  <a:pt x="2106480" y="2253982"/>
                  <a:pt x="2106399" y="2184036"/>
                </a:cubicBezTo>
                <a:close/>
                <a:moveTo>
                  <a:pt x="813448" y="2267988"/>
                </a:moveTo>
                <a:cubicBezTo>
                  <a:pt x="813448" y="2223219"/>
                  <a:pt x="812800" y="2178369"/>
                  <a:pt x="813771" y="2133600"/>
                </a:cubicBezTo>
                <a:cubicBezTo>
                  <a:pt x="814257" y="2112552"/>
                  <a:pt x="806000" y="2104780"/>
                  <a:pt x="785275" y="2105347"/>
                </a:cubicBezTo>
                <a:cubicBezTo>
                  <a:pt x="750383" y="2106399"/>
                  <a:pt x="715410" y="2105994"/>
                  <a:pt x="680437" y="2105509"/>
                </a:cubicBezTo>
                <a:cubicBezTo>
                  <a:pt x="663598" y="2105266"/>
                  <a:pt x="655826" y="2111985"/>
                  <a:pt x="655907" y="2129310"/>
                </a:cubicBezTo>
                <a:cubicBezTo>
                  <a:pt x="656231" y="2219819"/>
                  <a:pt x="656231" y="2310328"/>
                  <a:pt x="655907" y="2400756"/>
                </a:cubicBezTo>
                <a:cubicBezTo>
                  <a:pt x="655826" y="2417918"/>
                  <a:pt x="663274" y="2425043"/>
                  <a:pt x="680194" y="2424800"/>
                </a:cubicBezTo>
                <a:cubicBezTo>
                  <a:pt x="716057" y="2424314"/>
                  <a:pt x="751921" y="2424071"/>
                  <a:pt x="787704" y="2424881"/>
                </a:cubicBezTo>
                <a:cubicBezTo>
                  <a:pt x="808186" y="2425366"/>
                  <a:pt x="814014" y="2415652"/>
                  <a:pt x="813691" y="2396951"/>
                </a:cubicBezTo>
                <a:cubicBezTo>
                  <a:pt x="812962" y="2354044"/>
                  <a:pt x="813448" y="2311056"/>
                  <a:pt x="813448" y="2267988"/>
                </a:cubicBezTo>
                <a:close/>
                <a:moveTo>
                  <a:pt x="489542" y="1537358"/>
                </a:moveTo>
                <a:cubicBezTo>
                  <a:pt x="490352" y="1356259"/>
                  <a:pt x="677441" y="1237901"/>
                  <a:pt x="840649" y="1317238"/>
                </a:cubicBezTo>
                <a:cubicBezTo>
                  <a:pt x="864450" y="1328815"/>
                  <a:pt x="878860" y="1325334"/>
                  <a:pt x="897804" y="1310762"/>
                </a:cubicBezTo>
                <a:cubicBezTo>
                  <a:pt x="971069" y="1254416"/>
                  <a:pt x="1045063" y="1198961"/>
                  <a:pt x="1119543" y="1144316"/>
                </a:cubicBezTo>
                <a:cubicBezTo>
                  <a:pt x="1137758" y="1130958"/>
                  <a:pt x="1143506" y="1117843"/>
                  <a:pt x="1139296" y="1094609"/>
                </a:cubicBezTo>
                <a:cubicBezTo>
                  <a:pt x="1115090" y="961193"/>
                  <a:pt x="1206976" y="833120"/>
                  <a:pt x="1341282" y="810291"/>
                </a:cubicBezTo>
                <a:cubicBezTo>
                  <a:pt x="1474212" y="787704"/>
                  <a:pt x="1603499" y="881208"/>
                  <a:pt x="1624224" y="1014867"/>
                </a:cubicBezTo>
                <a:cubicBezTo>
                  <a:pt x="1624790" y="1018429"/>
                  <a:pt x="1625843" y="1022234"/>
                  <a:pt x="1625114" y="1025553"/>
                </a:cubicBezTo>
                <a:cubicBezTo>
                  <a:pt x="1615400" y="1072022"/>
                  <a:pt x="1641710" y="1092180"/>
                  <a:pt x="1680084" y="1108857"/>
                </a:cubicBezTo>
                <a:cubicBezTo>
                  <a:pt x="1732705" y="1131687"/>
                  <a:pt x="1783303" y="1159131"/>
                  <a:pt x="1834305" y="1185442"/>
                </a:cubicBezTo>
                <a:cubicBezTo>
                  <a:pt x="1850253" y="1193699"/>
                  <a:pt x="1862154" y="1194266"/>
                  <a:pt x="1878021" y="1182365"/>
                </a:cubicBezTo>
                <a:cubicBezTo>
                  <a:pt x="2026171" y="1071131"/>
                  <a:pt x="2230747" y="1148768"/>
                  <a:pt x="2268959" y="1330029"/>
                </a:cubicBezTo>
                <a:cubicBezTo>
                  <a:pt x="2299722" y="1475912"/>
                  <a:pt x="2183631" y="1617262"/>
                  <a:pt x="2034834" y="1621553"/>
                </a:cubicBezTo>
                <a:cubicBezTo>
                  <a:pt x="1890651" y="1625762"/>
                  <a:pt x="1776664" y="1501413"/>
                  <a:pt x="1783384" y="1376336"/>
                </a:cubicBezTo>
                <a:cubicBezTo>
                  <a:pt x="1784436" y="1356583"/>
                  <a:pt x="1777150" y="1345006"/>
                  <a:pt x="1759340" y="1336344"/>
                </a:cubicBezTo>
                <a:cubicBezTo>
                  <a:pt x="1697165" y="1306228"/>
                  <a:pt x="1635396" y="1275303"/>
                  <a:pt x="1573950" y="1243730"/>
                </a:cubicBezTo>
                <a:cubicBezTo>
                  <a:pt x="1557597" y="1235311"/>
                  <a:pt x="1545939" y="1235958"/>
                  <a:pt x="1530315" y="1247373"/>
                </a:cubicBezTo>
                <a:cubicBezTo>
                  <a:pt x="1448549" y="1307443"/>
                  <a:pt x="1360631" y="1314890"/>
                  <a:pt x="1269312" y="1271093"/>
                </a:cubicBezTo>
                <a:cubicBezTo>
                  <a:pt x="1252473" y="1262998"/>
                  <a:pt x="1240977" y="1262836"/>
                  <a:pt x="1225758" y="1274412"/>
                </a:cubicBezTo>
                <a:cubicBezTo>
                  <a:pt x="1148768" y="1333268"/>
                  <a:pt x="1071131" y="1391313"/>
                  <a:pt x="993251" y="1448954"/>
                </a:cubicBezTo>
                <a:cubicBezTo>
                  <a:pt x="977708" y="1460450"/>
                  <a:pt x="971960" y="1472188"/>
                  <a:pt x="975684" y="1492184"/>
                </a:cubicBezTo>
                <a:cubicBezTo>
                  <a:pt x="1000942" y="1628272"/>
                  <a:pt x="912214" y="1755616"/>
                  <a:pt x="776127" y="1780307"/>
                </a:cubicBezTo>
                <a:cubicBezTo>
                  <a:pt x="645059" y="1804109"/>
                  <a:pt x="517229" y="1714166"/>
                  <a:pt x="492537" y="1580184"/>
                </a:cubicBezTo>
                <a:cubicBezTo>
                  <a:pt x="490028" y="1566259"/>
                  <a:pt x="490513" y="1551687"/>
                  <a:pt x="489542" y="1537358"/>
                </a:cubicBezTo>
                <a:close/>
                <a:moveTo>
                  <a:pt x="1458507" y="1052997"/>
                </a:moveTo>
                <a:cubicBezTo>
                  <a:pt x="1458426" y="1012114"/>
                  <a:pt x="1421024" y="975036"/>
                  <a:pt x="1380465" y="975684"/>
                </a:cubicBezTo>
                <a:cubicBezTo>
                  <a:pt x="1340553" y="976251"/>
                  <a:pt x="1304852" y="1011710"/>
                  <a:pt x="1303799" y="1051783"/>
                </a:cubicBezTo>
                <a:cubicBezTo>
                  <a:pt x="1302747" y="1092180"/>
                  <a:pt x="1339582" y="1129906"/>
                  <a:pt x="1380546" y="1130391"/>
                </a:cubicBezTo>
                <a:cubicBezTo>
                  <a:pt x="1421186" y="1130877"/>
                  <a:pt x="1458587" y="1093718"/>
                  <a:pt x="1458507" y="1052997"/>
                </a:cubicBezTo>
                <a:close/>
                <a:moveTo>
                  <a:pt x="2028438" y="1298861"/>
                </a:moveTo>
                <a:cubicBezTo>
                  <a:pt x="1987960" y="1298214"/>
                  <a:pt x="1950396" y="1335372"/>
                  <a:pt x="1950315" y="1376093"/>
                </a:cubicBezTo>
                <a:cubicBezTo>
                  <a:pt x="1950234" y="1415762"/>
                  <a:pt x="1985207" y="1451787"/>
                  <a:pt x="2025524" y="1453568"/>
                </a:cubicBezTo>
                <a:cubicBezTo>
                  <a:pt x="2065597" y="1455268"/>
                  <a:pt x="2103727" y="1418838"/>
                  <a:pt x="2104942" y="1377712"/>
                </a:cubicBezTo>
                <a:cubicBezTo>
                  <a:pt x="2106156" y="1337315"/>
                  <a:pt x="2069483" y="1299590"/>
                  <a:pt x="2028438" y="1298861"/>
                </a:cubicBezTo>
                <a:close/>
                <a:moveTo>
                  <a:pt x="811990" y="1538410"/>
                </a:moveTo>
                <a:cubicBezTo>
                  <a:pt x="812395" y="1497690"/>
                  <a:pt x="775317" y="1460369"/>
                  <a:pt x="734596" y="1460450"/>
                </a:cubicBezTo>
                <a:cubicBezTo>
                  <a:pt x="693875" y="1460531"/>
                  <a:pt x="656717" y="1498175"/>
                  <a:pt x="657364" y="1538653"/>
                </a:cubicBezTo>
                <a:cubicBezTo>
                  <a:pt x="658012" y="1578646"/>
                  <a:pt x="693390" y="1614185"/>
                  <a:pt x="733463" y="1615238"/>
                </a:cubicBezTo>
                <a:cubicBezTo>
                  <a:pt x="773941" y="1616209"/>
                  <a:pt x="811586" y="1579374"/>
                  <a:pt x="811990" y="1538410"/>
                </a:cubicBezTo>
                <a:close/>
                <a:moveTo>
                  <a:pt x="411905" y="243031"/>
                </a:moveTo>
                <a:cubicBezTo>
                  <a:pt x="365031" y="242869"/>
                  <a:pt x="329573" y="277113"/>
                  <a:pt x="328763" y="323339"/>
                </a:cubicBezTo>
                <a:cubicBezTo>
                  <a:pt x="327953" y="371670"/>
                  <a:pt x="362441" y="407938"/>
                  <a:pt x="409719" y="408505"/>
                </a:cubicBezTo>
                <a:cubicBezTo>
                  <a:pt x="457969" y="409072"/>
                  <a:pt x="493833" y="374423"/>
                  <a:pt x="494237" y="326820"/>
                </a:cubicBezTo>
                <a:cubicBezTo>
                  <a:pt x="494642" y="278651"/>
                  <a:pt x="459669" y="243112"/>
                  <a:pt x="411905" y="243031"/>
                </a:cubicBezTo>
                <a:close/>
                <a:moveTo>
                  <a:pt x="735082" y="243031"/>
                </a:moveTo>
                <a:cubicBezTo>
                  <a:pt x="688208" y="242869"/>
                  <a:pt x="652750" y="277113"/>
                  <a:pt x="651940" y="323339"/>
                </a:cubicBezTo>
                <a:cubicBezTo>
                  <a:pt x="651131" y="371670"/>
                  <a:pt x="685618" y="407938"/>
                  <a:pt x="732896" y="408505"/>
                </a:cubicBezTo>
                <a:cubicBezTo>
                  <a:pt x="781146" y="409072"/>
                  <a:pt x="817010" y="374423"/>
                  <a:pt x="817415" y="326820"/>
                </a:cubicBezTo>
                <a:cubicBezTo>
                  <a:pt x="817900" y="278651"/>
                  <a:pt x="782927" y="243112"/>
                  <a:pt x="735082" y="243031"/>
                </a:cubicBezTo>
                <a:close/>
                <a:moveTo>
                  <a:pt x="1140754" y="325444"/>
                </a:moveTo>
                <a:cubicBezTo>
                  <a:pt x="1140673" y="278651"/>
                  <a:pt x="1106185" y="243597"/>
                  <a:pt x="1059716" y="243031"/>
                </a:cubicBezTo>
                <a:cubicBezTo>
                  <a:pt x="1011467" y="242464"/>
                  <a:pt x="975603" y="277113"/>
                  <a:pt x="975279" y="324716"/>
                </a:cubicBezTo>
                <a:cubicBezTo>
                  <a:pt x="974955" y="372803"/>
                  <a:pt x="1009928" y="408424"/>
                  <a:pt x="1057692" y="408505"/>
                </a:cubicBezTo>
                <a:cubicBezTo>
                  <a:pt x="1105619" y="408667"/>
                  <a:pt x="1140834" y="373451"/>
                  <a:pt x="1140754" y="32544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4" name="Google Shape;1074;p67"/>
          <p:cNvSpPr txBox="1"/>
          <p:nvPr/>
        </p:nvSpPr>
        <p:spPr>
          <a:xfrm>
            <a:off x="275437" y="808291"/>
            <a:ext cx="1496400" cy="369300"/>
          </a:xfrm>
          <a:prstGeom prst="rect">
            <a:avLst/>
          </a:prstGeom>
          <a:noFill/>
          <a:ln>
            <a:noFill/>
          </a:ln>
        </p:spPr>
        <p:txBody>
          <a:bodyPr anchorCtr="0" anchor="ctr" bIns="91425" lIns="91425" spcFirstLastPara="1" rIns="91425" wrap="square" tIns="91425">
            <a:spAutoFit/>
          </a:bodyPr>
          <a:lstStyle/>
          <a:p>
            <a:pPr indent="0" lvl="0" marL="0" marR="0" rtl="0" algn="l">
              <a:spcBef>
                <a:spcPts val="0"/>
              </a:spcBef>
              <a:spcAft>
                <a:spcPts val="0"/>
              </a:spcAft>
              <a:buNone/>
            </a:pPr>
            <a:r>
              <a:rPr lang="en" sz="1200">
                <a:solidFill>
                  <a:schemeClr val="dk1"/>
                </a:solidFill>
                <a:latin typeface="Montserrat"/>
                <a:ea typeface="Montserrat"/>
                <a:cs typeface="Montserrat"/>
                <a:sym typeface="Montserrat"/>
              </a:rPr>
              <a:t>MM/DD/YYYY</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cxnSp>
        <p:nvCxnSpPr>
          <p:cNvPr id="1079" name="Google Shape;1079;p68"/>
          <p:cNvCxnSpPr/>
          <p:nvPr/>
        </p:nvCxnSpPr>
        <p:spPr>
          <a:xfrm>
            <a:off x="2173115"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0" name="Google Shape;1080;p68"/>
          <p:cNvCxnSpPr/>
          <p:nvPr/>
        </p:nvCxnSpPr>
        <p:spPr>
          <a:xfrm>
            <a:off x="2846241"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1" name="Google Shape;1081;p68"/>
          <p:cNvCxnSpPr/>
          <p:nvPr/>
        </p:nvCxnSpPr>
        <p:spPr>
          <a:xfrm>
            <a:off x="3519367"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2" name="Google Shape;1082;p68"/>
          <p:cNvCxnSpPr/>
          <p:nvPr/>
        </p:nvCxnSpPr>
        <p:spPr>
          <a:xfrm>
            <a:off x="4192493"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3" name="Google Shape;1083;p68"/>
          <p:cNvCxnSpPr/>
          <p:nvPr/>
        </p:nvCxnSpPr>
        <p:spPr>
          <a:xfrm>
            <a:off x="4865619"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4" name="Google Shape;1084;p68"/>
          <p:cNvCxnSpPr/>
          <p:nvPr/>
        </p:nvCxnSpPr>
        <p:spPr>
          <a:xfrm>
            <a:off x="5538745"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5" name="Google Shape;1085;p68"/>
          <p:cNvCxnSpPr/>
          <p:nvPr/>
        </p:nvCxnSpPr>
        <p:spPr>
          <a:xfrm>
            <a:off x="6211871"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6" name="Google Shape;1086;p68"/>
          <p:cNvCxnSpPr/>
          <p:nvPr/>
        </p:nvCxnSpPr>
        <p:spPr>
          <a:xfrm>
            <a:off x="6884997"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7" name="Google Shape;1087;p68"/>
          <p:cNvCxnSpPr/>
          <p:nvPr/>
        </p:nvCxnSpPr>
        <p:spPr>
          <a:xfrm>
            <a:off x="7558123"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8" name="Google Shape;1088;p68"/>
          <p:cNvCxnSpPr/>
          <p:nvPr/>
        </p:nvCxnSpPr>
        <p:spPr>
          <a:xfrm>
            <a:off x="8231249" y="1015430"/>
            <a:ext cx="0" cy="3771300"/>
          </a:xfrm>
          <a:prstGeom prst="straightConnector1">
            <a:avLst/>
          </a:prstGeom>
          <a:noFill/>
          <a:ln cap="flat" cmpd="sng" w="9525">
            <a:solidFill>
              <a:srgbClr val="DDDDDD"/>
            </a:solidFill>
            <a:prstDash val="solid"/>
            <a:miter lim="800000"/>
            <a:headEnd len="sm" w="sm" type="none"/>
            <a:tailEnd len="sm" w="sm" type="none"/>
          </a:ln>
        </p:spPr>
      </p:cxnSp>
      <p:cxnSp>
        <p:nvCxnSpPr>
          <p:cNvPr id="1089" name="Google Shape;1089;p68"/>
          <p:cNvCxnSpPr/>
          <p:nvPr/>
        </p:nvCxnSpPr>
        <p:spPr>
          <a:xfrm>
            <a:off x="8904375" y="1015430"/>
            <a:ext cx="0" cy="3771300"/>
          </a:xfrm>
          <a:prstGeom prst="straightConnector1">
            <a:avLst/>
          </a:prstGeom>
          <a:noFill/>
          <a:ln cap="flat" cmpd="sng" w="9525">
            <a:solidFill>
              <a:srgbClr val="DDDDDD"/>
            </a:solidFill>
            <a:prstDash val="solid"/>
            <a:miter lim="800000"/>
            <a:headEnd len="sm" w="sm" type="none"/>
            <a:tailEnd len="sm" w="sm" type="none"/>
          </a:ln>
        </p:spPr>
      </p:cxnSp>
      <p:sp>
        <p:nvSpPr>
          <p:cNvPr id="1090" name="Google Shape;1090;p68"/>
          <p:cNvSpPr/>
          <p:nvPr/>
        </p:nvSpPr>
        <p:spPr>
          <a:xfrm>
            <a:off x="550000" y="1423980"/>
            <a:ext cx="1464000" cy="334800"/>
          </a:xfrm>
          <a:prstGeom prst="roundRect">
            <a:avLst>
              <a:gd fmla="val 34044" name="adj"/>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1"/>
                </a:solidFill>
                <a:latin typeface="Lexend Medium"/>
                <a:ea typeface="Lexend Medium"/>
                <a:cs typeface="Lexend Medium"/>
                <a:sym typeface="Lexend Medium"/>
              </a:rPr>
              <a:t>Feature A</a:t>
            </a:r>
            <a:endParaRPr>
              <a:solidFill>
                <a:schemeClr val="accent1"/>
              </a:solidFill>
              <a:latin typeface="Lexend Medium"/>
              <a:ea typeface="Lexend Medium"/>
              <a:cs typeface="Lexend Medium"/>
              <a:sym typeface="Lexend Medium"/>
            </a:endParaRPr>
          </a:p>
        </p:txBody>
      </p:sp>
      <p:sp>
        <p:nvSpPr>
          <p:cNvPr id="1091" name="Google Shape;1091;p68"/>
          <p:cNvSpPr/>
          <p:nvPr/>
        </p:nvSpPr>
        <p:spPr>
          <a:xfrm>
            <a:off x="3004654" y="1423969"/>
            <a:ext cx="3572400" cy="334800"/>
          </a:xfrm>
          <a:prstGeom prst="roundRect">
            <a:avLst>
              <a:gd fmla="val 34044" name="adj"/>
            </a:avLst>
          </a:prstGeom>
          <a:solidFill>
            <a:srgbClr val="FFFFFF"/>
          </a:solidFill>
          <a:ln cap="flat" cmpd="sng" w="12700">
            <a:solidFill>
              <a:schemeClr val="accent1">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092" name="Google Shape;1092;p68"/>
          <p:cNvSpPr/>
          <p:nvPr/>
        </p:nvSpPr>
        <p:spPr>
          <a:xfrm>
            <a:off x="550000" y="1928559"/>
            <a:ext cx="1464000" cy="334800"/>
          </a:xfrm>
          <a:prstGeom prst="roundRect">
            <a:avLst>
              <a:gd fmla="val 34044" name="adj"/>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2"/>
                </a:solidFill>
                <a:latin typeface="Lexend Medium"/>
                <a:ea typeface="Lexend Medium"/>
                <a:cs typeface="Lexend Medium"/>
                <a:sym typeface="Lexend Medium"/>
              </a:rPr>
              <a:t>Feature B</a:t>
            </a:r>
            <a:endParaRPr>
              <a:solidFill>
                <a:schemeClr val="accent2"/>
              </a:solidFill>
              <a:latin typeface="Lexend Medium"/>
              <a:ea typeface="Lexend Medium"/>
              <a:cs typeface="Lexend Medium"/>
              <a:sym typeface="Lexend Medium"/>
            </a:endParaRPr>
          </a:p>
        </p:txBody>
      </p:sp>
      <p:sp>
        <p:nvSpPr>
          <p:cNvPr id="1093" name="Google Shape;1093;p68"/>
          <p:cNvSpPr/>
          <p:nvPr/>
        </p:nvSpPr>
        <p:spPr>
          <a:xfrm>
            <a:off x="2687315" y="1928551"/>
            <a:ext cx="2033700" cy="334800"/>
          </a:xfrm>
          <a:prstGeom prst="roundRect">
            <a:avLst>
              <a:gd fmla="val 34044" name="adj"/>
            </a:avLst>
          </a:prstGeom>
          <a:solidFill>
            <a:srgbClr val="FFFFFF"/>
          </a:solidFill>
          <a:ln cap="flat" cmpd="sng" w="9525">
            <a:solidFill>
              <a:schemeClr val="accent2">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094" name="Google Shape;1094;p68"/>
          <p:cNvSpPr/>
          <p:nvPr/>
        </p:nvSpPr>
        <p:spPr>
          <a:xfrm>
            <a:off x="550000" y="2433137"/>
            <a:ext cx="1464000" cy="334800"/>
          </a:xfrm>
          <a:prstGeom prst="roundRect">
            <a:avLst>
              <a:gd fmla="val 34044" name="adj"/>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1"/>
                </a:solidFill>
                <a:latin typeface="Lexend Medium"/>
                <a:ea typeface="Lexend Medium"/>
                <a:cs typeface="Lexend Medium"/>
                <a:sym typeface="Lexend Medium"/>
              </a:rPr>
              <a:t>Feature C</a:t>
            </a:r>
            <a:endParaRPr>
              <a:solidFill>
                <a:schemeClr val="accent1"/>
              </a:solidFill>
              <a:latin typeface="Lexend Medium"/>
              <a:ea typeface="Lexend Medium"/>
              <a:cs typeface="Lexend Medium"/>
              <a:sym typeface="Lexend Medium"/>
            </a:endParaRPr>
          </a:p>
        </p:txBody>
      </p:sp>
      <p:sp>
        <p:nvSpPr>
          <p:cNvPr id="1095" name="Google Shape;1095;p68"/>
          <p:cNvSpPr/>
          <p:nvPr/>
        </p:nvSpPr>
        <p:spPr>
          <a:xfrm>
            <a:off x="3757243" y="2433133"/>
            <a:ext cx="4224300" cy="334800"/>
          </a:xfrm>
          <a:prstGeom prst="roundRect">
            <a:avLst>
              <a:gd fmla="val 34044" name="adj"/>
            </a:avLst>
          </a:prstGeom>
          <a:solidFill>
            <a:srgbClr val="FFFFFF"/>
          </a:solidFill>
          <a:ln cap="flat" cmpd="sng" w="12700">
            <a:solidFill>
              <a:schemeClr val="accent1">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096" name="Google Shape;1096;p68"/>
          <p:cNvSpPr/>
          <p:nvPr/>
        </p:nvSpPr>
        <p:spPr>
          <a:xfrm>
            <a:off x="550000" y="2937716"/>
            <a:ext cx="1464000" cy="334800"/>
          </a:xfrm>
          <a:prstGeom prst="roundRect">
            <a:avLst>
              <a:gd fmla="val 34044" name="adj"/>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2"/>
                </a:solidFill>
                <a:latin typeface="Lexend Medium"/>
                <a:ea typeface="Lexend Medium"/>
                <a:cs typeface="Lexend Medium"/>
                <a:sym typeface="Lexend Medium"/>
              </a:rPr>
              <a:t>Feature D</a:t>
            </a:r>
            <a:endParaRPr>
              <a:solidFill>
                <a:schemeClr val="accent2"/>
              </a:solidFill>
              <a:latin typeface="Lexend Medium"/>
              <a:ea typeface="Lexend Medium"/>
              <a:cs typeface="Lexend Medium"/>
              <a:sym typeface="Lexend Medium"/>
            </a:endParaRPr>
          </a:p>
        </p:txBody>
      </p:sp>
      <p:sp>
        <p:nvSpPr>
          <p:cNvPr id="1097" name="Google Shape;1097;p68"/>
          <p:cNvSpPr/>
          <p:nvPr/>
        </p:nvSpPr>
        <p:spPr>
          <a:xfrm>
            <a:off x="3121541" y="2937715"/>
            <a:ext cx="2052000" cy="334800"/>
          </a:xfrm>
          <a:prstGeom prst="roundRect">
            <a:avLst>
              <a:gd fmla="val 34044" name="adj"/>
            </a:avLst>
          </a:prstGeom>
          <a:solidFill>
            <a:srgbClr val="FFFFFF"/>
          </a:solidFill>
          <a:ln cap="flat" cmpd="sng" w="9525">
            <a:solidFill>
              <a:schemeClr val="accent2">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098" name="Google Shape;1098;p68"/>
          <p:cNvSpPr/>
          <p:nvPr/>
        </p:nvSpPr>
        <p:spPr>
          <a:xfrm>
            <a:off x="550000" y="3442295"/>
            <a:ext cx="1464000" cy="334800"/>
          </a:xfrm>
          <a:prstGeom prst="roundRect">
            <a:avLst>
              <a:gd fmla="val 34044" name="adj"/>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1"/>
                </a:solidFill>
                <a:latin typeface="Lexend Medium"/>
                <a:ea typeface="Lexend Medium"/>
                <a:cs typeface="Lexend Medium"/>
                <a:sym typeface="Lexend Medium"/>
              </a:rPr>
              <a:t>Feature E</a:t>
            </a:r>
            <a:endParaRPr>
              <a:solidFill>
                <a:schemeClr val="accent1"/>
              </a:solidFill>
              <a:latin typeface="Lexend Medium"/>
              <a:ea typeface="Lexend Medium"/>
              <a:cs typeface="Lexend Medium"/>
              <a:sym typeface="Lexend Medium"/>
            </a:endParaRPr>
          </a:p>
        </p:txBody>
      </p:sp>
      <p:sp>
        <p:nvSpPr>
          <p:cNvPr id="1099" name="Google Shape;1099;p68"/>
          <p:cNvSpPr/>
          <p:nvPr/>
        </p:nvSpPr>
        <p:spPr>
          <a:xfrm>
            <a:off x="6211871" y="3442296"/>
            <a:ext cx="2456700" cy="334800"/>
          </a:xfrm>
          <a:prstGeom prst="roundRect">
            <a:avLst>
              <a:gd fmla="val 34044" name="adj"/>
            </a:avLst>
          </a:prstGeom>
          <a:solidFill>
            <a:srgbClr val="FFFFFF"/>
          </a:solidFill>
          <a:ln cap="flat" cmpd="sng" w="12700">
            <a:solidFill>
              <a:schemeClr val="accent1">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0" name="Google Shape;1100;p68"/>
          <p:cNvSpPr/>
          <p:nvPr/>
        </p:nvSpPr>
        <p:spPr>
          <a:xfrm>
            <a:off x="550000" y="3946873"/>
            <a:ext cx="1464000" cy="334800"/>
          </a:xfrm>
          <a:prstGeom prst="roundRect">
            <a:avLst>
              <a:gd fmla="val 34044" name="adj"/>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2"/>
                </a:solidFill>
                <a:latin typeface="Lexend Medium"/>
                <a:ea typeface="Lexend Medium"/>
                <a:cs typeface="Lexend Medium"/>
                <a:sym typeface="Lexend Medium"/>
              </a:rPr>
              <a:t>Feature F</a:t>
            </a:r>
            <a:endParaRPr>
              <a:solidFill>
                <a:schemeClr val="accent2"/>
              </a:solidFill>
              <a:latin typeface="Lexend Medium"/>
              <a:ea typeface="Lexend Medium"/>
              <a:cs typeface="Lexend Medium"/>
              <a:sym typeface="Lexend Medium"/>
            </a:endParaRPr>
          </a:p>
        </p:txBody>
      </p:sp>
      <p:sp>
        <p:nvSpPr>
          <p:cNvPr id="1101" name="Google Shape;1101;p68"/>
          <p:cNvSpPr/>
          <p:nvPr/>
        </p:nvSpPr>
        <p:spPr>
          <a:xfrm>
            <a:off x="3769033" y="3946878"/>
            <a:ext cx="3539100" cy="334800"/>
          </a:xfrm>
          <a:prstGeom prst="roundRect">
            <a:avLst>
              <a:gd fmla="val 34044" name="adj"/>
            </a:avLst>
          </a:prstGeom>
          <a:solidFill>
            <a:srgbClr val="FFFFFF"/>
          </a:solidFill>
          <a:ln cap="flat" cmpd="sng" w="9525">
            <a:solidFill>
              <a:schemeClr val="accent2">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2" name="Google Shape;1102;p68"/>
          <p:cNvSpPr/>
          <p:nvPr/>
        </p:nvSpPr>
        <p:spPr>
          <a:xfrm>
            <a:off x="550000" y="4451454"/>
            <a:ext cx="1464000" cy="334800"/>
          </a:xfrm>
          <a:prstGeom prst="roundRect">
            <a:avLst>
              <a:gd fmla="val 34044" name="adj"/>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accent1"/>
                </a:solidFill>
                <a:latin typeface="Lexend Medium"/>
                <a:ea typeface="Lexend Medium"/>
                <a:cs typeface="Lexend Medium"/>
                <a:sym typeface="Lexend Medium"/>
              </a:rPr>
              <a:t>Feature G</a:t>
            </a:r>
            <a:endParaRPr>
              <a:solidFill>
                <a:schemeClr val="accent1"/>
              </a:solidFill>
              <a:latin typeface="Lexend Medium"/>
              <a:ea typeface="Lexend Medium"/>
              <a:cs typeface="Lexend Medium"/>
              <a:sym typeface="Lexend Medium"/>
            </a:endParaRPr>
          </a:p>
        </p:txBody>
      </p:sp>
      <p:sp>
        <p:nvSpPr>
          <p:cNvPr id="1103" name="Google Shape;1103;p68"/>
          <p:cNvSpPr/>
          <p:nvPr/>
        </p:nvSpPr>
        <p:spPr>
          <a:xfrm>
            <a:off x="3295848" y="4451461"/>
            <a:ext cx="3362700" cy="334800"/>
          </a:xfrm>
          <a:prstGeom prst="roundRect">
            <a:avLst>
              <a:gd fmla="val 34044" name="adj"/>
            </a:avLst>
          </a:prstGeom>
          <a:solidFill>
            <a:srgbClr val="FFFFFF"/>
          </a:solidFill>
          <a:ln cap="flat" cmpd="sng" w="12700">
            <a:solidFill>
              <a:schemeClr val="accent1">
                <a:alpha val="4980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4" name="Google Shape;1104;p68"/>
          <p:cNvSpPr/>
          <p:nvPr/>
        </p:nvSpPr>
        <p:spPr>
          <a:xfrm>
            <a:off x="3004654" y="1423969"/>
            <a:ext cx="1994700" cy="334800"/>
          </a:xfrm>
          <a:prstGeom prst="roundRect">
            <a:avLst>
              <a:gd fmla="val 34044"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5" name="Google Shape;1105;p68"/>
          <p:cNvSpPr/>
          <p:nvPr/>
        </p:nvSpPr>
        <p:spPr>
          <a:xfrm>
            <a:off x="2687326" y="1928555"/>
            <a:ext cx="1464300" cy="334800"/>
          </a:xfrm>
          <a:prstGeom prst="roundRect">
            <a:avLst>
              <a:gd fmla="val 34044"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6" name="Google Shape;1106;p68"/>
          <p:cNvSpPr/>
          <p:nvPr/>
        </p:nvSpPr>
        <p:spPr>
          <a:xfrm>
            <a:off x="3757232" y="2433130"/>
            <a:ext cx="3102900" cy="334800"/>
          </a:xfrm>
          <a:prstGeom prst="roundRect">
            <a:avLst>
              <a:gd fmla="val 34044"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7" name="Google Shape;1107;p68"/>
          <p:cNvSpPr/>
          <p:nvPr/>
        </p:nvSpPr>
        <p:spPr>
          <a:xfrm>
            <a:off x="3121544" y="2937706"/>
            <a:ext cx="1620300" cy="334800"/>
          </a:xfrm>
          <a:prstGeom prst="roundRect">
            <a:avLst>
              <a:gd fmla="val 34044"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8" name="Google Shape;1108;p68"/>
          <p:cNvSpPr/>
          <p:nvPr/>
        </p:nvSpPr>
        <p:spPr>
          <a:xfrm>
            <a:off x="6211872" y="3442305"/>
            <a:ext cx="1620300" cy="334800"/>
          </a:xfrm>
          <a:prstGeom prst="roundRect">
            <a:avLst>
              <a:gd fmla="val 34044"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09" name="Google Shape;1109;p68"/>
          <p:cNvSpPr/>
          <p:nvPr/>
        </p:nvSpPr>
        <p:spPr>
          <a:xfrm>
            <a:off x="3769033" y="3946878"/>
            <a:ext cx="1976400" cy="334800"/>
          </a:xfrm>
          <a:prstGeom prst="roundRect">
            <a:avLst>
              <a:gd fmla="val 34044"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10" name="Google Shape;1110;p68"/>
          <p:cNvSpPr/>
          <p:nvPr/>
        </p:nvSpPr>
        <p:spPr>
          <a:xfrm>
            <a:off x="3295848" y="4451461"/>
            <a:ext cx="1878000" cy="334800"/>
          </a:xfrm>
          <a:prstGeom prst="roundRect">
            <a:avLst>
              <a:gd fmla="val 34044"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rgbClr val="FFFFFF"/>
              </a:solidFill>
              <a:latin typeface="Calibri"/>
              <a:ea typeface="Calibri"/>
              <a:cs typeface="Calibri"/>
              <a:sym typeface="Calibri"/>
            </a:endParaRPr>
          </a:p>
        </p:txBody>
      </p:sp>
      <p:sp>
        <p:nvSpPr>
          <p:cNvPr id="1111" name="Google Shape;1111;p68"/>
          <p:cNvSpPr/>
          <p:nvPr/>
        </p:nvSpPr>
        <p:spPr>
          <a:xfrm>
            <a:off x="3004658" y="1423980"/>
            <a:ext cx="14643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Two Factor Authentication</a:t>
            </a:r>
            <a:endParaRPr sz="1300">
              <a:solidFill>
                <a:schemeClr val="dk1"/>
              </a:solidFill>
              <a:latin typeface="Open Sans"/>
              <a:ea typeface="Open Sans"/>
              <a:cs typeface="Open Sans"/>
              <a:sym typeface="Open Sans"/>
            </a:endParaRPr>
          </a:p>
        </p:txBody>
      </p:sp>
      <p:sp>
        <p:nvSpPr>
          <p:cNvPr id="1112" name="Google Shape;1112;p68"/>
          <p:cNvSpPr/>
          <p:nvPr/>
        </p:nvSpPr>
        <p:spPr>
          <a:xfrm>
            <a:off x="2687327" y="1928555"/>
            <a:ext cx="18780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Google &amp; Apple Pay</a:t>
            </a:r>
            <a:endParaRPr sz="1300">
              <a:solidFill>
                <a:schemeClr val="dk1"/>
              </a:solidFill>
              <a:latin typeface="Open Sans"/>
              <a:ea typeface="Open Sans"/>
              <a:cs typeface="Open Sans"/>
              <a:sym typeface="Open Sans"/>
            </a:endParaRPr>
          </a:p>
        </p:txBody>
      </p:sp>
      <p:sp>
        <p:nvSpPr>
          <p:cNvPr id="1113" name="Google Shape;1113;p68"/>
          <p:cNvSpPr/>
          <p:nvPr/>
        </p:nvSpPr>
        <p:spPr>
          <a:xfrm>
            <a:off x="3757231" y="2433130"/>
            <a:ext cx="35724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Customer Dashboard API Integrations</a:t>
            </a:r>
            <a:endParaRPr sz="1300">
              <a:solidFill>
                <a:schemeClr val="dk1"/>
              </a:solidFill>
              <a:latin typeface="Open Sans"/>
              <a:ea typeface="Open Sans"/>
              <a:cs typeface="Open Sans"/>
              <a:sym typeface="Open Sans"/>
            </a:endParaRPr>
          </a:p>
        </p:txBody>
      </p:sp>
      <p:sp>
        <p:nvSpPr>
          <p:cNvPr id="1114" name="Google Shape;1114;p68"/>
          <p:cNvSpPr/>
          <p:nvPr/>
        </p:nvSpPr>
        <p:spPr>
          <a:xfrm>
            <a:off x="3121544" y="2937706"/>
            <a:ext cx="18780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Global Navigation</a:t>
            </a:r>
            <a:endParaRPr sz="1300">
              <a:solidFill>
                <a:schemeClr val="dk1"/>
              </a:solidFill>
              <a:latin typeface="Open Sans"/>
              <a:ea typeface="Open Sans"/>
              <a:cs typeface="Open Sans"/>
              <a:sym typeface="Open Sans"/>
            </a:endParaRPr>
          </a:p>
        </p:txBody>
      </p:sp>
      <p:sp>
        <p:nvSpPr>
          <p:cNvPr id="1115" name="Google Shape;1115;p68"/>
          <p:cNvSpPr/>
          <p:nvPr/>
        </p:nvSpPr>
        <p:spPr>
          <a:xfrm>
            <a:off x="6211872" y="3442305"/>
            <a:ext cx="24567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Add Detail Here</a:t>
            </a:r>
            <a:endParaRPr sz="1300">
              <a:solidFill>
                <a:schemeClr val="dk1"/>
              </a:solidFill>
              <a:latin typeface="Open Sans"/>
              <a:ea typeface="Open Sans"/>
              <a:cs typeface="Open Sans"/>
              <a:sym typeface="Open Sans"/>
            </a:endParaRPr>
          </a:p>
        </p:txBody>
      </p:sp>
      <p:sp>
        <p:nvSpPr>
          <p:cNvPr id="1116" name="Google Shape;1116;p68"/>
          <p:cNvSpPr/>
          <p:nvPr/>
        </p:nvSpPr>
        <p:spPr>
          <a:xfrm>
            <a:off x="3769039" y="3946880"/>
            <a:ext cx="16203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Add Detail Here</a:t>
            </a:r>
            <a:endParaRPr sz="1300">
              <a:solidFill>
                <a:schemeClr val="dk1"/>
              </a:solidFill>
              <a:latin typeface="Open Sans"/>
              <a:ea typeface="Open Sans"/>
              <a:cs typeface="Open Sans"/>
              <a:sym typeface="Open Sans"/>
            </a:endParaRPr>
          </a:p>
        </p:txBody>
      </p:sp>
      <p:sp>
        <p:nvSpPr>
          <p:cNvPr id="1117" name="Google Shape;1117;p68"/>
          <p:cNvSpPr/>
          <p:nvPr/>
        </p:nvSpPr>
        <p:spPr>
          <a:xfrm>
            <a:off x="3295841" y="4451456"/>
            <a:ext cx="1569600" cy="334800"/>
          </a:xfrm>
          <a:prstGeom prst="rect">
            <a:avLst/>
          </a:prstGeom>
          <a:noFill/>
          <a:ln>
            <a:noFill/>
          </a:ln>
        </p:spPr>
        <p:txBody>
          <a:bodyPr anchorCtr="0" anchor="ctr" bIns="45700" lIns="137150" spcFirstLastPara="1" rIns="91425" wrap="square" tIns="45700">
            <a:noAutofit/>
          </a:bodyPr>
          <a:lstStyle/>
          <a:p>
            <a:pPr indent="0" lvl="0" marL="0" marR="0" rtl="0" algn="l">
              <a:spcBef>
                <a:spcPts val="0"/>
              </a:spcBef>
              <a:spcAft>
                <a:spcPts val="0"/>
              </a:spcAft>
              <a:buNone/>
            </a:pPr>
            <a:r>
              <a:rPr lang="en" sz="1100">
                <a:solidFill>
                  <a:schemeClr val="dk1"/>
                </a:solidFill>
                <a:latin typeface="Open Sans"/>
                <a:ea typeface="Open Sans"/>
                <a:cs typeface="Open Sans"/>
                <a:sym typeface="Open Sans"/>
              </a:rPr>
              <a:t>Add Detail Here</a:t>
            </a:r>
            <a:endParaRPr sz="1300">
              <a:solidFill>
                <a:schemeClr val="dk1"/>
              </a:solidFill>
              <a:latin typeface="Open Sans"/>
              <a:ea typeface="Open Sans"/>
              <a:cs typeface="Open Sans"/>
              <a:sym typeface="Open Sans"/>
            </a:endParaRPr>
          </a:p>
        </p:txBody>
      </p:sp>
      <p:sp>
        <p:nvSpPr>
          <p:cNvPr id="1118" name="Google Shape;1118;p68"/>
          <p:cNvSpPr txBox="1"/>
          <p:nvPr/>
        </p:nvSpPr>
        <p:spPr>
          <a:xfrm>
            <a:off x="2199300"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Jan</a:t>
            </a:r>
            <a:endParaRPr sz="1200">
              <a:solidFill>
                <a:schemeClr val="accent5"/>
              </a:solidFill>
              <a:latin typeface="Lexend Medium"/>
              <a:ea typeface="Lexend Medium"/>
              <a:cs typeface="Lexend Medium"/>
              <a:sym typeface="Lexend Medium"/>
            </a:endParaRPr>
          </a:p>
        </p:txBody>
      </p:sp>
      <p:sp>
        <p:nvSpPr>
          <p:cNvPr id="1119" name="Google Shape;1119;p68"/>
          <p:cNvSpPr txBox="1"/>
          <p:nvPr/>
        </p:nvSpPr>
        <p:spPr>
          <a:xfrm>
            <a:off x="2872332"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Feb</a:t>
            </a:r>
            <a:endParaRPr sz="1200">
              <a:solidFill>
                <a:schemeClr val="accent5"/>
              </a:solidFill>
              <a:latin typeface="Lexend Medium"/>
              <a:ea typeface="Lexend Medium"/>
              <a:cs typeface="Lexend Medium"/>
              <a:sym typeface="Lexend Medium"/>
            </a:endParaRPr>
          </a:p>
        </p:txBody>
      </p:sp>
      <p:sp>
        <p:nvSpPr>
          <p:cNvPr id="1120" name="Google Shape;1120;p68"/>
          <p:cNvSpPr txBox="1"/>
          <p:nvPr/>
        </p:nvSpPr>
        <p:spPr>
          <a:xfrm>
            <a:off x="3541238"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Mar</a:t>
            </a:r>
            <a:endParaRPr sz="1200">
              <a:solidFill>
                <a:schemeClr val="accent5"/>
              </a:solidFill>
              <a:latin typeface="Lexend Medium"/>
              <a:ea typeface="Lexend Medium"/>
              <a:cs typeface="Lexend Medium"/>
              <a:sym typeface="Lexend Medium"/>
            </a:endParaRPr>
          </a:p>
        </p:txBody>
      </p:sp>
      <p:sp>
        <p:nvSpPr>
          <p:cNvPr id="1121" name="Google Shape;1121;p68"/>
          <p:cNvSpPr txBox="1"/>
          <p:nvPr/>
        </p:nvSpPr>
        <p:spPr>
          <a:xfrm>
            <a:off x="4218581"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Apr</a:t>
            </a:r>
            <a:endParaRPr sz="1200">
              <a:solidFill>
                <a:schemeClr val="accent5"/>
              </a:solidFill>
              <a:latin typeface="Lexend Medium"/>
              <a:ea typeface="Lexend Medium"/>
              <a:cs typeface="Lexend Medium"/>
              <a:sym typeface="Lexend Medium"/>
            </a:endParaRPr>
          </a:p>
        </p:txBody>
      </p:sp>
      <p:sp>
        <p:nvSpPr>
          <p:cNvPr id="1122" name="Google Shape;1122;p68"/>
          <p:cNvSpPr txBox="1"/>
          <p:nvPr/>
        </p:nvSpPr>
        <p:spPr>
          <a:xfrm>
            <a:off x="4883524"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May</a:t>
            </a:r>
            <a:endParaRPr sz="1200">
              <a:solidFill>
                <a:schemeClr val="accent5"/>
              </a:solidFill>
              <a:latin typeface="Lexend Medium"/>
              <a:ea typeface="Lexend Medium"/>
              <a:cs typeface="Lexend Medium"/>
              <a:sym typeface="Lexend Medium"/>
            </a:endParaRPr>
          </a:p>
        </p:txBody>
      </p:sp>
      <p:sp>
        <p:nvSpPr>
          <p:cNvPr id="1123" name="Google Shape;1123;p68"/>
          <p:cNvSpPr txBox="1"/>
          <p:nvPr/>
        </p:nvSpPr>
        <p:spPr>
          <a:xfrm>
            <a:off x="5564954"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Jun</a:t>
            </a:r>
            <a:endParaRPr sz="1200">
              <a:solidFill>
                <a:schemeClr val="accent5"/>
              </a:solidFill>
              <a:latin typeface="Lexend Medium"/>
              <a:ea typeface="Lexend Medium"/>
              <a:cs typeface="Lexend Medium"/>
              <a:sym typeface="Lexend Medium"/>
            </a:endParaRPr>
          </a:p>
        </p:txBody>
      </p:sp>
      <p:sp>
        <p:nvSpPr>
          <p:cNvPr id="1124" name="Google Shape;1124;p68"/>
          <p:cNvSpPr txBox="1"/>
          <p:nvPr/>
        </p:nvSpPr>
        <p:spPr>
          <a:xfrm>
            <a:off x="6213099" y="832825"/>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Jul</a:t>
            </a:r>
            <a:endParaRPr sz="1200">
              <a:solidFill>
                <a:schemeClr val="accent5"/>
              </a:solidFill>
              <a:latin typeface="Lexend Medium"/>
              <a:ea typeface="Lexend Medium"/>
              <a:cs typeface="Lexend Medium"/>
              <a:sym typeface="Lexend Medium"/>
            </a:endParaRPr>
          </a:p>
        </p:txBody>
      </p:sp>
      <p:sp>
        <p:nvSpPr>
          <p:cNvPr id="1125" name="Google Shape;1125;p68"/>
          <p:cNvSpPr txBox="1"/>
          <p:nvPr/>
        </p:nvSpPr>
        <p:spPr>
          <a:xfrm>
            <a:off x="6898187" y="832828"/>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Aug</a:t>
            </a:r>
            <a:endParaRPr sz="1200">
              <a:solidFill>
                <a:schemeClr val="accent5"/>
              </a:solidFill>
              <a:latin typeface="Lexend Medium"/>
              <a:ea typeface="Lexend Medium"/>
              <a:cs typeface="Lexend Medium"/>
              <a:sym typeface="Lexend Medium"/>
            </a:endParaRPr>
          </a:p>
        </p:txBody>
      </p:sp>
      <p:sp>
        <p:nvSpPr>
          <p:cNvPr id="1126" name="Google Shape;1126;p68"/>
          <p:cNvSpPr txBox="1"/>
          <p:nvPr/>
        </p:nvSpPr>
        <p:spPr>
          <a:xfrm>
            <a:off x="7584258" y="832828"/>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Sep</a:t>
            </a:r>
            <a:endParaRPr sz="1200">
              <a:solidFill>
                <a:schemeClr val="accent5"/>
              </a:solidFill>
              <a:latin typeface="Lexend Medium"/>
              <a:ea typeface="Lexend Medium"/>
              <a:cs typeface="Lexend Medium"/>
              <a:sym typeface="Lexend Medium"/>
            </a:endParaRPr>
          </a:p>
        </p:txBody>
      </p:sp>
      <p:sp>
        <p:nvSpPr>
          <p:cNvPr id="1127" name="Google Shape;1127;p68"/>
          <p:cNvSpPr txBox="1"/>
          <p:nvPr/>
        </p:nvSpPr>
        <p:spPr>
          <a:xfrm>
            <a:off x="8224822" y="832828"/>
            <a:ext cx="646800" cy="26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 sz="1100">
                <a:solidFill>
                  <a:schemeClr val="accent5"/>
                </a:solidFill>
                <a:latin typeface="Lexend Medium"/>
                <a:ea typeface="Lexend Medium"/>
                <a:cs typeface="Lexend Medium"/>
                <a:sym typeface="Lexend Medium"/>
              </a:rPr>
              <a:t>Oct</a:t>
            </a:r>
            <a:endParaRPr sz="1200">
              <a:solidFill>
                <a:schemeClr val="accent5"/>
              </a:solidFill>
              <a:latin typeface="Lexend Medium"/>
              <a:ea typeface="Lexend Medium"/>
              <a:cs typeface="Lexend Medium"/>
              <a:sym typeface="Lexend Medium"/>
            </a:endParaRPr>
          </a:p>
        </p:txBody>
      </p:sp>
      <p:sp>
        <p:nvSpPr>
          <p:cNvPr id="1128" name="Google Shape;1128;p68"/>
          <p:cNvSpPr txBox="1"/>
          <p:nvPr/>
        </p:nvSpPr>
        <p:spPr>
          <a:xfrm>
            <a:off x="692450" y="238325"/>
            <a:ext cx="52437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Agile Product Roadmap</a:t>
            </a:r>
            <a:endParaRPr sz="2000">
              <a:solidFill>
                <a:schemeClr val="accent5"/>
              </a:solidFill>
              <a:latin typeface="Lexend Medium"/>
              <a:ea typeface="Lexend Medium"/>
              <a:cs typeface="Lexend Medium"/>
              <a:sym typeface="Lexend Medium"/>
            </a:endParaRPr>
          </a:p>
        </p:txBody>
      </p:sp>
      <p:cxnSp>
        <p:nvCxnSpPr>
          <p:cNvPr id="1129" name="Google Shape;1129;p68"/>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69"/>
          <p:cNvSpPr/>
          <p:nvPr/>
        </p:nvSpPr>
        <p:spPr>
          <a:xfrm>
            <a:off x="96592" y="2904586"/>
            <a:ext cx="8938578" cy="1970837"/>
          </a:xfrm>
          <a:prstGeom prst="roundRect">
            <a:avLst>
              <a:gd fmla="val 7706" name="adj"/>
            </a:avLst>
          </a:prstGeom>
          <a:solidFill>
            <a:schemeClr val="accent4"/>
          </a:solidFill>
          <a:ln>
            <a:noFill/>
          </a:ln>
        </p:spPr>
        <p:txBody>
          <a:bodyPr anchorCtr="0" anchor="ctr" bIns="45700" lIns="182875" spcFirstLastPara="1" rIns="91425" wrap="square" tIns="45700">
            <a:noAutofit/>
          </a:bodyPr>
          <a:lstStyle/>
          <a:p>
            <a:pPr indent="0" lvl="0" marL="0" marR="0" rtl="0" algn="l">
              <a:spcBef>
                <a:spcPts val="0"/>
              </a:spcBef>
              <a:spcAft>
                <a:spcPts val="0"/>
              </a:spcAft>
              <a:buNone/>
            </a:pPr>
            <a:r>
              <a:rPr lang="en" sz="1300">
                <a:solidFill>
                  <a:schemeClr val="dk1"/>
                </a:solidFill>
                <a:latin typeface="Lexend Medium"/>
                <a:ea typeface="Lexend Medium"/>
                <a:cs typeface="Lexend Medium"/>
                <a:sym typeface="Lexend Medium"/>
              </a:rPr>
              <a:t>Mobile App</a:t>
            </a:r>
            <a:endParaRPr>
              <a:solidFill>
                <a:schemeClr val="dk1"/>
              </a:solidFill>
              <a:latin typeface="Lexend Medium"/>
              <a:ea typeface="Lexend Medium"/>
              <a:cs typeface="Lexend Medium"/>
              <a:sym typeface="Lexend Medium"/>
            </a:endParaRPr>
          </a:p>
        </p:txBody>
      </p:sp>
      <p:sp>
        <p:nvSpPr>
          <p:cNvPr id="1135" name="Google Shape;1135;p69"/>
          <p:cNvSpPr/>
          <p:nvPr/>
        </p:nvSpPr>
        <p:spPr>
          <a:xfrm>
            <a:off x="1429899" y="3014299"/>
            <a:ext cx="7494000" cy="1751400"/>
          </a:xfrm>
          <a:prstGeom prst="roundRect">
            <a:avLst>
              <a:gd fmla="val 5484" name="adj"/>
            </a:avLst>
          </a:prstGeom>
          <a:noFill/>
          <a:ln cap="flat" cmpd="sng" w="9525">
            <a:solidFill>
              <a:srgbClr val="ACB8CA"/>
            </a:solidFill>
            <a:prstDash val="solid"/>
            <a:miter lim="800000"/>
            <a:headEnd len="sm" w="sm" type="none"/>
            <a:tailEnd len="sm" w="sm" type="none"/>
          </a:ln>
        </p:spPr>
        <p:txBody>
          <a:bodyPr anchorCtr="0" anchor="t" bIns="45700" lIns="137150" spcFirstLastPara="1" rIns="91425" wrap="square" tIns="91425">
            <a:noAutofit/>
          </a:bodyPr>
          <a:lstStyle/>
          <a:p>
            <a:pPr indent="0" lvl="0" marL="0" marR="0" rtl="0" algn="l">
              <a:spcBef>
                <a:spcPts val="0"/>
              </a:spcBef>
              <a:spcAft>
                <a:spcPts val="0"/>
              </a:spcAft>
              <a:buNone/>
            </a:pPr>
            <a:r>
              <a:rPr b="1" lang="en" sz="1000">
                <a:solidFill>
                  <a:schemeClr val="dk1"/>
                </a:solidFill>
                <a:latin typeface="Open Sans"/>
                <a:ea typeface="Open Sans"/>
                <a:cs typeface="Open Sans"/>
                <a:sym typeface="Open Sans"/>
              </a:rPr>
              <a:t>Address Critical User Pain Points</a:t>
            </a:r>
            <a:endParaRPr b="1">
              <a:solidFill>
                <a:schemeClr val="dk1"/>
              </a:solidFill>
              <a:latin typeface="Open Sans"/>
              <a:ea typeface="Open Sans"/>
              <a:cs typeface="Open Sans"/>
              <a:sym typeface="Open Sans"/>
            </a:endParaRPr>
          </a:p>
        </p:txBody>
      </p:sp>
      <p:sp>
        <p:nvSpPr>
          <p:cNvPr id="1136" name="Google Shape;1136;p69"/>
          <p:cNvSpPr/>
          <p:nvPr/>
        </p:nvSpPr>
        <p:spPr>
          <a:xfrm>
            <a:off x="108842" y="804508"/>
            <a:ext cx="8938578" cy="1891020"/>
          </a:xfrm>
          <a:prstGeom prst="roundRect">
            <a:avLst>
              <a:gd fmla="val 7706" name="adj"/>
            </a:avLst>
          </a:prstGeom>
          <a:solidFill>
            <a:schemeClr val="dk2"/>
          </a:solidFill>
          <a:ln>
            <a:noFill/>
          </a:ln>
        </p:spPr>
        <p:txBody>
          <a:bodyPr anchorCtr="0" anchor="ctr" bIns="45700" lIns="182875" spcFirstLastPara="1" rIns="91425" wrap="square" tIns="45700">
            <a:noAutofit/>
          </a:bodyPr>
          <a:lstStyle/>
          <a:p>
            <a:pPr indent="0" lvl="0" marL="0" marR="0" rtl="0" algn="l">
              <a:spcBef>
                <a:spcPts val="0"/>
              </a:spcBef>
              <a:spcAft>
                <a:spcPts val="0"/>
              </a:spcAft>
              <a:buNone/>
            </a:pPr>
            <a:r>
              <a:rPr lang="en" sz="1300">
                <a:solidFill>
                  <a:schemeClr val="dk1"/>
                </a:solidFill>
                <a:latin typeface="Lexend Medium"/>
                <a:ea typeface="Lexend Medium"/>
                <a:cs typeface="Lexend Medium"/>
                <a:sym typeface="Lexend Medium"/>
              </a:rPr>
              <a:t>Web App</a:t>
            </a:r>
            <a:endParaRPr>
              <a:solidFill>
                <a:schemeClr val="dk1"/>
              </a:solidFill>
              <a:latin typeface="Lexend Medium"/>
              <a:ea typeface="Lexend Medium"/>
              <a:cs typeface="Lexend Medium"/>
              <a:sym typeface="Lexend Medium"/>
            </a:endParaRPr>
          </a:p>
        </p:txBody>
      </p:sp>
      <p:sp>
        <p:nvSpPr>
          <p:cNvPr id="1137" name="Google Shape;1137;p69"/>
          <p:cNvSpPr/>
          <p:nvPr/>
        </p:nvSpPr>
        <p:spPr>
          <a:xfrm>
            <a:off x="1429899" y="923018"/>
            <a:ext cx="7493908" cy="1653979"/>
          </a:xfrm>
          <a:prstGeom prst="roundRect">
            <a:avLst>
              <a:gd fmla="val 5484" name="adj"/>
            </a:avLst>
          </a:prstGeom>
          <a:noFill/>
          <a:ln cap="flat" cmpd="sng" w="9525">
            <a:solidFill>
              <a:srgbClr val="ACB8CA"/>
            </a:solidFill>
            <a:prstDash val="solid"/>
            <a:miter lim="800000"/>
            <a:headEnd len="sm" w="sm" type="none"/>
            <a:tailEnd len="sm" w="sm" type="none"/>
          </a:ln>
        </p:spPr>
        <p:txBody>
          <a:bodyPr anchorCtr="0" anchor="t" bIns="45700" lIns="137150" spcFirstLastPara="1" rIns="91425" wrap="square" tIns="91425">
            <a:noAutofit/>
          </a:bodyPr>
          <a:lstStyle/>
          <a:p>
            <a:pPr indent="0" lvl="0" marL="0" marR="0" rtl="0" algn="l">
              <a:spcBef>
                <a:spcPts val="0"/>
              </a:spcBef>
              <a:spcAft>
                <a:spcPts val="0"/>
              </a:spcAft>
              <a:buNone/>
            </a:pPr>
            <a:r>
              <a:rPr b="1" lang="en" sz="1000">
                <a:solidFill>
                  <a:schemeClr val="dk1"/>
                </a:solidFill>
                <a:latin typeface="Open Sans"/>
                <a:ea typeface="Open Sans"/>
                <a:cs typeface="Open Sans"/>
                <a:sym typeface="Open Sans"/>
              </a:rPr>
              <a:t>Drive New User Adoption</a:t>
            </a:r>
            <a:endParaRPr b="1">
              <a:solidFill>
                <a:schemeClr val="dk1"/>
              </a:solidFill>
              <a:latin typeface="Open Sans"/>
              <a:ea typeface="Open Sans"/>
              <a:cs typeface="Open Sans"/>
              <a:sym typeface="Open Sans"/>
            </a:endParaRPr>
          </a:p>
        </p:txBody>
      </p:sp>
      <p:sp>
        <p:nvSpPr>
          <p:cNvPr id="1138" name="Google Shape;1138;p69"/>
          <p:cNvSpPr/>
          <p:nvPr/>
        </p:nvSpPr>
        <p:spPr>
          <a:xfrm>
            <a:off x="6492507" y="1265401"/>
            <a:ext cx="2342434" cy="2749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Improve Sync Performance</a:t>
            </a:r>
            <a:endParaRPr>
              <a:latin typeface="Open Sans"/>
              <a:ea typeface="Open Sans"/>
              <a:cs typeface="Open Sans"/>
              <a:sym typeface="Open Sans"/>
            </a:endParaRPr>
          </a:p>
        </p:txBody>
      </p:sp>
      <p:sp>
        <p:nvSpPr>
          <p:cNvPr id="1139" name="Google Shape;1139;p69"/>
          <p:cNvSpPr/>
          <p:nvPr/>
        </p:nvSpPr>
        <p:spPr>
          <a:xfrm>
            <a:off x="4005617" y="1265401"/>
            <a:ext cx="2342434" cy="2749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SSD for user management</a:t>
            </a:r>
            <a:endParaRPr>
              <a:latin typeface="Open Sans"/>
              <a:ea typeface="Open Sans"/>
              <a:cs typeface="Open Sans"/>
              <a:sym typeface="Open Sans"/>
            </a:endParaRPr>
          </a:p>
        </p:txBody>
      </p:sp>
      <p:sp>
        <p:nvSpPr>
          <p:cNvPr id="1140" name="Google Shape;1140;p69"/>
          <p:cNvSpPr/>
          <p:nvPr/>
        </p:nvSpPr>
        <p:spPr>
          <a:xfrm>
            <a:off x="1518728" y="1265401"/>
            <a:ext cx="2342434" cy="274900"/>
          </a:xfrm>
          <a:prstGeom prst="roundRect">
            <a:avLst>
              <a:gd fmla="val 29458" name="adj"/>
            </a:avLst>
          </a:prstGeom>
          <a:solidFill>
            <a:srgbClr val="FFFFFF"/>
          </a:solidFill>
          <a:ln>
            <a:noFill/>
          </a:ln>
        </p:spPr>
        <p:txBody>
          <a:bodyPr anchorCtr="0" anchor="ctr" bIns="45700" lIns="320025"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Video Calls</a:t>
            </a:r>
            <a:endParaRPr>
              <a:latin typeface="Open Sans"/>
              <a:ea typeface="Open Sans"/>
              <a:cs typeface="Open Sans"/>
              <a:sym typeface="Open Sans"/>
            </a:endParaRPr>
          </a:p>
        </p:txBody>
      </p:sp>
      <p:sp>
        <p:nvSpPr>
          <p:cNvPr id="1141" name="Google Shape;1141;p69"/>
          <p:cNvSpPr/>
          <p:nvPr/>
        </p:nvSpPr>
        <p:spPr>
          <a:xfrm>
            <a:off x="1518728" y="1612565"/>
            <a:ext cx="2342434" cy="2749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New onboarding experience</a:t>
            </a:r>
            <a:endParaRPr>
              <a:latin typeface="Open Sans"/>
              <a:ea typeface="Open Sans"/>
              <a:cs typeface="Open Sans"/>
              <a:sym typeface="Open Sans"/>
            </a:endParaRPr>
          </a:p>
        </p:txBody>
      </p:sp>
      <p:sp>
        <p:nvSpPr>
          <p:cNvPr id="1142" name="Google Shape;1142;p69"/>
          <p:cNvSpPr/>
          <p:nvPr/>
        </p:nvSpPr>
        <p:spPr>
          <a:xfrm>
            <a:off x="1518728" y="1959728"/>
            <a:ext cx="2342434" cy="2749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Asana Integrations</a:t>
            </a:r>
            <a:endParaRPr>
              <a:latin typeface="Open Sans"/>
              <a:ea typeface="Open Sans"/>
              <a:cs typeface="Open Sans"/>
              <a:sym typeface="Open Sans"/>
            </a:endParaRPr>
          </a:p>
        </p:txBody>
      </p:sp>
      <p:sp>
        <p:nvSpPr>
          <p:cNvPr id="1143" name="Google Shape;1143;p69"/>
          <p:cNvSpPr/>
          <p:nvPr/>
        </p:nvSpPr>
        <p:spPr>
          <a:xfrm flipH="1">
            <a:off x="1614630" y="1356864"/>
            <a:ext cx="92115" cy="92115"/>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44" name="Google Shape;1144;p69"/>
          <p:cNvSpPr/>
          <p:nvPr/>
        </p:nvSpPr>
        <p:spPr>
          <a:xfrm flipH="1">
            <a:off x="1614630" y="1704028"/>
            <a:ext cx="92115" cy="92115"/>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45" name="Google Shape;1145;p69"/>
          <p:cNvSpPr/>
          <p:nvPr/>
        </p:nvSpPr>
        <p:spPr>
          <a:xfrm flipH="1">
            <a:off x="1614630" y="2051191"/>
            <a:ext cx="92115" cy="92115"/>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46" name="Google Shape;1146;p69"/>
          <p:cNvSpPr/>
          <p:nvPr/>
        </p:nvSpPr>
        <p:spPr>
          <a:xfrm flipH="1">
            <a:off x="4101519" y="1356864"/>
            <a:ext cx="92115" cy="92115"/>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47" name="Google Shape;1147;p69"/>
          <p:cNvSpPr/>
          <p:nvPr/>
        </p:nvSpPr>
        <p:spPr>
          <a:xfrm flipH="1">
            <a:off x="6588409" y="1356864"/>
            <a:ext cx="92115" cy="92115"/>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1148" name="Google Shape;1148;p69"/>
          <p:cNvGrpSpPr/>
          <p:nvPr/>
        </p:nvGrpSpPr>
        <p:grpSpPr>
          <a:xfrm>
            <a:off x="1518728" y="3348449"/>
            <a:ext cx="4829323" cy="1316390"/>
            <a:chOff x="2392727" y="4510360"/>
            <a:chExt cx="6008115" cy="1637709"/>
          </a:xfrm>
        </p:grpSpPr>
        <p:sp>
          <p:nvSpPr>
            <p:cNvPr id="1149" name="Google Shape;1149;p69"/>
            <p:cNvSpPr/>
            <p:nvPr/>
          </p:nvSpPr>
          <p:spPr>
            <a:xfrm>
              <a:off x="5486642" y="4510360"/>
              <a:ext cx="2914200" cy="3420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Share Dropbox files</a:t>
              </a:r>
              <a:endParaRPr>
                <a:latin typeface="Open Sans"/>
                <a:ea typeface="Open Sans"/>
                <a:cs typeface="Open Sans"/>
                <a:sym typeface="Open Sans"/>
              </a:endParaRPr>
            </a:p>
          </p:txBody>
        </p:sp>
        <p:sp>
          <p:nvSpPr>
            <p:cNvPr id="1150" name="Google Shape;1150;p69"/>
            <p:cNvSpPr/>
            <p:nvPr/>
          </p:nvSpPr>
          <p:spPr>
            <a:xfrm>
              <a:off x="5486642" y="4942263"/>
              <a:ext cx="2914200" cy="462900"/>
            </a:xfrm>
            <a:prstGeom prst="roundRect">
              <a:avLst>
                <a:gd fmla="val 22601"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Core enhancements to support large communities</a:t>
              </a:r>
              <a:endParaRPr>
                <a:latin typeface="Open Sans"/>
                <a:ea typeface="Open Sans"/>
                <a:cs typeface="Open Sans"/>
                <a:sym typeface="Open Sans"/>
              </a:endParaRPr>
            </a:p>
          </p:txBody>
        </p:sp>
        <p:sp>
          <p:nvSpPr>
            <p:cNvPr id="1151" name="Google Shape;1151;p69"/>
            <p:cNvSpPr/>
            <p:nvPr/>
          </p:nvSpPr>
          <p:spPr>
            <a:xfrm>
              <a:off x="2392727" y="5806069"/>
              <a:ext cx="2914200" cy="3420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Video Call enhancements</a:t>
              </a:r>
              <a:endParaRPr sz="1000">
                <a:solidFill>
                  <a:srgbClr val="44546A"/>
                </a:solidFill>
                <a:latin typeface="Open Sans"/>
                <a:ea typeface="Open Sans"/>
                <a:cs typeface="Open Sans"/>
                <a:sym typeface="Open Sans"/>
              </a:endParaRPr>
            </a:p>
          </p:txBody>
        </p:sp>
        <p:sp>
          <p:nvSpPr>
            <p:cNvPr id="1152" name="Google Shape;1152;p69"/>
            <p:cNvSpPr/>
            <p:nvPr/>
          </p:nvSpPr>
          <p:spPr>
            <a:xfrm>
              <a:off x="2392727" y="4510360"/>
              <a:ext cx="2914200" cy="342000"/>
            </a:xfrm>
            <a:prstGeom prst="roundRect">
              <a:avLst>
                <a:gd fmla="val 29458" name="adj"/>
              </a:avLst>
            </a:prstGeom>
            <a:solidFill>
              <a:srgbClr val="FFFFFF"/>
            </a:solidFill>
            <a:ln>
              <a:noFill/>
            </a:ln>
          </p:spPr>
          <p:txBody>
            <a:bodyPr anchorCtr="0" anchor="ctr" bIns="45700" lIns="320025"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Video Call enhancements</a:t>
              </a:r>
              <a:endParaRPr>
                <a:latin typeface="Open Sans"/>
                <a:ea typeface="Open Sans"/>
                <a:cs typeface="Open Sans"/>
                <a:sym typeface="Open Sans"/>
              </a:endParaRPr>
            </a:p>
          </p:txBody>
        </p:sp>
        <p:sp>
          <p:nvSpPr>
            <p:cNvPr id="1153" name="Google Shape;1153;p69"/>
            <p:cNvSpPr/>
            <p:nvPr/>
          </p:nvSpPr>
          <p:spPr>
            <a:xfrm>
              <a:off x="2392727" y="4942263"/>
              <a:ext cx="2914200" cy="3420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Core messaging enhancements</a:t>
              </a:r>
              <a:endParaRPr>
                <a:latin typeface="Open Sans"/>
                <a:ea typeface="Open Sans"/>
                <a:cs typeface="Open Sans"/>
                <a:sym typeface="Open Sans"/>
              </a:endParaRPr>
            </a:p>
          </p:txBody>
        </p:sp>
        <p:sp>
          <p:nvSpPr>
            <p:cNvPr id="1154" name="Google Shape;1154;p69"/>
            <p:cNvSpPr/>
            <p:nvPr/>
          </p:nvSpPr>
          <p:spPr>
            <a:xfrm>
              <a:off x="2392727" y="5374166"/>
              <a:ext cx="2914200" cy="3420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Customer text formatting</a:t>
              </a:r>
              <a:endParaRPr>
                <a:latin typeface="Open Sans"/>
                <a:ea typeface="Open Sans"/>
                <a:cs typeface="Open Sans"/>
                <a:sym typeface="Open Sans"/>
              </a:endParaRPr>
            </a:p>
          </p:txBody>
        </p:sp>
        <p:sp>
          <p:nvSpPr>
            <p:cNvPr id="1155" name="Google Shape;1155;p69"/>
            <p:cNvSpPr/>
            <p:nvPr/>
          </p:nvSpPr>
          <p:spPr>
            <a:xfrm flipH="1">
              <a:off x="2512038" y="4624148"/>
              <a:ext cx="114600" cy="114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sp>
          <p:nvSpPr>
            <p:cNvPr id="1156" name="Google Shape;1156;p69"/>
            <p:cNvSpPr/>
            <p:nvPr/>
          </p:nvSpPr>
          <p:spPr>
            <a:xfrm flipH="1">
              <a:off x="2512038" y="5056051"/>
              <a:ext cx="114600" cy="114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sp>
          <p:nvSpPr>
            <p:cNvPr id="1157" name="Google Shape;1157;p69"/>
            <p:cNvSpPr/>
            <p:nvPr/>
          </p:nvSpPr>
          <p:spPr>
            <a:xfrm flipH="1">
              <a:off x="2512038" y="5487954"/>
              <a:ext cx="114600" cy="114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sp>
          <p:nvSpPr>
            <p:cNvPr id="1158" name="Google Shape;1158;p69"/>
            <p:cNvSpPr/>
            <p:nvPr/>
          </p:nvSpPr>
          <p:spPr>
            <a:xfrm flipH="1">
              <a:off x="2512038" y="5919857"/>
              <a:ext cx="114600" cy="11460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sp>
          <p:nvSpPr>
            <p:cNvPr id="1159" name="Google Shape;1159;p69"/>
            <p:cNvSpPr/>
            <p:nvPr/>
          </p:nvSpPr>
          <p:spPr>
            <a:xfrm flipH="1">
              <a:off x="5605953" y="4624148"/>
              <a:ext cx="114600" cy="114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sp>
          <p:nvSpPr>
            <p:cNvPr id="1160" name="Google Shape;1160;p69"/>
            <p:cNvSpPr/>
            <p:nvPr/>
          </p:nvSpPr>
          <p:spPr>
            <a:xfrm flipH="1">
              <a:off x="5605953" y="5116505"/>
              <a:ext cx="114600" cy="11460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grpSp>
          <p:nvGrpSpPr>
            <p:cNvPr id="1161" name="Google Shape;1161;p69"/>
            <p:cNvGrpSpPr/>
            <p:nvPr/>
          </p:nvGrpSpPr>
          <p:grpSpPr>
            <a:xfrm>
              <a:off x="5486642" y="5487954"/>
              <a:ext cx="2914200" cy="342000"/>
              <a:chOff x="5486642" y="5440841"/>
              <a:chExt cx="2914200" cy="342000"/>
            </a:xfrm>
          </p:grpSpPr>
          <p:sp>
            <p:nvSpPr>
              <p:cNvPr id="1162" name="Google Shape;1162;p69"/>
              <p:cNvSpPr/>
              <p:nvPr/>
            </p:nvSpPr>
            <p:spPr>
              <a:xfrm>
                <a:off x="5486642" y="5440841"/>
                <a:ext cx="2914200" cy="342000"/>
              </a:xfrm>
              <a:prstGeom prst="roundRect">
                <a:avLst>
                  <a:gd fmla="val 29458" name="adj"/>
                </a:avLst>
              </a:prstGeom>
              <a:solidFill>
                <a:srgbClr val="FFFFFF"/>
              </a:solidFill>
              <a:ln>
                <a:noFill/>
              </a:ln>
            </p:spPr>
            <p:txBody>
              <a:bodyPr anchorCtr="0" anchor="ctr" bIns="45700" lIns="274300" spcFirstLastPara="1" rIns="91425" wrap="square" tIns="45700">
                <a:noAutofit/>
              </a:bodyPr>
              <a:lstStyle/>
              <a:p>
                <a:pPr indent="0" lvl="0" marL="0" marR="0" rtl="0" algn="l">
                  <a:spcBef>
                    <a:spcPts val="0"/>
                  </a:spcBef>
                  <a:spcAft>
                    <a:spcPts val="0"/>
                  </a:spcAft>
                  <a:buNone/>
                </a:pPr>
                <a:r>
                  <a:rPr lang="en" sz="1000">
                    <a:solidFill>
                      <a:srgbClr val="44546A"/>
                    </a:solidFill>
                    <a:latin typeface="Open Sans"/>
                    <a:ea typeface="Open Sans"/>
                    <a:cs typeface="Open Sans"/>
                    <a:sym typeface="Open Sans"/>
                  </a:rPr>
                  <a:t>Eliminate Dropped Audio calls</a:t>
                </a:r>
                <a:endParaRPr>
                  <a:latin typeface="Open Sans"/>
                  <a:ea typeface="Open Sans"/>
                  <a:cs typeface="Open Sans"/>
                  <a:sym typeface="Open Sans"/>
                </a:endParaRPr>
              </a:p>
            </p:txBody>
          </p:sp>
          <p:sp>
            <p:nvSpPr>
              <p:cNvPr id="1163" name="Google Shape;1163;p69"/>
              <p:cNvSpPr/>
              <p:nvPr/>
            </p:nvSpPr>
            <p:spPr>
              <a:xfrm flipH="1">
                <a:off x="5605953" y="5554629"/>
                <a:ext cx="114600" cy="114600"/>
              </a:xfrm>
              <a:prstGeom prst="roundRect">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Open Sans"/>
                  <a:ea typeface="Open Sans"/>
                  <a:cs typeface="Open Sans"/>
                  <a:sym typeface="Open Sans"/>
                </a:endParaRPr>
              </a:p>
            </p:txBody>
          </p:sp>
        </p:grpSp>
      </p:grpSp>
      <p:sp>
        <p:nvSpPr>
          <p:cNvPr id="1164" name="Google Shape;1164;p69"/>
          <p:cNvSpPr txBox="1"/>
          <p:nvPr/>
        </p:nvSpPr>
        <p:spPr>
          <a:xfrm>
            <a:off x="1476372" y="467925"/>
            <a:ext cx="24570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600">
                <a:solidFill>
                  <a:schemeClr val="accent1"/>
                </a:solidFill>
                <a:latin typeface="Lexend Medium"/>
                <a:ea typeface="Lexend Medium"/>
                <a:cs typeface="Lexend Medium"/>
                <a:sym typeface="Lexend Medium"/>
              </a:rPr>
              <a:t>NOW</a:t>
            </a:r>
            <a:endParaRPr sz="1200">
              <a:solidFill>
                <a:schemeClr val="accent1"/>
              </a:solidFill>
              <a:latin typeface="Lexend Medium"/>
              <a:ea typeface="Lexend Medium"/>
              <a:cs typeface="Lexend Medium"/>
              <a:sym typeface="Lexend Medium"/>
            </a:endParaRPr>
          </a:p>
        </p:txBody>
      </p:sp>
      <p:sp>
        <p:nvSpPr>
          <p:cNvPr id="1165" name="Google Shape;1165;p69"/>
          <p:cNvSpPr txBox="1"/>
          <p:nvPr/>
        </p:nvSpPr>
        <p:spPr>
          <a:xfrm>
            <a:off x="3963226" y="467925"/>
            <a:ext cx="24570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600">
                <a:solidFill>
                  <a:schemeClr val="accent1"/>
                </a:solidFill>
                <a:latin typeface="Lexend Medium"/>
                <a:ea typeface="Lexend Medium"/>
                <a:cs typeface="Lexend Medium"/>
                <a:sym typeface="Lexend Medium"/>
              </a:rPr>
              <a:t>NEXT</a:t>
            </a:r>
            <a:endParaRPr sz="1200">
              <a:solidFill>
                <a:schemeClr val="accent1"/>
              </a:solidFill>
              <a:latin typeface="Lexend Medium"/>
              <a:ea typeface="Lexend Medium"/>
              <a:cs typeface="Lexend Medium"/>
              <a:sym typeface="Lexend Medium"/>
            </a:endParaRPr>
          </a:p>
        </p:txBody>
      </p:sp>
      <p:sp>
        <p:nvSpPr>
          <p:cNvPr id="1166" name="Google Shape;1166;p69"/>
          <p:cNvSpPr txBox="1"/>
          <p:nvPr/>
        </p:nvSpPr>
        <p:spPr>
          <a:xfrm>
            <a:off x="6420275" y="467925"/>
            <a:ext cx="26271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600">
                <a:solidFill>
                  <a:schemeClr val="accent1"/>
                </a:solidFill>
                <a:latin typeface="Lexend Medium"/>
                <a:ea typeface="Lexend Medium"/>
                <a:cs typeface="Lexend Medium"/>
                <a:sym typeface="Lexend Medium"/>
              </a:rPr>
              <a:t>LATER</a:t>
            </a:r>
            <a:endParaRPr sz="1200">
              <a:solidFill>
                <a:schemeClr val="accent1"/>
              </a:solidFill>
              <a:latin typeface="Lexend Medium"/>
              <a:ea typeface="Lexend Medium"/>
              <a:cs typeface="Lexend Medium"/>
              <a:sym typeface="Lexend Medium"/>
            </a:endParaRPr>
          </a:p>
        </p:txBody>
      </p:sp>
      <p:cxnSp>
        <p:nvCxnSpPr>
          <p:cNvPr id="1167" name="Google Shape;1167;p69"/>
          <p:cNvCxnSpPr/>
          <p:nvPr/>
        </p:nvCxnSpPr>
        <p:spPr>
          <a:xfrm>
            <a:off x="3933395" y="479592"/>
            <a:ext cx="0" cy="4395741"/>
          </a:xfrm>
          <a:prstGeom prst="straightConnector1">
            <a:avLst/>
          </a:prstGeom>
          <a:noFill/>
          <a:ln cap="flat" cmpd="sng" w="9525">
            <a:solidFill>
              <a:srgbClr val="ACB8CA">
                <a:alpha val="24710"/>
              </a:srgbClr>
            </a:solidFill>
            <a:prstDash val="solid"/>
            <a:miter lim="800000"/>
            <a:headEnd len="sm" w="sm" type="none"/>
            <a:tailEnd len="sm" w="sm" type="none"/>
          </a:ln>
        </p:spPr>
      </p:cxnSp>
      <p:cxnSp>
        <p:nvCxnSpPr>
          <p:cNvPr id="1168" name="Google Shape;1168;p69"/>
          <p:cNvCxnSpPr/>
          <p:nvPr/>
        </p:nvCxnSpPr>
        <p:spPr>
          <a:xfrm>
            <a:off x="6420284" y="479592"/>
            <a:ext cx="0" cy="4395741"/>
          </a:xfrm>
          <a:prstGeom prst="straightConnector1">
            <a:avLst/>
          </a:prstGeom>
          <a:noFill/>
          <a:ln cap="flat" cmpd="sng" w="9525">
            <a:solidFill>
              <a:srgbClr val="ACB8CA">
                <a:alpha val="24710"/>
              </a:srgbClr>
            </a:solidFill>
            <a:prstDash val="solid"/>
            <a:miter lim="800000"/>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70"/>
          <p:cNvSpPr/>
          <p:nvPr/>
        </p:nvSpPr>
        <p:spPr>
          <a:xfrm>
            <a:off x="1253832" y="0"/>
            <a:ext cx="8142000" cy="5517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1174" name="Google Shape;1174;p70"/>
          <p:cNvCxnSpPr/>
          <p:nvPr/>
        </p:nvCxnSpPr>
        <p:spPr>
          <a:xfrm>
            <a:off x="1253832" y="0"/>
            <a:ext cx="0" cy="5517300"/>
          </a:xfrm>
          <a:prstGeom prst="straightConnector1">
            <a:avLst/>
          </a:prstGeom>
          <a:noFill/>
          <a:ln cap="flat" cmpd="sng" w="9525">
            <a:solidFill>
              <a:srgbClr val="D5DBE5"/>
            </a:solidFill>
            <a:prstDash val="solid"/>
            <a:miter lim="800000"/>
            <a:headEnd len="sm" w="sm" type="none"/>
            <a:tailEnd len="sm" w="sm" type="none"/>
          </a:ln>
        </p:spPr>
      </p:cxnSp>
      <p:cxnSp>
        <p:nvCxnSpPr>
          <p:cNvPr id="1175" name="Google Shape;1175;p70"/>
          <p:cNvCxnSpPr/>
          <p:nvPr/>
        </p:nvCxnSpPr>
        <p:spPr>
          <a:xfrm>
            <a:off x="1575678" y="688652"/>
            <a:ext cx="7407600" cy="0"/>
          </a:xfrm>
          <a:prstGeom prst="straightConnector1">
            <a:avLst/>
          </a:prstGeom>
          <a:noFill/>
          <a:ln cap="flat" cmpd="sng" w="9525">
            <a:solidFill>
              <a:srgbClr val="DDDDDD"/>
            </a:solidFill>
            <a:prstDash val="solid"/>
            <a:miter lim="800000"/>
            <a:headEnd len="sm" w="sm" type="none"/>
            <a:tailEnd len="sm" w="sm" type="none"/>
          </a:ln>
        </p:spPr>
      </p:cxnSp>
      <p:cxnSp>
        <p:nvCxnSpPr>
          <p:cNvPr id="1176" name="Google Shape;1176;p70"/>
          <p:cNvCxnSpPr/>
          <p:nvPr/>
        </p:nvCxnSpPr>
        <p:spPr>
          <a:xfrm>
            <a:off x="1575678" y="1839662"/>
            <a:ext cx="7407600" cy="0"/>
          </a:xfrm>
          <a:prstGeom prst="straightConnector1">
            <a:avLst/>
          </a:prstGeom>
          <a:noFill/>
          <a:ln cap="flat" cmpd="sng" w="9525">
            <a:solidFill>
              <a:srgbClr val="DDDDDD"/>
            </a:solidFill>
            <a:prstDash val="solid"/>
            <a:miter lim="800000"/>
            <a:headEnd len="sm" w="sm" type="none"/>
            <a:tailEnd len="sm" w="sm" type="none"/>
          </a:ln>
        </p:spPr>
      </p:cxnSp>
      <p:cxnSp>
        <p:nvCxnSpPr>
          <p:cNvPr id="1177" name="Google Shape;1177;p70"/>
          <p:cNvCxnSpPr/>
          <p:nvPr/>
        </p:nvCxnSpPr>
        <p:spPr>
          <a:xfrm>
            <a:off x="1575678" y="2990671"/>
            <a:ext cx="7407600" cy="0"/>
          </a:xfrm>
          <a:prstGeom prst="straightConnector1">
            <a:avLst/>
          </a:prstGeom>
          <a:noFill/>
          <a:ln cap="flat" cmpd="sng" w="9525">
            <a:solidFill>
              <a:srgbClr val="DDDDDD"/>
            </a:solidFill>
            <a:prstDash val="solid"/>
            <a:miter lim="800000"/>
            <a:headEnd len="sm" w="sm" type="none"/>
            <a:tailEnd len="sm" w="sm" type="none"/>
          </a:ln>
        </p:spPr>
      </p:cxnSp>
      <p:cxnSp>
        <p:nvCxnSpPr>
          <p:cNvPr id="1178" name="Google Shape;1178;p70"/>
          <p:cNvCxnSpPr/>
          <p:nvPr/>
        </p:nvCxnSpPr>
        <p:spPr>
          <a:xfrm>
            <a:off x="1575678" y="4141680"/>
            <a:ext cx="7407600" cy="0"/>
          </a:xfrm>
          <a:prstGeom prst="straightConnector1">
            <a:avLst/>
          </a:prstGeom>
          <a:noFill/>
          <a:ln cap="flat" cmpd="sng" w="9525">
            <a:solidFill>
              <a:srgbClr val="DDDDDD"/>
            </a:solidFill>
            <a:prstDash val="solid"/>
            <a:miter lim="800000"/>
            <a:headEnd len="sm" w="sm" type="none"/>
            <a:tailEnd len="sm" w="sm" type="none"/>
          </a:ln>
        </p:spPr>
      </p:cxnSp>
      <p:cxnSp>
        <p:nvCxnSpPr>
          <p:cNvPr id="1179" name="Google Shape;1179;p70"/>
          <p:cNvCxnSpPr/>
          <p:nvPr/>
        </p:nvCxnSpPr>
        <p:spPr>
          <a:xfrm>
            <a:off x="1253832" y="796230"/>
            <a:ext cx="0" cy="935700"/>
          </a:xfrm>
          <a:prstGeom prst="straightConnector1">
            <a:avLst/>
          </a:prstGeom>
          <a:noFill/>
          <a:ln cap="rnd" cmpd="sng" w="38100">
            <a:solidFill>
              <a:schemeClr val="accent2"/>
            </a:solidFill>
            <a:prstDash val="solid"/>
            <a:miter lim="800000"/>
            <a:headEnd len="sm" w="sm" type="none"/>
            <a:tailEnd len="sm" w="sm" type="none"/>
          </a:ln>
        </p:spPr>
      </p:cxnSp>
      <p:grpSp>
        <p:nvGrpSpPr>
          <p:cNvPr id="1180" name="Google Shape;1180;p70"/>
          <p:cNvGrpSpPr/>
          <p:nvPr/>
        </p:nvGrpSpPr>
        <p:grpSpPr>
          <a:xfrm>
            <a:off x="3427505" y="796218"/>
            <a:ext cx="3703717" cy="935955"/>
            <a:chOff x="4773400" y="989705"/>
            <a:chExt cx="4603750" cy="1163400"/>
          </a:xfrm>
        </p:grpSpPr>
        <p:cxnSp>
          <p:nvCxnSpPr>
            <p:cNvPr id="1181" name="Google Shape;1181;p70"/>
            <p:cNvCxnSpPr/>
            <p:nvPr/>
          </p:nvCxnSpPr>
          <p:spPr>
            <a:xfrm>
              <a:off x="4773400" y="989705"/>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182" name="Google Shape;1182;p70"/>
            <p:cNvCxnSpPr/>
            <p:nvPr/>
          </p:nvCxnSpPr>
          <p:spPr>
            <a:xfrm>
              <a:off x="7075275" y="989705"/>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183" name="Google Shape;1183;p70"/>
            <p:cNvCxnSpPr/>
            <p:nvPr/>
          </p:nvCxnSpPr>
          <p:spPr>
            <a:xfrm>
              <a:off x="9377150" y="989705"/>
              <a:ext cx="0" cy="1163400"/>
            </a:xfrm>
            <a:prstGeom prst="straightConnector1">
              <a:avLst/>
            </a:prstGeom>
            <a:noFill/>
            <a:ln cap="flat" cmpd="sng" w="9525">
              <a:solidFill>
                <a:srgbClr val="DDDDDD"/>
              </a:solidFill>
              <a:prstDash val="solid"/>
              <a:miter lim="800000"/>
              <a:headEnd len="sm" w="sm" type="none"/>
              <a:tailEnd len="sm" w="sm" type="none"/>
            </a:ln>
          </p:spPr>
        </p:cxnSp>
      </p:grpSp>
      <p:cxnSp>
        <p:nvCxnSpPr>
          <p:cNvPr id="1184" name="Google Shape;1184;p70"/>
          <p:cNvCxnSpPr/>
          <p:nvPr/>
        </p:nvCxnSpPr>
        <p:spPr>
          <a:xfrm>
            <a:off x="1253832" y="1947239"/>
            <a:ext cx="0" cy="935700"/>
          </a:xfrm>
          <a:prstGeom prst="straightConnector1">
            <a:avLst/>
          </a:prstGeom>
          <a:noFill/>
          <a:ln cap="rnd" cmpd="sng" w="38100">
            <a:solidFill>
              <a:schemeClr val="accent1"/>
            </a:solidFill>
            <a:prstDash val="solid"/>
            <a:miter lim="800000"/>
            <a:headEnd len="sm" w="sm" type="none"/>
            <a:tailEnd len="sm" w="sm" type="none"/>
          </a:ln>
        </p:spPr>
      </p:cxnSp>
      <p:grpSp>
        <p:nvGrpSpPr>
          <p:cNvPr id="1185" name="Google Shape;1185;p70"/>
          <p:cNvGrpSpPr/>
          <p:nvPr/>
        </p:nvGrpSpPr>
        <p:grpSpPr>
          <a:xfrm>
            <a:off x="3427505" y="1947209"/>
            <a:ext cx="3703717" cy="935955"/>
            <a:chOff x="4773400" y="2420396"/>
            <a:chExt cx="4603750" cy="1163400"/>
          </a:xfrm>
        </p:grpSpPr>
        <p:cxnSp>
          <p:nvCxnSpPr>
            <p:cNvPr id="1186" name="Google Shape;1186;p70"/>
            <p:cNvCxnSpPr/>
            <p:nvPr/>
          </p:nvCxnSpPr>
          <p:spPr>
            <a:xfrm>
              <a:off x="4773400" y="2420396"/>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187" name="Google Shape;1187;p70"/>
            <p:cNvCxnSpPr/>
            <p:nvPr/>
          </p:nvCxnSpPr>
          <p:spPr>
            <a:xfrm>
              <a:off x="7075275" y="2420396"/>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188" name="Google Shape;1188;p70"/>
            <p:cNvCxnSpPr/>
            <p:nvPr/>
          </p:nvCxnSpPr>
          <p:spPr>
            <a:xfrm>
              <a:off x="9377150" y="2420396"/>
              <a:ext cx="0" cy="1163400"/>
            </a:xfrm>
            <a:prstGeom prst="straightConnector1">
              <a:avLst/>
            </a:prstGeom>
            <a:noFill/>
            <a:ln cap="flat" cmpd="sng" w="9525">
              <a:solidFill>
                <a:srgbClr val="DDDDDD"/>
              </a:solidFill>
              <a:prstDash val="solid"/>
              <a:miter lim="800000"/>
              <a:headEnd len="sm" w="sm" type="none"/>
              <a:tailEnd len="sm" w="sm" type="none"/>
            </a:ln>
          </p:spPr>
        </p:cxnSp>
      </p:grpSp>
      <p:cxnSp>
        <p:nvCxnSpPr>
          <p:cNvPr id="1189" name="Google Shape;1189;p70"/>
          <p:cNvCxnSpPr/>
          <p:nvPr/>
        </p:nvCxnSpPr>
        <p:spPr>
          <a:xfrm>
            <a:off x="1253832" y="3098248"/>
            <a:ext cx="0" cy="935700"/>
          </a:xfrm>
          <a:prstGeom prst="straightConnector1">
            <a:avLst/>
          </a:prstGeom>
          <a:noFill/>
          <a:ln cap="rnd" cmpd="sng" w="38100">
            <a:solidFill>
              <a:schemeClr val="accent3"/>
            </a:solidFill>
            <a:prstDash val="solid"/>
            <a:miter lim="800000"/>
            <a:headEnd len="sm" w="sm" type="none"/>
            <a:tailEnd len="sm" w="sm" type="none"/>
          </a:ln>
        </p:spPr>
      </p:cxnSp>
      <p:cxnSp>
        <p:nvCxnSpPr>
          <p:cNvPr id="1190" name="Google Shape;1190;p70"/>
          <p:cNvCxnSpPr/>
          <p:nvPr/>
        </p:nvCxnSpPr>
        <p:spPr>
          <a:xfrm>
            <a:off x="1253832" y="4249257"/>
            <a:ext cx="0" cy="935700"/>
          </a:xfrm>
          <a:prstGeom prst="straightConnector1">
            <a:avLst/>
          </a:prstGeom>
          <a:noFill/>
          <a:ln cap="rnd" cmpd="sng" w="38100">
            <a:solidFill>
              <a:schemeClr val="accent1"/>
            </a:solidFill>
            <a:prstDash val="solid"/>
            <a:miter lim="800000"/>
            <a:headEnd len="sm" w="sm" type="none"/>
            <a:tailEnd len="sm" w="sm" type="none"/>
          </a:ln>
        </p:spPr>
      </p:cxnSp>
      <p:sp>
        <p:nvSpPr>
          <p:cNvPr id="1191" name="Google Shape;1191;p70"/>
          <p:cNvSpPr txBox="1"/>
          <p:nvPr/>
        </p:nvSpPr>
        <p:spPr>
          <a:xfrm>
            <a:off x="1614408" y="332225"/>
            <a:ext cx="1773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200">
                <a:solidFill>
                  <a:schemeClr val="accent5"/>
                </a:solidFill>
                <a:latin typeface="Lexend Medium"/>
                <a:ea typeface="Lexend Medium"/>
                <a:cs typeface="Lexend Medium"/>
                <a:sym typeface="Lexend Medium"/>
              </a:rPr>
              <a:t>Backlog</a:t>
            </a:r>
            <a:endParaRPr>
              <a:solidFill>
                <a:schemeClr val="accent5"/>
              </a:solidFill>
              <a:latin typeface="Lexend Medium"/>
              <a:ea typeface="Lexend Medium"/>
              <a:cs typeface="Lexend Medium"/>
              <a:sym typeface="Lexend Medium"/>
            </a:endParaRPr>
          </a:p>
        </p:txBody>
      </p:sp>
      <p:sp>
        <p:nvSpPr>
          <p:cNvPr id="1192" name="Google Shape;1192;p70"/>
          <p:cNvSpPr txBox="1"/>
          <p:nvPr/>
        </p:nvSpPr>
        <p:spPr>
          <a:xfrm>
            <a:off x="3466264" y="332225"/>
            <a:ext cx="1851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200">
                <a:solidFill>
                  <a:schemeClr val="accent5"/>
                </a:solidFill>
                <a:latin typeface="Lexend Medium"/>
                <a:ea typeface="Lexend Medium"/>
                <a:cs typeface="Lexend Medium"/>
                <a:sym typeface="Lexend Medium"/>
              </a:rPr>
              <a:t>In Design</a:t>
            </a:r>
            <a:endParaRPr>
              <a:solidFill>
                <a:schemeClr val="accent5"/>
              </a:solidFill>
              <a:latin typeface="Lexend Medium"/>
              <a:ea typeface="Lexend Medium"/>
              <a:cs typeface="Lexend Medium"/>
              <a:sym typeface="Lexend Medium"/>
            </a:endParaRPr>
          </a:p>
        </p:txBody>
      </p:sp>
      <p:sp>
        <p:nvSpPr>
          <p:cNvPr id="1193" name="Google Shape;1193;p70"/>
          <p:cNvSpPr txBox="1"/>
          <p:nvPr/>
        </p:nvSpPr>
        <p:spPr>
          <a:xfrm>
            <a:off x="5318179" y="332225"/>
            <a:ext cx="1773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200">
                <a:solidFill>
                  <a:schemeClr val="accent5"/>
                </a:solidFill>
                <a:latin typeface="Lexend Medium"/>
                <a:ea typeface="Lexend Medium"/>
                <a:cs typeface="Lexend Medium"/>
                <a:sym typeface="Lexend Medium"/>
              </a:rPr>
              <a:t>In Progress</a:t>
            </a:r>
            <a:endParaRPr>
              <a:solidFill>
                <a:schemeClr val="accent5"/>
              </a:solidFill>
              <a:latin typeface="Lexend Medium"/>
              <a:ea typeface="Lexend Medium"/>
              <a:cs typeface="Lexend Medium"/>
              <a:sym typeface="Lexend Medium"/>
            </a:endParaRPr>
          </a:p>
        </p:txBody>
      </p:sp>
      <p:sp>
        <p:nvSpPr>
          <p:cNvPr id="1194" name="Google Shape;1194;p70"/>
          <p:cNvSpPr txBox="1"/>
          <p:nvPr/>
        </p:nvSpPr>
        <p:spPr>
          <a:xfrm>
            <a:off x="7170040" y="332225"/>
            <a:ext cx="1773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200">
                <a:solidFill>
                  <a:schemeClr val="accent5"/>
                </a:solidFill>
                <a:latin typeface="Lexend Medium"/>
                <a:ea typeface="Lexend Medium"/>
                <a:cs typeface="Lexend Medium"/>
                <a:sym typeface="Lexend Medium"/>
              </a:rPr>
              <a:t>Completed</a:t>
            </a:r>
            <a:endParaRPr>
              <a:solidFill>
                <a:schemeClr val="accent5"/>
              </a:solidFill>
              <a:latin typeface="Lexend Medium"/>
              <a:ea typeface="Lexend Medium"/>
              <a:cs typeface="Lexend Medium"/>
              <a:sym typeface="Lexend Medium"/>
            </a:endParaRPr>
          </a:p>
        </p:txBody>
      </p:sp>
      <p:sp>
        <p:nvSpPr>
          <p:cNvPr id="1195" name="Google Shape;1195;p70"/>
          <p:cNvSpPr txBox="1"/>
          <p:nvPr/>
        </p:nvSpPr>
        <p:spPr>
          <a:xfrm>
            <a:off x="51586" y="1145006"/>
            <a:ext cx="1052700" cy="261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1100">
                <a:solidFill>
                  <a:schemeClr val="accent2"/>
                </a:solidFill>
                <a:latin typeface="Lexend Medium"/>
                <a:ea typeface="Lexend Medium"/>
                <a:cs typeface="Lexend Medium"/>
                <a:sym typeface="Lexend Medium"/>
              </a:rPr>
              <a:t>System</a:t>
            </a:r>
            <a:endParaRPr sz="1300">
              <a:solidFill>
                <a:schemeClr val="accent2"/>
              </a:solidFill>
              <a:latin typeface="Lexend Medium"/>
              <a:ea typeface="Lexend Medium"/>
              <a:cs typeface="Lexend Medium"/>
              <a:sym typeface="Lexend Medium"/>
            </a:endParaRPr>
          </a:p>
        </p:txBody>
      </p:sp>
      <p:sp>
        <p:nvSpPr>
          <p:cNvPr id="1196" name="Google Shape;1196;p70"/>
          <p:cNvSpPr txBox="1"/>
          <p:nvPr/>
        </p:nvSpPr>
        <p:spPr>
          <a:xfrm>
            <a:off x="297907" y="2296015"/>
            <a:ext cx="806400" cy="261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1100">
                <a:solidFill>
                  <a:schemeClr val="accent1"/>
                </a:solidFill>
                <a:latin typeface="Lexend Medium"/>
                <a:ea typeface="Lexend Medium"/>
                <a:cs typeface="Lexend Medium"/>
                <a:sym typeface="Lexend Medium"/>
              </a:rPr>
              <a:t>ABC</a:t>
            </a:r>
            <a:endParaRPr sz="1300">
              <a:solidFill>
                <a:schemeClr val="accent1"/>
              </a:solidFill>
              <a:latin typeface="Lexend Medium"/>
              <a:ea typeface="Lexend Medium"/>
              <a:cs typeface="Lexend Medium"/>
              <a:sym typeface="Lexend Medium"/>
            </a:endParaRPr>
          </a:p>
        </p:txBody>
      </p:sp>
      <p:sp>
        <p:nvSpPr>
          <p:cNvPr id="1197" name="Google Shape;1197;p70"/>
          <p:cNvSpPr txBox="1"/>
          <p:nvPr/>
        </p:nvSpPr>
        <p:spPr>
          <a:xfrm>
            <a:off x="0" y="3447023"/>
            <a:ext cx="1104300" cy="261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1100">
                <a:solidFill>
                  <a:schemeClr val="accent3"/>
                </a:solidFill>
                <a:latin typeface="Lexend Medium"/>
                <a:ea typeface="Lexend Medium"/>
                <a:cs typeface="Lexend Medium"/>
                <a:sym typeface="Lexend Medium"/>
              </a:rPr>
              <a:t>Bugs</a:t>
            </a:r>
            <a:endParaRPr sz="1300">
              <a:solidFill>
                <a:schemeClr val="accent3"/>
              </a:solidFill>
              <a:latin typeface="Lexend Medium"/>
              <a:ea typeface="Lexend Medium"/>
              <a:cs typeface="Lexend Medium"/>
              <a:sym typeface="Lexend Medium"/>
            </a:endParaRPr>
          </a:p>
        </p:txBody>
      </p:sp>
      <p:sp>
        <p:nvSpPr>
          <p:cNvPr id="1198" name="Google Shape;1198;p70"/>
          <p:cNvSpPr txBox="1"/>
          <p:nvPr/>
        </p:nvSpPr>
        <p:spPr>
          <a:xfrm>
            <a:off x="55455" y="4445634"/>
            <a:ext cx="1048500" cy="430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1100">
                <a:solidFill>
                  <a:schemeClr val="accent1"/>
                </a:solidFill>
                <a:latin typeface="Lexend Medium"/>
                <a:ea typeface="Lexend Medium"/>
                <a:cs typeface="Lexend Medium"/>
                <a:sym typeface="Lexend Medium"/>
              </a:rPr>
              <a:t>New Features</a:t>
            </a:r>
            <a:endParaRPr sz="1300">
              <a:solidFill>
                <a:schemeClr val="accent1"/>
              </a:solidFill>
              <a:latin typeface="Lexend Medium"/>
              <a:ea typeface="Lexend Medium"/>
              <a:cs typeface="Lexend Medium"/>
              <a:sym typeface="Lexend Medium"/>
            </a:endParaRPr>
          </a:p>
        </p:txBody>
      </p:sp>
      <p:sp>
        <p:nvSpPr>
          <p:cNvPr id="1199" name="Google Shape;1199;p70"/>
          <p:cNvSpPr/>
          <p:nvPr/>
        </p:nvSpPr>
        <p:spPr>
          <a:xfrm>
            <a:off x="5358825" y="800023"/>
            <a:ext cx="1688100" cy="373200"/>
          </a:xfrm>
          <a:prstGeom prst="roundRect">
            <a:avLst>
              <a:gd fmla="val 22836"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Update API Doc: </a:t>
            </a:r>
            <a:r>
              <a:rPr lang="en" sz="800">
                <a:solidFill>
                  <a:srgbClr val="44546A"/>
                </a:solidFill>
                <a:latin typeface="Open Sans"/>
                <a:ea typeface="Open Sans"/>
                <a:cs typeface="Open Sans"/>
                <a:sym typeface="Open Sans"/>
              </a:rPr>
              <a:t>Jamie</a:t>
            </a:r>
            <a:endParaRPr>
              <a:latin typeface="Open Sans"/>
              <a:ea typeface="Open Sans"/>
              <a:cs typeface="Open Sans"/>
              <a:sym typeface="Open Sans"/>
            </a:endParaRPr>
          </a:p>
        </p:txBody>
      </p:sp>
      <p:grpSp>
        <p:nvGrpSpPr>
          <p:cNvPr id="1200" name="Google Shape;1200;p70"/>
          <p:cNvGrpSpPr/>
          <p:nvPr/>
        </p:nvGrpSpPr>
        <p:grpSpPr>
          <a:xfrm>
            <a:off x="5436669" y="970275"/>
            <a:ext cx="1617528" cy="207802"/>
            <a:chOff x="7270740" y="1206095"/>
            <a:chExt cx="2185849" cy="258300"/>
          </a:xfrm>
        </p:grpSpPr>
        <p:cxnSp>
          <p:nvCxnSpPr>
            <p:cNvPr id="1201" name="Google Shape;1201;p70"/>
            <p:cNvCxnSpPr/>
            <p:nvPr/>
          </p:nvCxnSpPr>
          <p:spPr>
            <a:xfrm>
              <a:off x="7270740" y="1335245"/>
              <a:ext cx="1645800" cy="0"/>
            </a:xfrm>
            <a:prstGeom prst="straightConnector1">
              <a:avLst/>
            </a:prstGeom>
            <a:noFill/>
            <a:ln cap="rnd" cmpd="sng" w="31750">
              <a:solidFill>
                <a:srgbClr val="D5DBE5"/>
              </a:solidFill>
              <a:prstDash val="solid"/>
              <a:miter lim="800000"/>
              <a:headEnd len="sm" w="sm" type="none"/>
              <a:tailEnd len="sm" w="sm" type="none"/>
            </a:ln>
          </p:spPr>
        </p:cxnSp>
        <p:cxnSp>
          <p:nvCxnSpPr>
            <p:cNvPr id="1202" name="Google Shape;1202;p70"/>
            <p:cNvCxnSpPr/>
            <p:nvPr/>
          </p:nvCxnSpPr>
          <p:spPr>
            <a:xfrm>
              <a:off x="7270740" y="1335245"/>
              <a:ext cx="252000" cy="0"/>
            </a:xfrm>
            <a:prstGeom prst="straightConnector1">
              <a:avLst/>
            </a:prstGeom>
            <a:noFill/>
            <a:ln cap="rnd" cmpd="sng" w="31750">
              <a:solidFill>
                <a:schemeClr val="accent2"/>
              </a:solidFill>
              <a:prstDash val="solid"/>
              <a:miter lim="800000"/>
              <a:headEnd len="sm" w="sm" type="none"/>
              <a:tailEnd len="sm" w="sm" type="none"/>
            </a:ln>
          </p:spPr>
        </p:cxnSp>
        <p:sp>
          <p:nvSpPr>
            <p:cNvPr id="1203" name="Google Shape;1203;p70"/>
            <p:cNvSpPr txBox="1"/>
            <p:nvPr/>
          </p:nvSpPr>
          <p:spPr>
            <a:xfrm>
              <a:off x="8915689" y="1206095"/>
              <a:ext cx="540900" cy="258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750">
                  <a:solidFill>
                    <a:schemeClr val="accent2"/>
                  </a:solidFill>
                  <a:latin typeface="Lexend SemiBold"/>
                  <a:ea typeface="Lexend SemiBold"/>
                  <a:cs typeface="Lexend SemiBold"/>
                  <a:sym typeface="Lexend SemiBold"/>
                </a:rPr>
                <a:t>15%</a:t>
              </a:r>
              <a:endParaRPr>
                <a:solidFill>
                  <a:schemeClr val="accent2"/>
                </a:solidFill>
                <a:latin typeface="Lexend SemiBold"/>
                <a:ea typeface="Lexend SemiBold"/>
                <a:cs typeface="Lexend SemiBold"/>
                <a:sym typeface="Lexend SemiBold"/>
              </a:endParaRPr>
            </a:p>
          </p:txBody>
        </p:sp>
      </p:grpSp>
      <p:sp>
        <p:nvSpPr>
          <p:cNvPr id="1204" name="Google Shape;1204;p70"/>
          <p:cNvSpPr/>
          <p:nvPr/>
        </p:nvSpPr>
        <p:spPr>
          <a:xfrm>
            <a:off x="7209500" y="799000"/>
            <a:ext cx="1688100" cy="227700"/>
          </a:xfrm>
          <a:prstGeom prst="roundRect">
            <a:avLst>
              <a:gd fmla="val 24354"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chemeClr val="accent5"/>
                </a:solidFill>
                <a:latin typeface="Open Sans"/>
                <a:ea typeface="Open Sans"/>
                <a:cs typeface="Open Sans"/>
                <a:sym typeface="Open Sans"/>
              </a:rPr>
              <a:t>Database Improvements: </a:t>
            </a:r>
            <a:r>
              <a:rPr lang="en" sz="800">
                <a:solidFill>
                  <a:schemeClr val="accent5"/>
                </a:solidFill>
                <a:latin typeface="Open Sans"/>
                <a:ea typeface="Open Sans"/>
                <a:cs typeface="Open Sans"/>
                <a:sym typeface="Open Sans"/>
              </a:rPr>
              <a:t>Maria</a:t>
            </a:r>
            <a:endParaRPr>
              <a:solidFill>
                <a:schemeClr val="accent5"/>
              </a:solidFill>
              <a:latin typeface="Open Sans"/>
              <a:ea typeface="Open Sans"/>
              <a:cs typeface="Open Sans"/>
              <a:sym typeface="Open Sans"/>
            </a:endParaRPr>
          </a:p>
        </p:txBody>
      </p:sp>
      <p:sp>
        <p:nvSpPr>
          <p:cNvPr id="1205" name="Google Shape;1205;p70"/>
          <p:cNvSpPr/>
          <p:nvPr/>
        </p:nvSpPr>
        <p:spPr>
          <a:xfrm>
            <a:off x="1657425" y="796226"/>
            <a:ext cx="1688100" cy="227700"/>
          </a:xfrm>
          <a:prstGeom prst="roundRect">
            <a:avLst>
              <a:gd fmla="val 25130"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Library Upgrades:</a:t>
            </a:r>
            <a:r>
              <a:rPr lang="en" sz="800">
                <a:solidFill>
                  <a:srgbClr val="44546A"/>
                </a:solidFill>
                <a:latin typeface="Open Sans"/>
                <a:ea typeface="Open Sans"/>
                <a:cs typeface="Open Sans"/>
                <a:sym typeface="Open Sans"/>
              </a:rPr>
              <a:t> Maria</a:t>
            </a:r>
            <a:endParaRPr>
              <a:latin typeface="Open Sans"/>
              <a:ea typeface="Open Sans"/>
              <a:cs typeface="Open Sans"/>
              <a:sym typeface="Open Sans"/>
            </a:endParaRPr>
          </a:p>
        </p:txBody>
      </p:sp>
      <p:sp>
        <p:nvSpPr>
          <p:cNvPr id="1206" name="Google Shape;1206;p70"/>
          <p:cNvSpPr/>
          <p:nvPr/>
        </p:nvSpPr>
        <p:spPr>
          <a:xfrm>
            <a:off x="1657425" y="1209451"/>
            <a:ext cx="1688100" cy="430800"/>
          </a:xfrm>
          <a:prstGeom prst="roundRect">
            <a:avLst>
              <a:gd fmla="val 22191"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Optimize Server</a:t>
            </a:r>
            <a:endParaRPr>
              <a:latin typeface="Open Sans"/>
              <a:ea typeface="Open Sans"/>
              <a:cs typeface="Open Sans"/>
              <a:sym typeface="Open Sans"/>
            </a:endParaRPr>
          </a:p>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Serialization: </a:t>
            </a:r>
            <a:r>
              <a:rPr lang="en" sz="800">
                <a:solidFill>
                  <a:srgbClr val="44546A"/>
                </a:solidFill>
                <a:latin typeface="Open Sans"/>
                <a:ea typeface="Open Sans"/>
                <a:cs typeface="Open Sans"/>
                <a:sym typeface="Open Sans"/>
              </a:rPr>
              <a:t>Jamie</a:t>
            </a:r>
            <a:endParaRPr>
              <a:latin typeface="Open Sans"/>
              <a:ea typeface="Open Sans"/>
              <a:cs typeface="Open Sans"/>
              <a:sym typeface="Open Sans"/>
            </a:endParaRPr>
          </a:p>
        </p:txBody>
      </p:sp>
      <p:sp>
        <p:nvSpPr>
          <p:cNvPr id="1207" name="Google Shape;1207;p70"/>
          <p:cNvSpPr/>
          <p:nvPr/>
        </p:nvSpPr>
        <p:spPr>
          <a:xfrm>
            <a:off x="1657432" y="1947235"/>
            <a:ext cx="1688100" cy="227700"/>
          </a:xfrm>
          <a:prstGeom prst="roundRect">
            <a:avLst>
              <a:gd fmla="val 33999"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Push Notification: </a:t>
            </a:r>
            <a:r>
              <a:rPr lang="en" sz="800">
                <a:solidFill>
                  <a:srgbClr val="44546A"/>
                </a:solidFill>
                <a:latin typeface="Open Sans"/>
                <a:ea typeface="Open Sans"/>
                <a:cs typeface="Open Sans"/>
                <a:sym typeface="Open Sans"/>
              </a:rPr>
              <a:t>Carly</a:t>
            </a:r>
            <a:endParaRPr>
              <a:latin typeface="Open Sans"/>
              <a:ea typeface="Open Sans"/>
              <a:cs typeface="Open Sans"/>
              <a:sym typeface="Open Sans"/>
            </a:endParaRPr>
          </a:p>
        </p:txBody>
      </p:sp>
      <p:sp>
        <p:nvSpPr>
          <p:cNvPr id="1208" name="Google Shape;1208;p70"/>
          <p:cNvSpPr/>
          <p:nvPr/>
        </p:nvSpPr>
        <p:spPr>
          <a:xfrm>
            <a:off x="3508125" y="1947235"/>
            <a:ext cx="1688100" cy="227700"/>
          </a:xfrm>
          <a:prstGeom prst="roundRect">
            <a:avLst>
              <a:gd fmla="val 39776"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Multi Account: </a:t>
            </a:r>
            <a:r>
              <a:rPr lang="en" sz="800">
                <a:solidFill>
                  <a:srgbClr val="44546A"/>
                </a:solidFill>
                <a:latin typeface="Open Sans"/>
                <a:ea typeface="Open Sans"/>
                <a:cs typeface="Open Sans"/>
                <a:sym typeface="Open Sans"/>
              </a:rPr>
              <a:t>Omar</a:t>
            </a:r>
            <a:endParaRPr>
              <a:latin typeface="Open Sans"/>
              <a:ea typeface="Open Sans"/>
              <a:cs typeface="Open Sans"/>
              <a:sym typeface="Open Sans"/>
            </a:endParaRPr>
          </a:p>
        </p:txBody>
      </p:sp>
      <p:sp>
        <p:nvSpPr>
          <p:cNvPr id="1209" name="Google Shape;1209;p70"/>
          <p:cNvSpPr/>
          <p:nvPr/>
        </p:nvSpPr>
        <p:spPr>
          <a:xfrm>
            <a:off x="7209500" y="1944475"/>
            <a:ext cx="1688100" cy="224100"/>
          </a:xfrm>
          <a:prstGeom prst="roundRect">
            <a:avLst>
              <a:gd fmla="val 25324"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chemeClr val="accent5"/>
                </a:solidFill>
                <a:latin typeface="Open Sans"/>
                <a:ea typeface="Open Sans"/>
                <a:cs typeface="Open Sans"/>
                <a:sym typeface="Open Sans"/>
              </a:rPr>
              <a:t>Help Bot: </a:t>
            </a:r>
            <a:r>
              <a:rPr lang="en" sz="800">
                <a:solidFill>
                  <a:schemeClr val="accent5"/>
                </a:solidFill>
                <a:latin typeface="Open Sans"/>
                <a:ea typeface="Open Sans"/>
                <a:cs typeface="Open Sans"/>
                <a:sym typeface="Open Sans"/>
              </a:rPr>
              <a:t>Alex</a:t>
            </a:r>
            <a:endParaRPr>
              <a:solidFill>
                <a:schemeClr val="accent5"/>
              </a:solidFill>
              <a:latin typeface="Open Sans"/>
              <a:ea typeface="Open Sans"/>
              <a:cs typeface="Open Sans"/>
              <a:sym typeface="Open Sans"/>
            </a:endParaRPr>
          </a:p>
        </p:txBody>
      </p:sp>
      <p:sp>
        <p:nvSpPr>
          <p:cNvPr id="1210" name="Google Shape;1210;p70"/>
          <p:cNvSpPr/>
          <p:nvPr/>
        </p:nvSpPr>
        <p:spPr>
          <a:xfrm>
            <a:off x="5358825" y="1947224"/>
            <a:ext cx="1688100" cy="373200"/>
          </a:xfrm>
          <a:prstGeom prst="roundRect">
            <a:avLst>
              <a:gd fmla="val 26755"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Reward (Progress Bar): </a:t>
            </a:r>
            <a:r>
              <a:rPr lang="en" sz="800">
                <a:solidFill>
                  <a:srgbClr val="44546A"/>
                </a:solidFill>
                <a:latin typeface="Open Sans"/>
                <a:ea typeface="Open Sans"/>
                <a:cs typeface="Open Sans"/>
                <a:sym typeface="Open Sans"/>
              </a:rPr>
              <a:t>Farah</a:t>
            </a:r>
            <a:endParaRPr>
              <a:latin typeface="Open Sans"/>
              <a:ea typeface="Open Sans"/>
              <a:cs typeface="Open Sans"/>
              <a:sym typeface="Open Sans"/>
            </a:endParaRPr>
          </a:p>
        </p:txBody>
      </p:sp>
      <p:grpSp>
        <p:nvGrpSpPr>
          <p:cNvPr id="1211" name="Google Shape;1211;p70"/>
          <p:cNvGrpSpPr/>
          <p:nvPr/>
        </p:nvGrpSpPr>
        <p:grpSpPr>
          <a:xfrm>
            <a:off x="5436615" y="2115425"/>
            <a:ext cx="1617500" cy="207802"/>
            <a:chOff x="7270740" y="2629490"/>
            <a:chExt cx="2010565" cy="258300"/>
          </a:xfrm>
        </p:grpSpPr>
        <p:cxnSp>
          <p:nvCxnSpPr>
            <p:cNvPr id="1212" name="Google Shape;1212;p70"/>
            <p:cNvCxnSpPr>
              <a:endCxn id="1213" idx="1"/>
            </p:cNvCxnSpPr>
            <p:nvPr/>
          </p:nvCxnSpPr>
          <p:spPr>
            <a:xfrm>
              <a:off x="7283005" y="2737640"/>
              <a:ext cx="1528800" cy="21000"/>
            </a:xfrm>
            <a:prstGeom prst="straightConnector1">
              <a:avLst/>
            </a:prstGeom>
            <a:noFill/>
            <a:ln cap="rnd" cmpd="sng" w="31750">
              <a:solidFill>
                <a:srgbClr val="DDDDDD"/>
              </a:solidFill>
              <a:prstDash val="solid"/>
              <a:miter lim="800000"/>
              <a:headEnd len="sm" w="sm" type="none"/>
              <a:tailEnd len="sm" w="sm" type="none"/>
            </a:ln>
          </p:spPr>
        </p:cxnSp>
        <p:cxnSp>
          <p:nvCxnSpPr>
            <p:cNvPr id="1214" name="Google Shape;1214;p70"/>
            <p:cNvCxnSpPr/>
            <p:nvPr/>
          </p:nvCxnSpPr>
          <p:spPr>
            <a:xfrm>
              <a:off x="7270740" y="2758640"/>
              <a:ext cx="642900" cy="0"/>
            </a:xfrm>
            <a:prstGeom prst="straightConnector1">
              <a:avLst/>
            </a:prstGeom>
            <a:noFill/>
            <a:ln cap="rnd" cmpd="sng" w="31750">
              <a:solidFill>
                <a:schemeClr val="accent1"/>
              </a:solidFill>
              <a:prstDash val="solid"/>
              <a:miter lim="800000"/>
              <a:headEnd len="sm" w="sm" type="none"/>
              <a:tailEnd len="sm" w="sm" type="none"/>
            </a:ln>
          </p:spPr>
        </p:cxnSp>
        <p:sp>
          <p:nvSpPr>
            <p:cNvPr id="1213" name="Google Shape;1213;p70"/>
            <p:cNvSpPr txBox="1"/>
            <p:nvPr/>
          </p:nvSpPr>
          <p:spPr>
            <a:xfrm>
              <a:off x="8811805" y="2629490"/>
              <a:ext cx="469500" cy="25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750">
                  <a:solidFill>
                    <a:schemeClr val="accent1"/>
                  </a:solidFill>
                  <a:latin typeface="Lexend SemiBold"/>
                  <a:ea typeface="Lexend SemiBold"/>
                  <a:cs typeface="Lexend SemiBold"/>
                  <a:sym typeface="Lexend SemiBold"/>
                </a:rPr>
                <a:t>40</a:t>
              </a:r>
              <a:r>
                <a:rPr lang="en" sz="750">
                  <a:solidFill>
                    <a:schemeClr val="accent1"/>
                  </a:solidFill>
                  <a:latin typeface="Lexend SemiBold"/>
                  <a:ea typeface="Lexend SemiBold"/>
                  <a:cs typeface="Lexend SemiBold"/>
                  <a:sym typeface="Lexend SemiBold"/>
                </a:rPr>
                <a:t>%</a:t>
              </a:r>
              <a:endParaRPr>
                <a:solidFill>
                  <a:schemeClr val="accent1"/>
                </a:solidFill>
                <a:latin typeface="Lexend SemiBold"/>
                <a:ea typeface="Lexend SemiBold"/>
                <a:cs typeface="Lexend SemiBold"/>
                <a:sym typeface="Lexend SemiBold"/>
              </a:endParaRPr>
            </a:p>
          </p:txBody>
        </p:sp>
      </p:grpSp>
      <p:sp>
        <p:nvSpPr>
          <p:cNvPr id="1215" name="Google Shape;1215;p70"/>
          <p:cNvSpPr/>
          <p:nvPr/>
        </p:nvSpPr>
        <p:spPr>
          <a:xfrm>
            <a:off x="5358825" y="2381599"/>
            <a:ext cx="1688100" cy="373200"/>
          </a:xfrm>
          <a:prstGeom prst="roundRect">
            <a:avLst>
              <a:gd fmla="val 26755"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Language Localization: </a:t>
            </a:r>
            <a:r>
              <a:rPr lang="en" sz="800">
                <a:solidFill>
                  <a:srgbClr val="44546A"/>
                </a:solidFill>
                <a:latin typeface="Open Sans"/>
                <a:ea typeface="Open Sans"/>
                <a:cs typeface="Open Sans"/>
                <a:sym typeface="Open Sans"/>
              </a:rPr>
              <a:t>Farah</a:t>
            </a:r>
            <a:endParaRPr>
              <a:latin typeface="Open Sans"/>
              <a:ea typeface="Open Sans"/>
              <a:cs typeface="Open Sans"/>
              <a:sym typeface="Open Sans"/>
            </a:endParaRPr>
          </a:p>
        </p:txBody>
      </p:sp>
      <p:grpSp>
        <p:nvGrpSpPr>
          <p:cNvPr id="1216" name="Google Shape;1216;p70"/>
          <p:cNvGrpSpPr/>
          <p:nvPr/>
        </p:nvGrpSpPr>
        <p:grpSpPr>
          <a:xfrm>
            <a:off x="5436398" y="2549750"/>
            <a:ext cx="1610602" cy="207802"/>
            <a:chOff x="7270740" y="3169432"/>
            <a:chExt cx="2149188" cy="258300"/>
          </a:xfrm>
        </p:grpSpPr>
        <p:cxnSp>
          <p:nvCxnSpPr>
            <p:cNvPr id="1217" name="Google Shape;1217;p70"/>
            <p:cNvCxnSpPr/>
            <p:nvPr/>
          </p:nvCxnSpPr>
          <p:spPr>
            <a:xfrm>
              <a:off x="7270740" y="3298582"/>
              <a:ext cx="1645800" cy="0"/>
            </a:xfrm>
            <a:prstGeom prst="straightConnector1">
              <a:avLst/>
            </a:prstGeom>
            <a:noFill/>
            <a:ln cap="rnd" cmpd="sng" w="31750">
              <a:solidFill>
                <a:srgbClr val="DDDDDD"/>
              </a:solidFill>
              <a:prstDash val="solid"/>
              <a:miter lim="800000"/>
              <a:headEnd len="sm" w="sm" type="none"/>
              <a:tailEnd len="sm" w="sm" type="none"/>
            </a:ln>
          </p:spPr>
        </p:cxnSp>
        <p:cxnSp>
          <p:nvCxnSpPr>
            <p:cNvPr id="1218" name="Google Shape;1218;p70"/>
            <p:cNvCxnSpPr/>
            <p:nvPr/>
          </p:nvCxnSpPr>
          <p:spPr>
            <a:xfrm>
              <a:off x="7270740" y="3298582"/>
              <a:ext cx="1285800" cy="0"/>
            </a:xfrm>
            <a:prstGeom prst="straightConnector1">
              <a:avLst/>
            </a:prstGeom>
            <a:noFill/>
            <a:ln cap="rnd" cmpd="sng" w="31750">
              <a:solidFill>
                <a:schemeClr val="accent1"/>
              </a:solidFill>
              <a:prstDash val="solid"/>
              <a:miter lim="800000"/>
              <a:headEnd len="sm" w="sm" type="none"/>
              <a:tailEnd len="sm" w="sm" type="none"/>
            </a:ln>
          </p:spPr>
        </p:cxnSp>
        <p:sp>
          <p:nvSpPr>
            <p:cNvPr id="1219" name="Google Shape;1219;p70"/>
            <p:cNvSpPr txBox="1"/>
            <p:nvPr/>
          </p:nvSpPr>
          <p:spPr>
            <a:xfrm>
              <a:off x="8916528" y="3169432"/>
              <a:ext cx="503400" cy="25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750">
                  <a:solidFill>
                    <a:schemeClr val="accent1"/>
                  </a:solidFill>
                  <a:latin typeface="Lexend SemiBold"/>
                  <a:ea typeface="Lexend SemiBold"/>
                  <a:cs typeface="Lexend SemiBold"/>
                  <a:sym typeface="Lexend SemiBold"/>
                </a:rPr>
                <a:t>8</a:t>
              </a:r>
              <a:r>
                <a:rPr lang="en" sz="750">
                  <a:solidFill>
                    <a:schemeClr val="accent1"/>
                  </a:solidFill>
                  <a:latin typeface="Lexend SemiBold"/>
                  <a:ea typeface="Lexend SemiBold"/>
                  <a:cs typeface="Lexend SemiBold"/>
                  <a:sym typeface="Lexend SemiBold"/>
                </a:rPr>
                <a:t>5%</a:t>
              </a:r>
              <a:endParaRPr>
                <a:solidFill>
                  <a:schemeClr val="accent1"/>
                </a:solidFill>
                <a:latin typeface="Lexend SemiBold"/>
                <a:ea typeface="Lexend SemiBold"/>
                <a:cs typeface="Lexend SemiBold"/>
                <a:sym typeface="Lexend SemiBold"/>
              </a:endParaRPr>
            </a:p>
          </p:txBody>
        </p:sp>
      </p:grpSp>
      <p:grpSp>
        <p:nvGrpSpPr>
          <p:cNvPr id="1220" name="Google Shape;1220;p70"/>
          <p:cNvGrpSpPr/>
          <p:nvPr/>
        </p:nvGrpSpPr>
        <p:grpSpPr>
          <a:xfrm>
            <a:off x="3427505" y="3098201"/>
            <a:ext cx="3703717" cy="935955"/>
            <a:chOff x="4773400" y="3851089"/>
            <a:chExt cx="4603750" cy="1163400"/>
          </a:xfrm>
        </p:grpSpPr>
        <p:cxnSp>
          <p:nvCxnSpPr>
            <p:cNvPr id="1221" name="Google Shape;1221;p70"/>
            <p:cNvCxnSpPr/>
            <p:nvPr/>
          </p:nvCxnSpPr>
          <p:spPr>
            <a:xfrm>
              <a:off x="4773400" y="3851089"/>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222" name="Google Shape;1222;p70"/>
            <p:cNvCxnSpPr/>
            <p:nvPr/>
          </p:nvCxnSpPr>
          <p:spPr>
            <a:xfrm>
              <a:off x="7075275" y="3851089"/>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223" name="Google Shape;1223;p70"/>
            <p:cNvCxnSpPr/>
            <p:nvPr/>
          </p:nvCxnSpPr>
          <p:spPr>
            <a:xfrm>
              <a:off x="9377150" y="3851089"/>
              <a:ext cx="0" cy="1163400"/>
            </a:xfrm>
            <a:prstGeom prst="straightConnector1">
              <a:avLst/>
            </a:prstGeom>
            <a:noFill/>
            <a:ln cap="flat" cmpd="sng" w="9525">
              <a:solidFill>
                <a:srgbClr val="DDDDDD"/>
              </a:solidFill>
              <a:prstDash val="solid"/>
              <a:miter lim="800000"/>
              <a:headEnd len="sm" w="sm" type="none"/>
              <a:tailEnd len="sm" w="sm" type="none"/>
            </a:ln>
          </p:spPr>
        </p:cxnSp>
      </p:grpSp>
      <p:sp>
        <p:nvSpPr>
          <p:cNvPr id="1224" name="Google Shape;1224;p70"/>
          <p:cNvSpPr/>
          <p:nvPr/>
        </p:nvSpPr>
        <p:spPr>
          <a:xfrm>
            <a:off x="1657425" y="3098250"/>
            <a:ext cx="1688100" cy="261600"/>
          </a:xfrm>
          <a:prstGeom prst="roundRect">
            <a:avLst>
              <a:gd fmla="val 31690"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Update Navigation: </a:t>
            </a:r>
            <a:r>
              <a:rPr lang="en" sz="800">
                <a:solidFill>
                  <a:srgbClr val="44546A"/>
                </a:solidFill>
                <a:latin typeface="Open Sans"/>
                <a:ea typeface="Open Sans"/>
                <a:cs typeface="Open Sans"/>
                <a:sym typeface="Open Sans"/>
              </a:rPr>
              <a:t>Farah</a:t>
            </a:r>
            <a:endParaRPr>
              <a:latin typeface="Open Sans"/>
              <a:ea typeface="Open Sans"/>
              <a:cs typeface="Open Sans"/>
              <a:sym typeface="Open Sans"/>
            </a:endParaRPr>
          </a:p>
        </p:txBody>
      </p:sp>
      <p:sp>
        <p:nvSpPr>
          <p:cNvPr id="1225" name="Google Shape;1225;p70"/>
          <p:cNvSpPr/>
          <p:nvPr/>
        </p:nvSpPr>
        <p:spPr>
          <a:xfrm>
            <a:off x="3508125" y="3098250"/>
            <a:ext cx="1688100" cy="373200"/>
          </a:xfrm>
          <a:prstGeom prst="roundRect">
            <a:avLst>
              <a:gd fmla="val 25912"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Single Sign-On: </a:t>
            </a:r>
            <a:r>
              <a:rPr lang="en" sz="800">
                <a:solidFill>
                  <a:srgbClr val="44546A"/>
                </a:solidFill>
                <a:latin typeface="Open Sans"/>
                <a:ea typeface="Open Sans"/>
                <a:cs typeface="Open Sans"/>
                <a:sym typeface="Open Sans"/>
              </a:rPr>
              <a:t>Omar</a:t>
            </a:r>
            <a:endParaRPr>
              <a:latin typeface="Open Sans"/>
              <a:ea typeface="Open Sans"/>
              <a:cs typeface="Open Sans"/>
              <a:sym typeface="Open Sans"/>
            </a:endParaRPr>
          </a:p>
        </p:txBody>
      </p:sp>
      <p:grpSp>
        <p:nvGrpSpPr>
          <p:cNvPr id="1226" name="Google Shape;1226;p70"/>
          <p:cNvGrpSpPr/>
          <p:nvPr/>
        </p:nvGrpSpPr>
        <p:grpSpPr>
          <a:xfrm>
            <a:off x="3585879" y="3269000"/>
            <a:ext cx="1610334" cy="207802"/>
            <a:chOff x="4970350" y="4063160"/>
            <a:chExt cx="2126415" cy="258300"/>
          </a:xfrm>
        </p:grpSpPr>
        <p:cxnSp>
          <p:nvCxnSpPr>
            <p:cNvPr id="1227" name="Google Shape;1227;p70"/>
            <p:cNvCxnSpPr/>
            <p:nvPr/>
          </p:nvCxnSpPr>
          <p:spPr>
            <a:xfrm>
              <a:off x="4970350" y="4192310"/>
              <a:ext cx="1645800" cy="0"/>
            </a:xfrm>
            <a:prstGeom prst="straightConnector1">
              <a:avLst/>
            </a:prstGeom>
            <a:noFill/>
            <a:ln cap="rnd" cmpd="sng" w="31750">
              <a:solidFill>
                <a:srgbClr val="D5DBE5"/>
              </a:solidFill>
              <a:prstDash val="solid"/>
              <a:miter lim="800000"/>
              <a:headEnd len="sm" w="sm" type="none"/>
              <a:tailEnd len="sm" w="sm" type="none"/>
            </a:ln>
          </p:spPr>
        </p:cxnSp>
        <p:cxnSp>
          <p:nvCxnSpPr>
            <p:cNvPr id="1228" name="Google Shape;1228;p70"/>
            <p:cNvCxnSpPr/>
            <p:nvPr/>
          </p:nvCxnSpPr>
          <p:spPr>
            <a:xfrm>
              <a:off x="4970350" y="4192310"/>
              <a:ext cx="952500" cy="0"/>
            </a:xfrm>
            <a:prstGeom prst="straightConnector1">
              <a:avLst/>
            </a:prstGeom>
            <a:noFill/>
            <a:ln cap="rnd" cmpd="sng" w="31750">
              <a:solidFill>
                <a:schemeClr val="accent3"/>
              </a:solidFill>
              <a:prstDash val="solid"/>
              <a:miter lim="800000"/>
              <a:headEnd len="sm" w="sm" type="none"/>
              <a:tailEnd len="sm" w="sm" type="none"/>
            </a:ln>
          </p:spPr>
        </p:cxnSp>
        <p:sp>
          <p:nvSpPr>
            <p:cNvPr id="1229" name="Google Shape;1229;p70"/>
            <p:cNvSpPr txBox="1"/>
            <p:nvPr/>
          </p:nvSpPr>
          <p:spPr>
            <a:xfrm>
              <a:off x="6615265" y="4063160"/>
              <a:ext cx="481500" cy="25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750">
                  <a:solidFill>
                    <a:schemeClr val="accent3"/>
                  </a:solidFill>
                  <a:latin typeface="Montserrat"/>
                  <a:ea typeface="Montserrat"/>
                  <a:cs typeface="Montserrat"/>
                  <a:sym typeface="Montserrat"/>
                </a:rPr>
                <a:t>5</a:t>
              </a:r>
              <a:r>
                <a:rPr b="1" lang="en" sz="750">
                  <a:solidFill>
                    <a:schemeClr val="accent3"/>
                  </a:solidFill>
                  <a:latin typeface="Montserrat"/>
                  <a:ea typeface="Montserrat"/>
                  <a:cs typeface="Montserrat"/>
                  <a:sym typeface="Montserrat"/>
                </a:rPr>
                <a:t>5%</a:t>
              </a:r>
              <a:endParaRPr>
                <a:solidFill>
                  <a:schemeClr val="accent3"/>
                </a:solidFill>
              </a:endParaRPr>
            </a:p>
          </p:txBody>
        </p:sp>
      </p:grpSp>
      <p:sp>
        <p:nvSpPr>
          <p:cNvPr id="1230" name="Google Shape;1230;p70"/>
          <p:cNvSpPr/>
          <p:nvPr/>
        </p:nvSpPr>
        <p:spPr>
          <a:xfrm>
            <a:off x="5358825" y="3098250"/>
            <a:ext cx="1688100" cy="373200"/>
          </a:xfrm>
          <a:prstGeom prst="roundRect">
            <a:avLst>
              <a:gd fmla="val 27067"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Reskin Shopping Cart: </a:t>
            </a:r>
            <a:r>
              <a:rPr lang="en" sz="800">
                <a:solidFill>
                  <a:srgbClr val="44546A"/>
                </a:solidFill>
                <a:latin typeface="Open Sans"/>
                <a:ea typeface="Open Sans"/>
                <a:cs typeface="Open Sans"/>
                <a:sym typeface="Open Sans"/>
              </a:rPr>
              <a:t>Jamie</a:t>
            </a:r>
            <a:endParaRPr>
              <a:latin typeface="Open Sans"/>
              <a:ea typeface="Open Sans"/>
              <a:cs typeface="Open Sans"/>
              <a:sym typeface="Open Sans"/>
            </a:endParaRPr>
          </a:p>
        </p:txBody>
      </p:sp>
      <p:grpSp>
        <p:nvGrpSpPr>
          <p:cNvPr id="1231" name="Google Shape;1231;p70"/>
          <p:cNvGrpSpPr/>
          <p:nvPr/>
        </p:nvGrpSpPr>
        <p:grpSpPr>
          <a:xfrm>
            <a:off x="5436244" y="3268862"/>
            <a:ext cx="1609196" cy="207802"/>
            <a:chOff x="7270700" y="4063176"/>
            <a:chExt cx="2110698" cy="258300"/>
          </a:xfrm>
        </p:grpSpPr>
        <p:cxnSp>
          <p:nvCxnSpPr>
            <p:cNvPr id="1232" name="Google Shape;1232;p70"/>
            <p:cNvCxnSpPr/>
            <p:nvPr/>
          </p:nvCxnSpPr>
          <p:spPr>
            <a:xfrm>
              <a:off x="7270740" y="4192326"/>
              <a:ext cx="1645800" cy="0"/>
            </a:xfrm>
            <a:prstGeom prst="straightConnector1">
              <a:avLst/>
            </a:prstGeom>
            <a:noFill/>
            <a:ln cap="rnd" cmpd="sng" w="31750">
              <a:solidFill>
                <a:srgbClr val="D5DBE5"/>
              </a:solidFill>
              <a:prstDash val="solid"/>
              <a:miter lim="800000"/>
              <a:headEnd len="sm" w="sm" type="none"/>
              <a:tailEnd len="sm" w="sm" type="none"/>
            </a:ln>
          </p:spPr>
        </p:cxnSp>
        <p:cxnSp>
          <p:nvCxnSpPr>
            <p:cNvPr id="1233" name="Google Shape;1233;p70"/>
            <p:cNvCxnSpPr/>
            <p:nvPr/>
          </p:nvCxnSpPr>
          <p:spPr>
            <a:xfrm flipH="1" rot="10800000">
              <a:off x="7270700" y="4189026"/>
              <a:ext cx="1109100" cy="6600"/>
            </a:xfrm>
            <a:prstGeom prst="straightConnector1">
              <a:avLst/>
            </a:prstGeom>
            <a:noFill/>
            <a:ln cap="rnd" cmpd="sng" w="31750">
              <a:solidFill>
                <a:schemeClr val="accent3"/>
              </a:solidFill>
              <a:prstDash val="solid"/>
              <a:miter lim="800000"/>
              <a:headEnd len="sm" w="sm" type="none"/>
              <a:tailEnd len="sm" w="sm" type="none"/>
            </a:ln>
          </p:spPr>
        </p:cxnSp>
        <p:sp>
          <p:nvSpPr>
            <p:cNvPr id="1234" name="Google Shape;1234;p70"/>
            <p:cNvSpPr txBox="1"/>
            <p:nvPr/>
          </p:nvSpPr>
          <p:spPr>
            <a:xfrm>
              <a:off x="8867497" y="4063176"/>
              <a:ext cx="513900" cy="258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750">
                  <a:solidFill>
                    <a:schemeClr val="accent3"/>
                  </a:solidFill>
                  <a:latin typeface="Lexend SemiBold"/>
                  <a:ea typeface="Lexend SemiBold"/>
                  <a:cs typeface="Lexend SemiBold"/>
                  <a:sym typeface="Lexend SemiBold"/>
                </a:rPr>
                <a:t>70</a:t>
              </a:r>
              <a:r>
                <a:rPr lang="en" sz="750">
                  <a:solidFill>
                    <a:schemeClr val="accent3"/>
                  </a:solidFill>
                  <a:latin typeface="Lexend SemiBold"/>
                  <a:ea typeface="Lexend SemiBold"/>
                  <a:cs typeface="Lexend SemiBold"/>
                  <a:sym typeface="Lexend SemiBold"/>
                </a:rPr>
                <a:t>%</a:t>
              </a:r>
              <a:endParaRPr>
                <a:solidFill>
                  <a:schemeClr val="accent3"/>
                </a:solidFill>
                <a:latin typeface="Lexend SemiBold"/>
                <a:ea typeface="Lexend SemiBold"/>
                <a:cs typeface="Lexend SemiBold"/>
                <a:sym typeface="Lexend SemiBold"/>
              </a:endParaRPr>
            </a:p>
          </p:txBody>
        </p:sp>
      </p:grpSp>
      <p:sp>
        <p:nvSpPr>
          <p:cNvPr id="1235" name="Google Shape;1235;p70"/>
          <p:cNvSpPr/>
          <p:nvPr/>
        </p:nvSpPr>
        <p:spPr>
          <a:xfrm>
            <a:off x="7209500" y="3098250"/>
            <a:ext cx="1688100" cy="227700"/>
          </a:xfrm>
          <a:prstGeom prst="roundRect">
            <a:avLst>
              <a:gd fmla="val 28223"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chemeClr val="accent5"/>
                </a:solidFill>
                <a:latin typeface="Open Sans"/>
                <a:ea typeface="Open Sans"/>
                <a:cs typeface="Open Sans"/>
                <a:sym typeface="Open Sans"/>
              </a:rPr>
              <a:t>Apple Pay: </a:t>
            </a:r>
            <a:r>
              <a:rPr lang="en" sz="800">
                <a:solidFill>
                  <a:schemeClr val="accent5"/>
                </a:solidFill>
                <a:latin typeface="Open Sans"/>
                <a:ea typeface="Open Sans"/>
                <a:cs typeface="Open Sans"/>
                <a:sym typeface="Open Sans"/>
              </a:rPr>
              <a:t>Jamie</a:t>
            </a:r>
            <a:endParaRPr>
              <a:solidFill>
                <a:schemeClr val="accent5"/>
              </a:solidFill>
              <a:latin typeface="Open Sans"/>
              <a:ea typeface="Open Sans"/>
              <a:cs typeface="Open Sans"/>
              <a:sym typeface="Open Sans"/>
            </a:endParaRPr>
          </a:p>
        </p:txBody>
      </p:sp>
      <p:sp>
        <p:nvSpPr>
          <p:cNvPr id="1236" name="Google Shape;1236;p70"/>
          <p:cNvSpPr/>
          <p:nvPr/>
        </p:nvSpPr>
        <p:spPr>
          <a:xfrm>
            <a:off x="5358825" y="3540150"/>
            <a:ext cx="1688100" cy="494100"/>
          </a:xfrm>
          <a:prstGeom prst="roundRect">
            <a:avLst>
              <a:gd fmla="val 29523"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Guest Checkout Improvement: </a:t>
            </a:r>
            <a:r>
              <a:rPr lang="en" sz="800">
                <a:solidFill>
                  <a:srgbClr val="44546A"/>
                </a:solidFill>
                <a:latin typeface="Open Sans"/>
                <a:ea typeface="Open Sans"/>
                <a:cs typeface="Open Sans"/>
                <a:sym typeface="Open Sans"/>
              </a:rPr>
              <a:t>Farah</a:t>
            </a:r>
            <a:endParaRPr>
              <a:latin typeface="Open Sans"/>
              <a:ea typeface="Open Sans"/>
              <a:cs typeface="Open Sans"/>
              <a:sym typeface="Open Sans"/>
            </a:endParaRPr>
          </a:p>
        </p:txBody>
      </p:sp>
      <p:grpSp>
        <p:nvGrpSpPr>
          <p:cNvPr id="1237" name="Google Shape;1237;p70"/>
          <p:cNvGrpSpPr/>
          <p:nvPr/>
        </p:nvGrpSpPr>
        <p:grpSpPr>
          <a:xfrm>
            <a:off x="3427505" y="4249192"/>
            <a:ext cx="3703717" cy="935955"/>
            <a:chOff x="4773400" y="5281780"/>
            <a:chExt cx="4603750" cy="1163400"/>
          </a:xfrm>
        </p:grpSpPr>
        <p:cxnSp>
          <p:nvCxnSpPr>
            <p:cNvPr id="1238" name="Google Shape;1238;p70"/>
            <p:cNvCxnSpPr/>
            <p:nvPr/>
          </p:nvCxnSpPr>
          <p:spPr>
            <a:xfrm>
              <a:off x="4773400" y="5281780"/>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239" name="Google Shape;1239;p70"/>
            <p:cNvCxnSpPr/>
            <p:nvPr/>
          </p:nvCxnSpPr>
          <p:spPr>
            <a:xfrm>
              <a:off x="7075275" y="5281780"/>
              <a:ext cx="0" cy="1163400"/>
            </a:xfrm>
            <a:prstGeom prst="straightConnector1">
              <a:avLst/>
            </a:prstGeom>
            <a:noFill/>
            <a:ln cap="flat" cmpd="sng" w="9525">
              <a:solidFill>
                <a:srgbClr val="DDDDDD"/>
              </a:solidFill>
              <a:prstDash val="solid"/>
              <a:miter lim="800000"/>
              <a:headEnd len="sm" w="sm" type="none"/>
              <a:tailEnd len="sm" w="sm" type="none"/>
            </a:ln>
          </p:spPr>
        </p:cxnSp>
        <p:cxnSp>
          <p:nvCxnSpPr>
            <p:cNvPr id="1240" name="Google Shape;1240;p70"/>
            <p:cNvCxnSpPr/>
            <p:nvPr/>
          </p:nvCxnSpPr>
          <p:spPr>
            <a:xfrm>
              <a:off x="9377150" y="5281780"/>
              <a:ext cx="0" cy="1163400"/>
            </a:xfrm>
            <a:prstGeom prst="straightConnector1">
              <a:avLst/>
            </a:prstGeom>
            <a:noFill/>
            <a:ln cap="flat" cmpd="sng" w="9525">
              <a:solidFill>
                <a:srgbClr val="DDDDDD"/>
              </a:solidFill>
              <a:prstDash val="solid"/>
              <a:miter lim="800000"/>
              <a:headEnd len="sm" w="sm" type="none"/>
              <a:tailEnd len="sm" w="sm" type="none"/>
            </a:ln>
          </p:spPr>
        </p:cxnSp>
      </p:grpSp>
      <p:sp>
        <p:nvSpPr>
          <p:cNvPr id="1241" name="Google Shape;1241;p70"/>
          <p:cNvSpPr/>
          <p:nvPr/>
        </p:nvSpPr>
        <p:spPr>
          <a:xfrm>
            <a:off x="1657432" y="4249253"/>
            <a:ext cx="1688100" cy="224100"/>
          </a:xfrm>
          <a:prstGeom prst="roundRect">
            <a:avLst>
              <a:gd fmla="val 38905"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IOS App: </a:t>
            </a:r>
            <a:r>
              <a:rPr lang="en" sz="800">
                <a:solidFill>
                  <a:srgbClr val="44546A"/>
                </a:solidFill>
                <a:latin typeface="Open Sans"/>
                <a:ea typeface="Open Sans"/>
                <a:cs typeface="Open Sans"/>
                <a:sym typeface="Open Sans"/>
              </a:rPr>
              <a:t>Alex</a:t>
            </a:r>
            <a:endParaRPr>
              <a:latin typeface="Open Sans"/>
              <a:ea typeface="Open Sans"/>
              <a:cs typeface="Open Sans"/>
              <a:sym typeface="Open Sans"/>
            </a:endParaRPr>
          </a:p>
        </p:txBody>
      </p:sp>
      <p:sp>
        <p:nvSpPr>
          <p:cNvPr id="1242" name="Google Shape;1242;p70"/>
          <p:cNvSpPr/>
          <p:nvPr/>
        </p:nvSpPr>
        <p:spPr>
          <a:xfrm>
            <a:off x="5358825" y="4249248"/>
            <a:ext cx="1688100" cy="646500"/>
          </a:xfrm>
          <a:prstGeom prst="roundRect">
            <a:avLst>
              <a:gd fmla="val 16667"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Forget Password Improvement: </a:t>
            </a:r>
            <a:r>
              <a:rPr lang="en" sz="800">
                <a:solidFill>
                  <a:srgbClr val="44546A"/>
                </a:solidFill>
                <a:latin typeface="Open Sans"/>
                <a:ea typeface="Open Sans"/>
                <a:cs typeface="Open Sans"/>
                <a:sym typeface="Open Sans"/>
              </a:rPr>
              <a:t>Omar</a:t>
            </a:r>
            <a:endParaRPr>
              <a:latin typeface="Open Sans"/>
              <a:ea typeface="Open Sans"/>
              <a:cs typeface="Open Sans"/>
              <a:sym typeface="Open Sans"/>
            </a:endParaRPr>
          </a:p>
        </p:txBody>
      </p:sp>
      <p:grpSp>
        <p:nvGrpSpPr>
          <p:cNvPr id="1243" name="Google Shape;1243;p70"/>
          <p:cNvGrpSpPr/>
          <p:nvPr/>
        </p:nvGrpSpPr>
        <p:grpSpPr>
          <a:xfrm>
            <a:off x="5436406" y="4649675"/>
            <a:ext cx="1610554" cy="207802"/>
            <a:chOff x="7270740" y="5590284"/>
            <a:chExt cx="2162107" cy="258300"/>
          </a:xfrm>
        </p:grpSpPr>
        <p:cxnSp>
          <p:nvCxnSpPr>
            <p:cNvPr id="1244" name="Google Shape;1244;p70"/>
            <p:cNvCxnSpPr/>
            <p:nvPr/>
          </p:nvCxnSpPr>
          <p:spPr>
            <a:xfrm>
              <a:off x="7270740" y="5719434"/>
              <a:ext cx="1645800" cy="0"/>
            </a:xfrm>
            <a:prstGeom prst="straightConnector1">
              <a:avLst/>
            </a:prstGeom>
            <a:noFill/>
            <a:ln cap="rnd" cmpd="sng" w="31750">
              <a:solidFill>
                <a:srgbClr val="D5DBE5"/>
              </a:solidFill>
              <a:prstDash val="solid"/>
              <a:miter lim="800000"/>
              <a:headEnd len="sm" w="sm" type="none"/>
              <a:tailEnd len="sm" w="sm" type="none"/>
            </a:ln>
          </p:spPr>
        </p:cxnSp>
        <p:cxnSp>
          <p:nvCxnSpPr>
            <p:cNvPr id="1245" name="Google Shape;1245;p70"/>
            <p:cNvCxnSpPr/>
            <p:nvPr/>
          </p:nvCxnSpPr>
          <p:spPr>
            <a:xfrm>
              <a:off x="7270740" y="5719434"/>
              <a:ext cx="822600" cy="0"/>
            </a:xfrm>
            <a:prstGeom prst="straightConnector1">
              <a:avLst/>
            </a:prstGeom>
            <a:noFill/>
            <a:ln cap="rnd" cmpd="sng" w="31750">
              <a:solidFill>
                <a:schemeClr val="accent1"/>
              </a:solidFill>
              <a:prstDash val="solid"/>
              <a:miter lim="800000"/>
              <a:headEnd len="sm" w="sm" type="none"/>
              <a:tailEnd len="sm" w="sm" type="none"/>
            </a:ln>
          </p:spPr>
        </p:cxnSp>
        <p:sp>
          <p:nvSpPr>
            <p:cNvPr id="1246" name="Google Shape;1246;p70"/>
            <p:cNvSpPr txBox="1"/>
            <p:nvPr/>
          </p:nvSpPr>
          <p:spPr>
            <a:xfrm>
              <a:off x="8915647" y="5590284"/>
              <a:ext cx="517200" cy="258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 sz="750">
                  <a:solidFill>
                    <a:schemeClr val="accent1"/>
                  </a:solidFill>
                  <a:latin typeface="Lexend SemiBold"/>
                  <a:ea typeface="Lexend SemiBold"/>
                  <a:cs typeface="Lexend SemiBold"/>
                  <a:sym typeface="Lexend SemiBold"/>
                </a:rPr>
                <a:t>5</a:t>
              </a:r>
              <a:r>
                <a:rPr lang="en" sz="750">
                  <a:solidFill>
                    <a:schemeClr val="accent1"/>
                  </a:solidFill>
                  <a:latin typeface="Lexend SemiBold"/>
                  <a:ea typeface="Lexend SemiBold"/>
                  <a:cs typeface="Lexend SemiBold"/>
                  <a:sym typeface="Lexend SemiBold"/>
                </a:rPr>
                <a:t>5%</a:t>
              </a:r>
              <a:endParaRPr>
                <a:solidFill>
                  <a:schemeClr val="accent1"/>
                </a:solidFill>
                <a:latin typeface="Lexend SemiBold"/>
                <a:ea typeface="Lexend SemiBold"/>
                <a:cs typeface="Lexend SemiBold"/>
                <a:sym typeface="Lexend SemiBold"/>
              </a:endParaRPr>
            </a:p>
          </p:txBody>
        </p:sp>
      </p:grpSp>
      <p:sp>
        <p:nvSpPr>
          <p:cNvPr id="1247" name="Google Shape;1247;p70"/>
          <p:cNvSpPr/>
          <p:nvPr/>
        </p:nvSpPr>
        <p:spPr>
          <a:xfrm>
            <a:off x="3508125" y="4249249"/>
            <a:ext cx="1688100" cy="373200"/>
          </a:xfrm>
          <a:prstGeom prst="roundRect">
            <a:avLst>
              <a:gd fmla="val 29579"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Two-Day Shipping: </a:t>
            </a:r>
            <a:r>
              <a:rPr lang="en" sz="800">
                <a:solidFill>
                  <a:srgbClr val="44546A"/>
                </a:solidFill>
                <a:latin typeface="Open Sans"/>
                <a:ea typeface="Open Sans"/>
                <a:cs typeface="Open Sans"/>
                <a:sym typeface="Open Sans"/>
              </a:rPr>
              <a:t>Jamie</a:t>
            </a:r>
            <a:endParaRPr>
              <a:latin typeface="Open Sans"/>
              <a:ea typeface="Open Sans"/>
              <a:cs typeface="Open Sans"/>
              <a:sym typeface="Open Sans"/>
            </a:endParaRPr>
          </a:p>
        </p:txBody>
      </p:sp>
      <p:grpSp>
        <p:nvGrpSpPr>
          <p:cNvPr id="1248" name="Google Shape;1248;p70"/>
          <p:cNvGrpSpPr/>
          <p:nvPr/>
        </p:nvGrpSpPr>
        <p:grpSpPr>
          <a:xfrm>
            <a:off x="3585721" y="4414550"/>
            <a:ext cx="1610445" cy="207802"/>
            <a:chOff x="4970350" y="5487454"/>
            <a:chExt cx="2133605" cy="258300"/>
          </a:xfrm>
        </p:grpSpPr>
        <p:cxnSp>
          <p:nvCxnSpPr>
            <p:cNvPr id="1249" name="Google Shape;1249;p70"/>
            <p:cNvCxnSpPr/>
            <p:nvPr/>
          </p:nvCxnSpPr>
          <p:spPr>
            <a:xfrm>
              <a:off x="4970350" y="5616604"/>
              <a:ext cx="1645800" cy="0"/>
            </a:xfrm>
            <a:prstGeom prst="straightConnector1">
              <a:avLst/>
            </a:prstGeom>
            <a:noFill/>
            <a:ln cap="rnd" cmpd="sng" w="31750">
              <a:solidFill>
                <a:srgbClr val="D5DBE5"/>
              </a:solidFill>
              <a:prstDash val="solid"/>
              <a:miter lim="800000"/>
              <a:headEnd len="sm" w="sm" type="none"/>
              <a:tailEnd len="sm" w="sm" type="none"/>
            </a:ln>
          </p:spPr>
        </p:cxnSp>
        <p:cxnSp>
          <p:nvCxnSpPr>
            <p:cNvPr id="1250" name="Google Shape;1250;p70"/>
            <p:cNvCxnSpPr/>
            <p:nvPr/>
          </p:nvCxnSpPr>
          <p:spPr>
            <a:xfrm>
              <a:off x="4970350" y="5616604"/>
              <a:ext cx="1185600" cy="0"/>
            </a:xfrm>
            <a:prstGeom prst="straightConnector1">
              <a:avLst/>
            </a:prstGeom>
            <a:noFill/>
            <a:ln cap="rnd" cmpd="sng" w="31750">
              <a:solidFill>
                <a:schemeClr val="accent1"/>
              </a:solidFill>
              <a:prstDash val="solid"/>
              <a:miter lim="800000"/>
              <a:headEnd len="sm" w="sm" type="none"/>
              <a:tailEnd len="sm" w="sm" type="none"/>
            </a:ln>
          </p:spPr>
        </p:cxnSp>
        <p:sp>
          <p:nvSpPr>
            <p:cNvPr id="1251" name="Google Shape;1251;p70"/>
            <p:cNvSpPr txBox="1"/>
            <p:nvPr/>
          </p:nvSpPr>
          <p:spPr>
            <a:xfrm>
              <a:off x="6616155" y="5487454"/>
              <a:ext cx="487800" cy="25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750">
                  <a:solidFill>
                    <a:schemeClr val="accent1"/>
                  </a:solidFill>
                  <a:latin typeface="Montserrat"/>
                  <a:ea typeface="Montserrat"/>
                  <a:cs typeface="Montserrat"/>
                  <a:sym typeface="Montserrat"/>
                </a:rPr>
                <a:t>85</a:t>
              </a:r>
              <a:r>
                <a:rPr b="1" lang="en" sz="750">
                  <a:solidFill>
                    <a:schemeClr val="accent1"/>
                  </a:solidFill>
                  <a:latin typeface="Montserrat"/>
                  <a:ea typeface="Montserrat"/>
                  <a:cs typeface="Montserrat"/>
                  <a:sym typeface="Montserrat"/>
                </a:rPr>
                <a:t>%</a:t>
              </a:r>
              <a:endParaRPr>
                <a:solidFill>
                  <a:schemeClr val="accent1"/>
                </a:solidFill>
              </a:endParaRPr>
            </a:p>
          </p:txBody>
        </p:sp>
      </p:grpSp>
      <p:sp>
        <p:nvSpPr>
          <p:cNvPr id="1252" name="Google Shape;1252;p70"/>
          <p:cNvSpPr/>
          <p:nvPr/>
        </p:nvSpPr>
        <p:spPr>
          <a:xfrm>
            <a:off x="7209500" y="4249249"/>
            <a:ext cx="1688100" cy="430800"/>
          </a:xfrm>
          <a:prstGeom prst="roundRect">
            <a:avLst>
              <a:gd fmla="val 27231"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chemeClr val="accent5"/>
                </a:solidFill>
                <a:latin typeface="Open Sans"/>
                <a:ea typeface="Open Sans"/>
                <a:cs typeface="Open Sans"/>
                <a:sym typeface="Open Sans"/>
              </a:rPr>
              <a:t>Responsive eCommerce Site: </a:t>
            </a:r>
            <a:r>
              <a:rPr lang="en" sz="800">
                <a:solidFill>
                  <a:schemeClr val="accent5"/>
                </a:solidFill>
                <a:latin typeface="Open Sans"/>
                <a:ea typeface="Open Sans"/>
                <a:cs typeface="Open Sans"/>
                <a:sym typeface="Open Sans"/>
              </a:rPr>
              <a:t>Maria</a:t>
            </a:r>
            <a:endParaRPr>
              <a:solidFill>
                <a:schemeClr val="accent5"/>
              </a:solidFill>
              <a:latin typeface="Open Sans"/>
              <a:ea typeface="Open Sans"/>
              <a:cs typeface="Open Sans"/>
              <a:sym typeface="Open Sans"/>
            </a:endParaRPr>
          </a:p>
        </p:txBody>
      </p:sp>
      <p:sp>
        <p:nvSpPr>
          <p:cNvPr id="1253" name="Google Shape;1253;p70"/>
          <p:cNvSpPr/>
          <p:nvPr/>
        </p:nvSpPr>
        <p:spPr>
          <a:xfrm>
            <a:off x="3508125" y="4692328"/>
            <a:ext cx="1688100" cy="224100"/>
          </a:xfrm>
          <a:prstGeom prst="roundRect">
            <a:avLst>
              <a:gd fmla="val 38905" name="adj"/>
            </a:avLst>
          </a:prstGeom>
          <a:solidFill>
            <a:srgbClr val="FFFFFF"/>
          </a:solidFill>
          <a:ln>
            <a:noFill/>
          </a:ln>
          <a:effectLst>
            <a:outerShdw blurRad="190500" sx="97000" rotWithShape="0" algn="tl" dir="2700000" dist="76200" sy="97000">
              <a:srgbClr val="44546A">
                <a:alpha val="24710"/>
              </a:srgbClr>
            </a:outerShdw>
          </a:effectLst>
        </p:spPr>
        <p:txBody>
          <a:bodyPr anchorCtr="0" anchor="t" bIns="0" lIns="45700" spcFirstLastPara="1" rIns="0" wrap="square" tIns="36575">
            <a:noAutofit/>
          </a:bodyPr>
          <a:lstStyle/>
          <a:p>
            <a:pPr indent="0" lvl="0" marL="0" marR="0" rtl="0" algn="l">
              <a:lnSpc>
                <a:spcPct val="137500"/>
              </a:lnSpc>
              <a:spcBef>
                <a:spcPts val="0"/>
              </a:spcBef>
              <a:spcAft>
                <a:spcPts val="0"/>
              </a:spcAft>
              <a:buNone/>
            </a:pPr>
            <a:r>
              <a:rPr b="1" lang="en" sz="800">
                <a:solidFill>
                  <a:srgbClr val="44546A"/>
                </a:solidFill>
                <a:latin typeface="Open Sans"/>
                <a:ea typeface="Open Sans"/>
                <a:cs typeface="Open Sans"/>
                <a:sym typeface="Open Sans"/>
              </a:rPr>
              <a:t>Use Avatar: </a:t>
            </a:r>
            <a:r>
              <a:rPr lang="en" sz="800">
                <a:solidFill>
                  <a:srgbClr val="44546A"/>
                </a:solidFill>
                <a:latin typeface="Open Sans"/>
                <a:ea typeface="Open Sans"/>
                <a:cs typeface="Open Sans"/>
                <a:sym typeface="Open Sans"/>
              </a:rPr>
              <a:t>Jamie</a:t>
            </a:r>
            <a:endParaRPr>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71"/>
          <p:cNvSpPr txBox="1"/>
          <p:nvPr/>
        </p:nvSpPr>
        <p:spPr>
          <a:xfrm>
            <a:off x="744723" y="1065900"/>
            <a:ext cx="2314500" cy="140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59575C"/>
              </a:buClr>
              <a:buSzPts val="1722"/>
              <a:buFont typeface="Salesforce Sans"/>
              <a:buNone/>
            </a:pPr>
            <a:r>
              <a:rPr b="1" lang="en" sz="1291">
                <a:solidFill>
                  <a:schemeClr val="accent5"/>
                </a:solidFill>
                <a:latin typeface="Lexend"/>
                <a:ea typeface="Lexend"/>
                <a:cs typeface="Lexend"/>
                <a:sym typeface="Lexend"/>
              </a:rPr>
              <a:t>Core products</a:t>
            </a:r>
            <a:endParaRPr b="1" sz="1721">
              <a:solidFill>
                <a:schemeClr val="accent5"/>
              </a:solidFill>
              <a:latin typeface="Lexend"/>
              <a:ea typeface="Lexend"/>
              <a:cs typeface="Lexend"/>
              <a:sym typeface="Lexend"/>
            </a:endParaRPr>
          </a:p>
        </p:txBody>
      </p:sp>
      <p:sp>
        <p:nvSpPr>
          <p:cNvPr id="1259" name="Google Shape;1259;p71"/>
          <p:cNvSpPr/>
          <p:nvPr/>
        </p:nvSpPr>
        <p:spPr>
          <a:xfrm>
            <a:off x="3944146"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Sales</a:t>
            </a:r>
            <a:endParaRPr b="1" sz="986">
              <a:solidFill>
                <a:srgbClr val="002775"/>
              </a:solidFill>
              <a:latin typeface="Salesforce Sans"/>
              <a:ea typeface="Salesforce Sans"/>
              <a:cs typeface="Salesforce Sans"/>
              <a:sym typeface="Salesforce Sans"/>
            </a:endParaRPr>
          </a:p>
        </p:txBody>
      </p:sp>
      <p:pic>
        <p:nvPicPr>
          <p:cNvPr id="1260" name="Google Shape;1260;p71"/>
          <p:cNvPicPr preferRelativeResize="0"/>
          <p:nvPr/>
        </p:nvPicPr>
        <p:blipFill>
          <a:blip r:embed="rId3">
            <a:alphaModFix/>
          </a:blip>
          <a:stretch>
            <a:fillRect/>
          </a:stretch>
        </p:blipFill>
        <p:spPr>
          <a:xfrm>
            <a:off x="4181675" y="2599048"/>
            <a:ext cx="342103" cy="342103"/>
          </a:xfrm>
          <a:prstGeom prst="rect">
            <a:avLst/>
          </a:prstGeom>
          <a:noFill/>
          <a:ln>
            <a:noFill/>
          </a:ln>
        </p:spPr>
      </p:pic>
      <p:pic>
        <p:nvPicPr>
          <p:cNvPr descr="Google Shape;627;p60" id="1261" name="Google Shape;1261;p71"/>
          <p:cNvPicPr preferRelativeResize="0"/>
          <p:nvPr/>
        </p:nvPicPr>
        <p:blipFill>
          <a:blip r:embed="rId4">
            <a:alphaModFix/>
          </a:blip>
          <a:stretch>
            <a:fillRect/>
          </a:stretch>
        </p:blipFill>
        <p:spPr>
          <a:xfrm>
            <a:off x="6303237" y="1491352"/>
            <a:ext cx="342596" cy="342596"/>
          </a:xfrm>
          <a:prstGeom prst="rect">
            <a:avLst/>
          </a:prstGeom>
          <a:noFill/>
          <a:ln>
            <a:noFill/>
          </a:ln>
        </p:spPr>
      </p:pic>
      <p:sp>
        <p:nvSpPr>
          <p:cNvPr id="1262" name="Google Shape;1262;p71"/>
          <p:cNvSpPr/>
          <p:nvPr/>
        </p:nvSpPr>
        <p:spPr>
          <a:xfrm>
            <a:off x="6065956" y="198152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Slack</a:t>
            </a:r>
            <a:endParaRPr b="1" sz="986">
              <a:solidFill>
                <a:srgbClr val="002775"/>
              </a:solidFill>
              <a:latin typeface="Salesforce Sans"/>
              <a:ea typeface="Salesforce Sans"/>
              <a:cs typeface="Salesforce Sans"/>
              <a:sym typeface="Salesforce Sans"/>
            </a:endParaRPr>
          </a:p>
        </p:txBody>
      </p:sp>
      <p:pic>
        <p:nvPicPr>
          <p:cNvPr descr="CloudIcons_5x5_RGB-01-07.png" id="1263" name="Google Shape;1263;p71"/>
          <p:cNvPicPr preferRelativeResize="0"/>
          <p:nvPr/>
        </p:nvPicPr>
        <p:blipFill>
          <a:blip r:embed="rId5">
            <a:alphaModFix/>
          </a:blip>
          <a:stretch>
            <a:fillRect/>
          </a:stretch>
        </p:blipFill>
        <p:spPr>
          <a:xfrm>
            <a:off x="880282" y="2489466"/>
            <a:ext cx="562686" cy="561269"/>
          </a:xfrm>
          <a:prstGeom prst="rect">
            <a:avLst/>
          </a:prstGeom>
          <a:noFill/>
          <a:ln>
            <a:noFill/>
          </a:ln>
        </p:spPr>
      </p:pic>
      <p:sp>
        <p:nvSpPr>
          <p:cNvPr id="1264" name="Google Shape;1264;p71"/>
          <p:cNvSpPr/>
          <p:nvPr/>
        </p:nvSpPr>
        <p:spPr>
          <a:xfrm>
            <a:off x="753074"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None/>
            </a:pPr>
            <a:r>
              <a:rPr b="1" lang="en" sz="986">
                <a:solidFill>
                  <a:srgbClr val="002775"/>
                </a:solidFill>
                <a:latin typeface="Salesforce Sans"/>
                <a:ea typeface="Salesforce Sans"/>
                <a:cs typeface="Salesforce Sans"/>
                <a:sym typeface="Salesforce Sans"/>
              </a:rPr>
              <a:t>Marketing</a:t>
            </a:r>
            <a:endParaRPr b="1" sz="986">
              <a:solidFill>
                <a:srgbClr val="002775"/>
              </a:solidFill>
              <a:latin typeface="Salesforce Sans"/>
              <a:ea typeface="Salesforce Sans"/>
              <a:cs typeface="Salesforce Sans"/>
              <a:sym typeface="Salesforce Sans"/>
            </a:endParaRPr>
          </a:p>
        </p:txBody>
      </p:sp>
      <p:sp>
        <p:nvSpPr>
          <p:cNvPr id="1265" name="Google Shape;1265;p71"/>
          <p:cNvSpPr/>
          <p:nvPr/>
        </p:nvSpPr>
        <p:spPr>
          <a:xfrm>
            <a:off x="5005051"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Service</a:t>
            </a:r>
            <a:endParaRPr b="1" sz="986">
              <a:solidFill>
                <a:srgbClr val="002775"/>
              </a:solidFill>
              <a:latin typeface="Salesforce Sans"/>
              <a:ea typeface="Salesforce Sans"/>
              <a:cs typeface="Salesforce Sans"/>
              <a:sym typeface="Salesforce Sans"/>
            </a:endParaRPr>
          </a:p>
        </p:txBody>
      </p:sp>
      <p:pic>
        <p:nvPicPr>
          <p:cNvPr id="1266" name="Google Shape;1266;p71"/>
          <p:cNvPicPr preferRelativeResize="0"/>
          <p:nvPr/>
        </p:nvPicPr>
        <p:blipFill>
          <a:blip r:embed="rId6">
            <a:alphaModFix/>
          </a:blip>
          <a:stretch>
            <a:fillRect/>
          </a:stretch>
        </p:blipFill>
        <p:spPr>
          <a:xfrm>
            <a:off x="5157847" y="2514339"/>
            <a:ext cx="511523" cy="511522"/>
          </a:xfrm>
          <a:prstGeom prst="rect">
            <a:avLst/>
          </a:prstGeom>
          <a:noFill/>
          <a:ln>
            <a:noFill/>
          </a:ln>
        </p:spPr>
      </p:pic>
      <p:pic>
        <p:nvPicPr>
          <p:cNvPr descr="Google Shape;603;p60" id="1267" name="Google Shape;1267;p71"/>
          <p:cNvPicPr preferRelativeResize="0"/>
          <p:nvPr/>
        </p:nvPicPr>
        <p:blipFill>
          <a:blip r:embed="rId7">
            <a:alphaModFix/>
          </a:blip>
          <a:stretch>
            <a:fillRect/>
          </a:stretch>
        </p:blipFill>
        <p:spPr>
          <a:xfrm>
            <a:off x="2010494" y="2549690"/>
            <a:ext cx="440819" cy="440819"/>
          </a:xfrm>
          <a:prstGeom prst="rect">
            <a:avLst/>
          </a:prstGeom>
          <a:noFill/>
          <a:ln>
            <a:noFill/>
          </a:ln>
        </p:spPr>
      </p:pic>
      <p:sp>
        <p:nvSpPr>
          <p:cNvPr id="1268" name="Google Shape;1268;p71"/>
          <p:cNvSpPr/>
          <p:nvPr/>
        </p:nvSpPr>
        <p:spPr>
          <a:xfrm>
            <a:off x="1822336" y="3088972"/>
            <a:ext cx="817200" cy="2652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MuleSoft</a:t>
            </a:r>
            <a:endParaRPr b="1" sz="986">
              <a:solidFill>
                <a:srgbClr val="002775"/>
              </a:solidFill>
              <a:latin typeface="Salesforce Sans"/>
              <a:ea typeface="Salesforce Sans"/>
              <a:cs typeface="Salesforce Sans"/>
              <a:sym typeface="Salesforce Sans"/>
            </a:endParaRPr>
          </a:p>
          <a:p>
            <a:pPr indent="0" lvl="0" marL="0" marR="0" rtl="0" algn="ctr">
              <a:lnSpc>
                <a:spcPct val="90000"/>
              </a:lnSpc>
              <a:spcBef>
                <a:spcPts val="0"/>
              </a:spcBef>
              <a:spcAft>
                <a:spcPts val="0"/>
              </a:spcAft>
              <a:buClr>
                <a:srgbClr val="032E61"/>
              </a:buClr>
              <a:buSzPts val="522"/>
              <a:buFont typeface="Salesforce Sans"/>
              <a:buNone/>
            </a:pPr>
            <a:r>
              <a:t/>
            </a:r>
            <a:endParaRPr b="1" sz="986">
              <a:solidFill>
                <a:srgbClr val="002775"/>
              </a:solidFill>
              <a:latin typeface="Salesforce Sans"/>
              <a:ea typeface="Salesforce Sans"/>
              <a:cs typeface="Salesforce Sans"/>
              <a:sym typeface="Salesforce Sans"/>
            </a:endParaRPr>
          </a:p>
        </p:txBody>
      </p:sp>
      <p:pic>
        <p:nvPicPr>
          <p:cNvPr id="1269" name="Google Shape;1269;p71"/>
          <p:cNvPicPr preferRelativeResize="0"/>
          <p:nvPr/>
        </p:nvPicPr>
        <p:blipFill rotWithShape="1">
          <a:blip r:embed="rId8">
            <a:alphaModFix/>
          </a:blip>
          <a:srcRect b="0" l="10" r="0" t="0"/>
          <a:stretch/>
        </p:blipFill>
        <p:spPr>
          <a:xfrm>
            <a:off x="3059305" y="2537567"/>
            <a:ext cx="464998" cy="465062"/>
          </a:xfrm>
          <a:prstGeom prst="rect">
            <a:avLst/>
          </a:prstGeom>
          <a:noFill/>
          <a:ln>
            <a:noFill/>
          </a:ln>
        </p:spPr>
      </p:pic>
      <p:sp>
        <p:nvSpPr>
          <p:cNvPr id="1270" name="Google Shape;1270;p71"/>
          <p:cNvSpPr/>
          <p:nvPr/>
        </p:nvSpPr>
        <p:spPr>
          <a:xfrm>
            <a:off x="2883241" y="3088972"/>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Platform</a:t>
            </a:r>
            <a:endParaRPr b="1" sz="986">
              <a:solidFill>
                <a:srgbClr val="002775"/>
              </a:solidFill>
              <a:latin typeface="Salesforce Sans"/>
              <a:ea typeface="Salesforce Sans"/>
              <a:cs typeface="Salesforce Sans"/>
              <a:sym typeface="Salesforce Sans"/>
            </a:endParaRPr>
          </a:p>
        </p:txBody>
      </p:sp>
      <p:pic>
        <p:nvPicPr>
          <p:cNvPr descr="Google Shape;606;p60" id="1271" name="Google Shape;1271;p71"/>
          <p:cNvPicPr preferRelativeResize="0"/>
          <p:nvPr/>
        </p:nvPicPr>
        <p:blipFill>
          <a:blip r:embed="rId9">
            <a:alphaModFix/>
          </a:blip>
          <a:stretch>
            <a:fillRect/>
          </a:stretch>
        </p:blipFill>
        <p:spPr>
          <a:xfrm>
            <a:off x="4182695" y="3621721"/>
            <a:ext cx="340062" cy="449368"/>
          </a:xfrm>
          <a:prstGeom prst="rect">
            <a:avLst/>
          </a:prstGeom>
          <a:noFill/>
          <a:ln>
            <a:noFill/>
          </a:ln>
        </p:spPr>
      </p:pic>
      <p:sp>
        <p:nvSpPr>
          <p:cNvPr id="1272" name="Google Shape;1272;p71"/>
          <p:cNvSpPr/>
          <p:nvPr/>
        </p:nvSpPr>
        <p:spPr>
          <a:xfrm>
            <a:off x="394414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Net Zero</a:t>
            </a:r>
            <a:endParaRPr b="1" sz="986">
              <a:solidFill>
                <a:srgbClr val="002775"/>
              </a:solidFill>
              <a:latin typeface="Salesforce Sans"/>
              <a:ea typeface="Salesforce Sans"/>
              <a:cs typeface="Salesforce Sans"/>
              <a:sym typeface="Salesforce Sans"/>
            </a:endParaRPr>
          </a:p>
        </p:txBody>
      </p:sp>
      <p:pic>
        <p:nvPicPr>
          <p:cNvPr id="1273" name="Google Shape;1273;p71"/>
          <p:cNvPicPr preferRelativeResize="0"/>
          <p:nvPr/>
        </p:nvPicPr>
        <p:blipFill>
          <a:blip r:embed="rId10">
            <a:alphaModFix/>
          </a:blip>
          <a:stretch>
            <a:fillRect/>
          </a:stretch>
        </p:blipFill>
        <p:spPr>
          <a:xfrm>
            <a:off x="6217972" y="3589864"/>
            <a:ext cx="513082" cy="513081"/>
          </a:xfrm>
          <a:prstGeom prst="rect">
            <a:avLst/>
          </a:prstGeom>
          <a:noFill/>
          <a:ln>
            <a:noFill/>
          </a:ln>
        </p:spPr>
      </p:pic>
      <p:sp>
        <p:nvSpPr>
          <p:cNvPr id="1274" name="Google Shape;1274;p71"/>
          <p:cNvSpPr/>
          <p:nvPr/>
        </p:nvSpPr>
        <p:spPr>
          <a:xfrm>
            <a:off x="606595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Small Business</a:t>
            </a:r>
            <a:endParaRPr b="1" sz="986">
              <a:solidFill>
                <a:srgbClr val="002775"/>
              </a:solidFill>
              <a:latin typeface="Salesforce Sans"/>
              <a:ea typeface="Salesforce Sans"/>
              <a:cs typeface="Salesforce Sans"/>
              <a:sym typeface="Salesforce Sans"/>
            </a:endParaRPr>
          </a:p>
        </p:txBody>
      </p:sp>
      <p:sp>
        <p:nvSpPr>
          <p:cNvPr id="1275" name="Google Shape;1275;p71"/>
          <p:cNvSpPr/>
          <p:nvPr/>
        </p:nvSpPr>
        <p:spPr>
          <a:xfrm>
            <a:off x="7126825" y="414455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Tableau</a:t>
            </a:r>
            <a:endParaRPr b="1" sz="986">
              <a:solidFill>
                <a:srgbClr val="002775"/>
              </a:solidFill>
              <a:latin typeface="Salesforce Sans"/>
              <a:ea typeface="Salesforce Sans"/>
              <a:cs typeface="Salesforce Sans"/>
              <a:sym typeface="Salesforce Sans"/>
            </a:endParaRPr>
          </a:p>
        </p:txBody>
      </p:sp>
      <p:pic>
        <p:nvPicPr>
          <p:cNvPr id="1276" name="Google Shape;1276;p71"/>
          <p:cNvPicPr preferRelativeResize="0"/>
          <p:nvPr/>
        </p:nvPicPr>
        <p:blipFill rotWithShape="1">
          <a:blip r:embed="rId11">
            <a:alphaModFix/>
          </a:blip>
          <a:srcRect b="0" l="3600" r="3610" t="0"/>
          <a:stretch/>
        </p:blipFill>
        <p:spPr>
          <a:xfrm>
            <a:off x="7312874" y="3610931"/>
            <a:ext cx="445152" cy="479728"/>
          </a:xfrm>
          <a:prstGeom prst="rect">
            <a:avLst/>
          </a:prstGeom>
          <a:noFill/>
          <a:ln>
            <a:noFill/>
          </a:ln>
        </p:spPr>
      </p:pic>
      <p:sp>
        <p:nvSpPr>
          <p:cNvPr id="1277" name="Google Shape;1277;p71"/>
          <p:cNvSpPr/>
          <p:nvPr/>
        </p:nvSpPr>
        <p:spPr>
          <a:xfrm>
            <a:off x="5005051"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Partner &amp;</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Custom apps</a:t>
            </a:r>
            <a:endParaRPr b="1" sz="986">
              <a:solidFill>
                <a:srgbClr val="002775"/>
              </a:solidFill>
              <a:latin typeface="Salesforce Sans"/>
              <a:ea typeface="Salesforce Sans"/>
              <a:cs typeface="Salesforce Sans"/>
              <a:sym typeface="Salesforce Sans"/>
            </a:endParaRPr>
          </a:p>
        </p:txBody>
      </p:sp>
      <p:pic>
        <p:nvPicPr>
          <p:cNvPr id="1278" name="Google Shape;1278;p71"/>
          <p:cNvPicPr preferRelativeResize="0"/>
          <p:nvPr/>
        </p:nvPicPr>
        <p:blipFill>
          <a:blip r:embed="rId12">
            <a:alphaModFix/>
          </a:blip>
          <a:stretch>
            <a:fillRect/>
          </a:stretch>
        </p:blipFill>
        <p:spPr>
          <a:xfrm>
            <a:off x="5225744" y="3658522"/>
            <a:ext cx="375767" cy="375767"/>
          </a:xfrm>
          <a:prstGeom prst="rect">
            <a:avLst/>
          </a:prstGeom>
          <a:noFill/>
          <a:ln>
            <a:noFill/>
          </a:ln>
        </p:spPr>
      </p:pic>
      <p:sp>
        <p:nvSpPr>
          <p:cNvPr id="1279" name="Google Shape;1279;p71"/>
          <p:cNvSpPr/>
          <p:nvPr/>
        </p:nvSpPr>
        <p:spPr>
          <a:xfrm>
            <a:off x="1822336"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Customer</a:t>
            </a:r>
            <a:endParaRPr b="1" sz="986">
              <a:solidFill>
                <a:srgbClr val="002775"/>
              </a:solidFill>
              <a:latin typeface="Salesforce Sans"/>
              <a:ea typeface="Salesforce Sans"/>
              <a:cs typeface="Salesforce Sans"/>
              <a:sym typeface="Salesforce Sans"/>
            </a:endParaRPr>
          </a:p>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Success</a:t>
            </a:r>
            <a:endParaRPr b="1" sz="986">
              <a:solidFill>
                <a:srgbClr val="002775"/>
              </a:solidFill>
              <a:latin typeface="Salesforce Sans"/>
              <a:ea typeface="Salesforce Sans"/>
              <a:cs typeface="Salesforce Sans"/>
              <a:sym typeface="Salesforce Sans"/>
            </a:endParaRPr>
          </a:p>
        </p:txBody>
      </p:sp>
      <p:pic>
        <p:nvPicPr>
          <p:cNvPr id="1280" name="Google Shape;1280;p71"/>
          <p:cNvPicPr preferRelativeResize="0"/>
          <p:nvPr/>
        </p:nvPicPr>
        <p:blipFill>
          <a:blip r:embed="rId13">
            <a:alphaModFix/>
          </a:blip>
          <a:stretch>
            <a:fillRect/>
          </a:stretch>
        </p:blipFill>
        <p:spPr>
          <a:xfrm>
            <a:off x="2018887" y="3634386"/>
            <a:ext cx="424038" cy="424038"/>
          </a:xfrm>
          <a:prstGeom prst="rect">
            <a:avLst/>
          </a:prstGeom>
          <a:noFill/>
          <a:ln>
            <a:noFill/>
          </a:ln>
        </p:spPr>
      </p:pic>
      <p:sp>
        <p:nvSpPr>
          <p:cNvPr id="1281" name="Google Shape;1281;p71"/>
          <p:cNvSpPr/>
          <p:nvPr/>
        </p:nvSpPr>
        <p:spPr>
          <a:xfrm>
            <a:off x="2883241" y="4140168"/>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Industries</a:t>
            </a:r>
            <a:endParaRPr b="1" sz="986">
              <a:solidFill>
                <a:srgbClr val="002775"/>
              </a:solidFill>
              <a:latin typeface="Salesforce Sans"/>
              <a:ea typeface="Salesforce Sans"/>
              <a:cs typeface="Salesforce Sans"/>
              <a:sym typeface="Salesforce Sans"/>
            </a:endParaRPr>
          </a:p>
        </p:txBody>
      </p:sp>
      <p:pic>
        <p:nvPicPr>
          <p:cNvPr id="1282" name="Google Shape;1282;p71"/>
          <p:cNvPicPr preferRelativeResize="0"/>
          <p:nvPr/>
        </p:nvPicPr>
        <p:blipFill>
          <a:blip r:embed="rId14">
            <a:alphaModFix/>
          </a:blip>
          <a:stretch>
            <a:fillRect/>
          </a:stretch>
        </p:blipFill>
        <p:spPr>
          <a:xfrm>
            <a:off x="3071946" y="3626543"/>
            <a:ext cx="439724" cy="439724"/>
          </a:xfrm>
          <a:prstGeom prst="rect">
            <a:avLst/>
          </a:prstGeom>
          <a:noFill/>
          <a:ln>
            <a:noFill/>
          </a:ln>
        </p:spPr>
      </p:pic>
      <p:sp>
        <p:nvSpPr>
          <p:cNvPr id="1283" name="Google Shape;1283;p71"/>
          <p:cNvSpPr/>
          <p:nvPr/>
        </p:nvSpPr>
        <p:spPr>
          <a:xfrm>
            <a:off x="3944146"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Commerce</a:t>
            </a:r>
            <a:endParaRPr b="1" sz="986">
              <a:solidFill>
                <a:srgbClr val="002775"/>
              </a:solidFill>
              <a:latin typeface="Salesforce Sans"/>
              <a:ea typeface="Salesforce Sans"/>
              <a:cs typeface="Salesforce Sans"/>
              <a:sym typeface="Salesforce Sans"/>
            </a:endParaRPr>
          </a:p>
        </p:txBody>
      </p:sp>
      <p:pic>
        <p:nvPicPr>
          <p:cNvPr id="1284" name="Google Shape;1284;p71"/>
          <p:cNvPicPr preferRelativeResize="0"/>
          <p:nvPr/>
        </p:nvPicPr>
        <p:blipFill rotWithShape="1">
          <a:blip r:embed="rId15">
            <a:alphaModFix/>
          </a:blip>
          <a:srcRect b="0" l="2290" r="2290" t="0"/>
          <a:stretch/>
        </p:blipFill>
        <p:spPr>
          <a:xfrm>
            <a:off x="4102633" y="1424755"/>
            <a:ext cx="500275" cy="524280"/>
          </a:xfrm>
          <a:prstGeom prst="rect">
            <a:avLst/>
          </a:prstGeom>
          <a:noFill/>
          <a:ln>
            <a:noFill/>
          </a:ln>
        </p:spPr>
      </p:pic>
      <p:pic>
        <p:nvPicPr>
          <p:cNvPr id="1285" name="Google Shape;1285;p71"/>
          <p:cNvPicPr preferRelativeResize="0"/>
          <p:nvPr/>
        </p:nvPicPr>
        <p:blipFill>
          <a:blip r:embed="rId16">
            <a:alphaModFix/>
          </a:blip>
          <a:stretch>
            <a:fillRect/>
          </a:stretch>
        </p:blipFill>
        <p:spPr>
          <a:xfrm>
            <a:off x="7356167" y="2552424"/>
            <a:ext cx="358617" cy="358617"/>
          </a:xfrm>
          <a:prstGeom prst="rect">
            <a:avLst/>
          </a:prstGeom>
          <a:noFill/>
          <a:ln>
            <a:noFill/>
          </a:ln>
        </p:spPr>
      </p:pic>
      <p:sp>
        <p:nvSpPr>
          <p:cNvPr id="1286" name="Google Shape;1286;p71"/>
          <p:cNvSpPr/>
          <p:nvPr/>
        </p:nvSpPr>
        <p:spPr>
          <a:xfrm>
            <a:off x="7126898" y="3033413"/>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Heroku</a:t>
            </a:r>
            <a:endParaRPr b="1" sz="986">
              <a:solidFill>
                <a:srgbClr val="002775"/>
              </a:solidFill>
              <a:latin typeface="Salesforce Sans"/>
              <a:ea typeface="Salesforce Sans"/>
              <a:cs typeface="Salesforce Sans"/>
              <a:sym typeface="Salesforce Sans"/>
            </a:endParaRPr>
          </a:p>
        </p:txBody>
      </p:sp>
      <p:pic>
        <p:nvPicPr>
          <p:cNvPr id="1287" name="Google Shape;1287;p71" title="Agentforce-RGB-icon.png"/>
          <p:cNvPicPr preferRelativeResize="0"/>
          <p:nvPr/>
        </p:nvPicPr>
        <p:blipFill rotWithShape="1">
          <a:blip r:embed="rId17">
            <a:alphaModFix/>
          </a:blip>
          <a:srcRect b="10" l="0" r="0" t="0"/>
          <a:stretch/>
        </p:blipFill>
        <p:spPr>
          <a:xfrm>
            <a:off x="905870" y="1431147"/>
            <a:ext cx="511525" cy="511494"/>
          </a:xfrm>
          <a:prstGeom prst="rect">
            <a:avLst/>
          </a:prstGeom>
          <a:noFill/>
          <a:ln>
            <a:noFill/>
          </a:ln>
        </p:spPr>
      </p:pic>
      <p:sp>
        <p:nvSpPr>
          <p:cNvPr id="1288" name="Google Shape;1288;p71"/>
          <p:cNvSpPr/>
          <p:nvPr/>
        </p:nvSpPr>
        <p:spPr>
          <a:xfrm>
            <a:off x="744716" y="1988574"/>
            <a:ext cx="8340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Agentforce</a:t>
            </a:r>
            <a:endParaRPr b="1" sz="986">
              <a:solidFill>
                <a:srgbClr val="002775"/>
              </a:solidFill>
              <a:latin typeface="Salesforce Sans"/>
              <a:ea typeface="Salesforce Sans"/>
              <a:cs typeface="Salesforce Sans"/>
              <a:sym typeface="Salesforce Sans"/>
            </a:endParaRPr>
          </a:p>
        </p:txBody>
      </p:sp>
      <p:pic>
        <p:nvPicPr>
          <p:cNvPr id="1289" name="Google Shape;1289;p71"/>
          <p:cNvPicPr preferRelativeResize="0"/>
          <p:nvPr/>
        </p:nvPicPr>
        <p:blipFill>
          <a:blip r:embed="rId18">
            <a:alphaModFix/>
          </a:blip>
          <a:stretch>
            <a:fillRect/>
          </a:stretch>
        </p:blipFill>
        <p:spPr>
          <a:xfrm>
            <a:off x="5186318" y="1459573"/>
            <a:ext cx="454598" cy="454640"/>
          </a:xfrm>
          <a:prstGeom prst="rect">
            <a:avLst/>
          </a:prstGeom>
          <a:noFill/>
          <a:ln>
            <a:noFill/>
          </a:ln>
        </p:spPr>
      </p:pic>
      <p:sp>
        <p:nvSpPr>
          <p:cNvPr id="1290" name="Google Shape;1290;p71"/>
          <p:cNvSpPr/>
          <p:nvPr/>
        </p:nvSpPr>
        <p:spPr>
          <a:xfrm>
            <a:off x="5005051"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Data Cloud</a:t>
            </a:r>
            <a:endParaRPr b="1" sz="986">
              <a:solidFill>
                <a:srgbClr val="002775"/>
              </a:solidFill>
              <a:latin typeface="Salesforce Sans"/>
              <a:ea typeface="Salesforce Sans"/>
              <a:cs typeface="Salesforce Sans"/>
              <a:sym typeface="Salesforce Sans"/>
            </a:endParaRPr>
          </a:p>
        </p:txBody>
      </p:sp>
      <p:sp>
        <p:nvSpPr>
          <p:cNvPr id="1291" name="Google Shape;1291;p71"/>
          <p:cNvSpPr/>
          <p:nvPr/>
        </p:nvSpPr>
        <p:spPr>
          <a:xfrm>
            <a:off x="1822336"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Einstein</a:t>
            </a:r>
            <a:endParaRPr b="1" sz="986">
              <a:solidFill>
                <a:srgbClr val="002775"/>
              </a:solidFill>
              <a:latin typeface="Salesforce Sans"/>
              <a:ea typeface="Salesforce Sans"/>
              <a:cs typeface="Salesforce Sans"/>
              <a:sym typeface="Salesforce Sans"/>
            </a:endParaRPr>
          </a:p>
        </p:txBody>
      </p:sp>
      <p:pic>
        <p:nvPicPr>
          <p:cNvPr id="1292" name="Google Shape;1292;p71"/>
          <p:cNvPicPr preferRelativeResize="0"/>
          <p:nvPr/>
        </p:nvPicPr>
        <p:blipFill>
          <a:blip r:embed="rId19">
            <a:alphaModFix/>
          </a:blip>
          <a:stretch>
            <a:fillRect/>
          </a:stretch>
        </p:blipFill>
        <p:spPr>
          <a:xfrm>
            <a:off x="1975153" y="1431152"/>
            <a:ext cx="511482" cy="511482"/>
          </a:xfrm>
          <a:prstGeom prst="rect">
            <a:avLst/>
          </a:prstGeom>
          <a:noFill/>
          <a:ln>
            <a:noFill/>
          </a:ln>
        </p:spPr>
      </p:pic>
      <p:sp>
        <p:nvSpPr>
          <p:cNvPr id="1293" name="Google Shape;1293;p71"/>
          <p:cNvSpPr/>
          <p:nvPr/>
        </p:nvSpPr>
        <p:spPr>
          <a:xfrm>
            <a:off x="2883241" y="198857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Canvas</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(quip)</a:t>
            </a:r>
            <a:endParaRPr b="1" sz="986">
              <a:solidFill>
                <a:srgbClr val="002775"/>
              </a:solidFill>
              <a:latin typeface="Salesforce Sans"/>
              <a:ea typeface="Salesforce Sans"/>
              <a:cs typeface="Salesforce Sans"/>
              <a:sym typeface="Salesforce Sans"/>
            </a:endParaRPr>
          </a:p>
        </p:txBody>
      </p:sp>
      <p:pic>
        <p:nvPicPr>
          <p:cNvPr id="1294" name="Google Shape;1294;p71"/>
          <p:cNvPicPr preferRelativeResize="0"/>
          <p:nvPr/>
        </p:nvPicPr>
        <p:blipFill>
          <a:blip r:embed="rId20">
            <a:alphaModFix/>
          </a:blip>
          <a:stretch>
            <a:fillRect/>
          </a:stretch>
        </p:blipFill>
        <p:spPr>
          <a:xfrm>
            <a:off x="3059295" y="1454384"/>
            <a:ext cx="465021" cy="465020"/>
          </a:xfrm>
          <a:prstGeom prst="rect">
            <a:avLst/>
          </a:prstGeom>
          <a:noFill/>
          <a:ln>
            <a:noFill/>
          </a:ln>
        </p:spPr>
      </p:pic>
      <p:pic>
        <p:nvPicPr>
          <p:cNvPr id="1295" name="Google Shape;1295;p71"/>
          <p:cNvPicPr preferRelativeResize="0"/>
          <p:nvPr/>
        </p:nvPicPr>
        <p:blipFill>
          <a:blip r:embed="rId21">
            <a:alphaModFix/>
          </a:blip>
          <a:stretch>
            <a:fillRect/>
          </a:stretch>
        </p:blipFill>
        <p:spPr>
          <a:xfrm>
            <a:off x="7302897" y="1480336"/>
            <a:ext cx="464984" cy="464983"/>
          </a:xfrm>
          <a:prstGeom prst="rect">
            <a:avLst/>
          </a:prstGeom>
          <a:noFill/>
          <a:ln>
            <a:noFill/>
          </a:ln>
        </p:spPr>
      </p:pic>
      <p:sp>
        <p:nvSpPr>
          <p:cNvPr id="1296" name="Google Shape;1296;p71"/>
          <p:cNvSpPr/>
          <p:nvPr/>
        </p:nvSpPr>
        <p:spPr>
          <a:xfrm>
            <a:off x="7126825" y="1991315"/>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Trailhead</a:t>
            </a:r>
            <a:endParaRPr b="1" sz="986">
              <a:solidFill>
                <a:srgbClr val="002775"/>
              </a:solidFill>
              <a:latin typeface="Salesforce Sans"/>
              <a:ea typeface="Salesforce Sans"/>
              <a:cs typeface="Salesforce Sans"/>
              <a:sym typeface="Salesforce Sans"/>
            </a:endParaRPr>
          </a:p>
        </p:txBody>
      </p:sp>
      <p:pic>
        <p:nvPicPr>
          <p:cNvPr id="1297" name="Google Shape;1297;p71"/>
          <p:cNvPicPr preferRelativeResize="0"/>
          <p:nvPr/>
        </p:nvPicPr>
        <p:blipFill>
          <a:blip r:embed="rId22">
            <a:alphaModFix/>
          </a:blip>
          <a:stretch>
            <a:fillRect/>
          </a:stretch>
        </p:blipFill>
        <p:spPr>
          <a:xfrm>
            <a:off x="6225573" y="2514324"/>
            <a:ext cx="497889" cy="497889"/>
          </a:xfrm>
          <a:prstGeom prst="rect">
            <a:avLst/>
          </a:prstGeom>
          <a:noFill/>
          <a:ln>
            <a:noFill/>
          </a:ln>
        </p:spPr>
      </p:pic>
      <p:sp>
        <p:nvSpPr>
          <p:cNvPr id="1298" name="Google Shape;1298;p71"/>
          <p:cNvSpPr/>
          <p:nvPr/>
        </p:nvSpPr>
        <p:spPr>
          <a:xfrm>
            <a:off x="6065958" y="3041756"/>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Experience</a:t>
            </a:r>
            <a:endParaRPr b="1" sz="986">
              <a:solidFill>
                <a:srgbClr val="002775"/>
              </a:solidFill>
              <a:latin typeface="Salesforce Sans"/>
              <a:ea typeface="Salesforce Sans"/>
              <a:cs typeface="Salesforce Sans"/>
              <a:sym typeface="Salesforce Sans"/>
            </a:endParaRPr>
          </a:p>
        </p:txBody>
      </p:sp>
      <p:pic>
        <p:nvPicPr>
          <p:cNvPr id="1299" name="Google Shape;1299;p71"/>
          <p:cNvPicPr preferRelativeResize="0"/>
          <p:nvPr/>
        </p:nvPicPr>
        <p:blipFill>
          <a:blip r:embed="rId23">
            <a:alphaModFix/>
          </a:blip>
          <a:stretch>
            <a:fillRect/>
          </a:stretch>
        </p:blipFill>
        <p:spPr>
          <a:xfrm>
            <a:off x="921088" y="3658512"/>
            <a:ext cx="497889" cy="497889"/>
          </a:xfrm>
          <a:prstGeom prst="rect">
            <a:avLst/>
          </a:prstGeom>
          <a:noFill/>
          <a:ln>
            <a:noFill/>
          </a:ln>
        </p:spPr>
      </p:pic>
      <p:sp>
        <p:nvSpPr>
          <p:cNvPr id="1300" name="Google Shape;1300;p71"/>
          <p:cNvSpPr/>
          <p:nvPr/>
        </p:nvSpPr>
        <p:spPr>
          <a:xfrm>
            <a:off x="761474" y="4185944"/>
            <a:ext cx="817200" cy="265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32E61"/>
              </a:buClr>
              <a:buSzPts val="522"/>
              <a:buFont typeface="Salesforce Sans"/>
              <a:buNone/>
            </a:pPr>
            <a:r>
              <a:rPr b="1" lang="en" sz="986">
                <a:solidFill>
                  <a:srgbClr val="002775"/>
                </a:solidFill>
                <a:latin typeface="Salesforce Sans"/>
                <a:ea typeface="Salesforce Sans"/>
                <a:cs typeface="Salesforce Sans"/>
                <a:sym typeface="Salesforce Sans"/>
              </a:rPr>
              <a:t>Revenue &amp;</a:t>
            </a:r>
            <a:br>
              <a:rPr b="1" lang="en" sz="986">
                <a:solidFill>
                  <a:srgbClr val="002775"/>
                </a:solidFill>
                <a:latin typeface="Salesforce Sans"/>
                <a:ea typeface="Salesforce Sans"/>
                <a:cs typeface="Salesforce Sans"/>
                <a:sym typeface="Salesforce Sans"/>
              </a:rPr>
            </a:br>
            <a:r>
              <a:rPr b="1" lang="en" sz="986">
                <a:solidFill>
                  <a:srgbClr val="002775"/>
                </a:solidFill>
                <a:latin typeface="Salesforce Sans"/>
                <a:ea typeface="Salesforce Sans"/>
                <a:cs typeface="Salesforce Sans"/>
                <a:sym typeface="Salesforce Sans"/>
              </a:rPr>
              <a:t>Orders</a:t>
            </a:r>
            <a:endParaRPr b="1" sz="986">
              <a:solidFill>
                <a:srgbClr val="002775"/>
              </a:solidFill>
              <a:latin typeface="Salesforce Sans"/>
              <a:ea typeface="Salesforce Sans"/>
              <a:cs typeface="Salesforce Sans"/>
              <a:sym typeface="Salesforce Sans"/>
            </a:endParaRPr>
          </a:p>
        </p:txBody>
      </p:sp>
      <p:sp>
        <p:nvSpPr>
          <p:cNvPr id="1301" name="Google Shape;1301;p71"/>
          <p:cNvSpPr txBox="1"/>
          <p:nvPr/>
        </p:nvSpPr>
        <p:spPr>
          <a:xfrm>
            <a:off x="692450" y="238325"/>
            <a:ext cx="4005300" cy="49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chemeClr val="accent5"/>
                </a:solidFill>
                <a:latin typeface="Lexend Medium"/>
                <a:ea typeface="Lexend Medium"/>
                <a:cs typeface="Lexend Medium"/>
                <a:sym typeface="Lexend Medium"/>
              </a:rPr>
              <a:t>SF Products’ icons</a:t>
            </a:r>
            <a:endParaRPr sz="2000">
              <a:solidFill>
                <a:schemeClr val="accent5"/>
              </a:solidFill>
              <a:latin typeface="Lexend Medium"/>
              <a:ea typeface="Lexend Medium"/>
              <a:cs typeface="Lexend Medium"/>
              <a:sym typeface="Lexend Medium"/>
            </a:endParaRPr>
          </a:p>
        </p:txBody>
      </p:sp>
      <p:cxnSp>
        <p:nvCxnSpPr>
          <p:cNvPr id="1302" name="Google Shape;1302;p71"/>
          <p:cNvCxnSpPr/>
          <p:nvPr/>
        </p:nvCxnSpPr>
        <p:spPr>
          <a:xfrm>
            <a:off x="713250" y="655875"/>
            <a:ext cx="376800" cy="0"/>
          </a:xfrm>
          <a:prstGeom prst="straightConnector1">
            <a:avLst/>
          </a:prstGeom>
          <a:noFill/>
          <a:ln cap="flat" cmpd="sng" w="38100">
            <a:solidFill>
              <a:srgbClr val="5A99E6"/>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A99E6"/>
        </a:solidFill>
      </p:bgPr>
    </p:bg>
    <p:spTree>
      <p:nvGrpSpPr>
        <p:cNvPr id="1307" name="Shape 1307"/>
        <p:cNvGrpSpPr/>
        <p:nvPr/>
      </p:nvGrpSpPr>
      <p:grpSpPr>
        <a:xfrm>
          <a:off x="0" y="0"/>
          <a:ext cx="0" cy="0"/>
          <a:chOff x="0" y="0"/>
          <a:chExt cx="0" cy="0"/>
        </a:xfrm>
      </p:grpSpPr>
      <p:sp>
        <p:nvSpPr>
          <p:cNvPr id="1308" name="Google Shape;1308;p72"/>
          <p:cNvSpPr/>
          <p:nvPr/>
        </p:nvSpPr>
        <p:spPr>
          <a:xfrm>
            <a:off x="679375" y="1973125"/>
            <a:ext cx="6886500" cy="1147200"/>
          </a:xfrm>
          <a:prstGeom prst="rect">
            <a:avLst/>
          </a:prstGeom>
          <a:noFill/>
          <a:ln>
            <a:noFill/>
          </a:ln>
        </p:spPr>
        <p:txBody>
          <a:bodyPr anchorCtr="0" anchor="t" bIns="0" lIns="0" spcFirstLastPara="1" rIns="0" wrap="square" tIns="0">
            <a:noAutofit/>
          </a:bodyPr>
          <a:lstStyle/>
          <a:p>
            <a:pPr indent="0" lvl="0" marL="0" marR="0" rtl="0" algn="l">
              <a:lnSpc>
                <a:spcPct val="107084"/>
              </a:lnSpc>
              <a:spcBef>
                <a:spcPts val="0"/>
              </a:spcBef>
              <a:spcAft>
                <a:spcPts val="0"/>
              </a:spcAft>
              <a:buClr>
                <a:srgbClr val="FFFFFF"/>
              </a:buClr>
              <a:buSzPts val="8400"/>
              <a:buFont typeface="Open Sans"/>
              <a:buNone/>
            </a:pPr>
            <a:r>
              <a:rPr lang="en" sz="6800">
                <a:solidFill>
                  <a:schemeClr val="lt1"/>
                </a:solidFill>
                <a:latin typeface="Lexend SemiBold"/>
                <a:ea typeface="Lexend SemiBold"/>
                <a:cs typeface="Lexend SemiBold"/>
                <a:sym typeface="Lexend SemiBold"/>
              </a:rPr>
              <a:t>Questions?</a:t>
            </a:r>
            <a:endParaRPr i="0" sz="6800" u="none" cap="none" strike="noStrike">
              <a:solidFill>
                <a:schemeClr val="lt1"/>
              </a:solidFill>
              <a:latin typeface="Lexend SemiBold"/>
              <a:ea typeface="Lexend SemiBold"/>
              <a:cs typeface="Lexend SemiBold"/>
              <a:sym typeface="Lexend SemiBold"/>
            </a:endParaRPr>
          </a:p>
        </p:txBody>
      </p:sp>
      <p:sp>
        <p:nvSpPr>
          <p:cNvPr id="1309" name="Google Shape;1309;p72"/>
          <p:cNvSpPr txBox="1"/>
          <p:nvPr>
            <p:ph idx="1" type="subTitle"/>
          </p:nvPr>
        </p:nvSpPr>
        <p:spPr>
          <a:xfrm>
            <a:off x="820450" y="3782775"/>
            <a:ext cx="55869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2"/>
          <p:cNvSpPr txBox="1"/>
          <p:nvPr>
            <p:ph type="title"/>
          </p:nvPr>
        </p:nvSpPr>
        <p:spPr>
          <a:xfrm>
            <a:off x="820450" y="977175"/>
            <a:ext cx="6523500" cy="113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5" name="Shape 1315"/>
        <p:cNvGrpSpPr/>
        <p:nvPr/>
      </p:nvGrpSpPr>
      <p:grpSpPr>
        <a:xfrm>
          <a:off x="0" y="0"/>
          <a:ext cx="0" cy="0"/>
          <a:chOff x="0" y="0"/>
          <a:chExt cx="0" cy="0"/>
        </a:xfrm>
      </p:grpSpPr>
      <p:sp>
        <p:nvSpPr>
          <p:cNvPr id="1316" name="Google Shape;1316;p73"/>
          <p:cNvSpPr/>
          <p:nvPr/>
        </p:nvSpPr>
        <p:spPr>
          <a:xfrm>
            <a:off x="771125" y="1973125"/>
            <a:ext cx="6795000" cy="1147200"/>
          </a:xfrm>
          <a:prstGeom prst="rect">
            <a:avLst/>
          </a:prstGeom>
          <a:noFill/>
          <a:ln>
            <a:noFill/>
          </a:ln>
        </p:spPr>
        <p:txBody>
          <a:bodyPr anchorCtr="0" anchor="t" bIns="0" lIns="0" spcFirstLastPara="1" rIns="0" wrap="square" tIns="0">
            <a:noAutofit/>
          </a:bodyPr>
          <a:lstStyle/>
          <a:p>
            <a:pPr indent="0" lvl="0" marL="0" marR="0" rtl="0" algn="l">
              <a:lnSpc>
                <a:spcPct val="107084"/>
              </a:lnSpc>
              <a:spcBef>
                <a:spcPts val="0"/>
              </a:spcBef>
              <a:spcAft>
                <a:spcPts val="0"/>
              </a:spcAft>
              <a:buClr>
                <a:srgbClr val="FFFFFF"/>
              </a:buClr>
              <a:buSzPts val="8400"/>
              <a:buFont typeface="Open Sans"/>
              <a:buNone/>
            </a:pPr>
            <a:r>
              <a:rPr i="0" lang="en" sz="6800" u="none" cap="none" strike="noStrike">
                <a:solidFill>
                  <a:srgbClr val="5A99E6"/>
                </a:solidFill>
                <a:latin typeface="Lexend"/>
                <a:ea typeface="Lexend"/>
                <a:cs typeface="Lexend"/>
                <a:sym typeface="Lexend"/>
              </a:rPr>
              <a:t>Thank you!</a:t>
            </a:r>
            <a:endParaRPr i="0" sz="6800" u="none" cap="none" strike="noStrike">
              <a:solidFill>
                <a:srgbClr val="5A99E6"/>
              </a:solidFill>
              <a:latin typeface="Lexend"/>
              <a:ea typeface="Lexend"/>
              <a:cs typeface="Lexend"/>
              <a:sym typeface="Lexend"/>
            </a:endParaRPr>
          </a:p>
        </p:txBody>
      </p:sp>
      <p:sp>
        <p:nvSpPr>
          <p:cNvPr id="1317" name="Google Shape;1317;p73"/>
          <p:cNvSpPr txBox="1"/>
          <p:nvPr/>
        </p:nvSpPr>
        <p:spPr>
          <a:xfrm>
            <a:off x="1582650" y="4097275"/>
            <a:ext cx="2445900" cy="6015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 sz="1200">
                <a:solidFill>
                  <a:srgbClr val="5A99E6"/>
                </a:solidFill>
                <a:latin typeface="Lexend Medium"/>
                <a:ea typeface="Lexend Medium"/>
                <a:cs typeface="Lexend Medium"/>
                <a:sym typeface="Lexend Medium"/>
              </a:rPr>
              <a:t>1ST PRESENTER’S NAME</a:t>
            </a:r>
            <a:endParaRPr sz="1200">
              <a:solidFill>
                <a:srgbClr val="5A99E6"/>
              </a:solidFill>
              <a:latin typeface="Lexend Medium"/>
              <a:ea typeface="Lexend Medium"/>
              <a:cs typeface="Lexend Medium"/>
              <a:sym typeface="Lexend Medium"/>
            </a:endParaRPr>
          </a:p>
          <a:p>
            <a:pPr indent="0" lvl="0" marL="0" rtl="0" algn="l">
              <a:lnSpc>
                <a:spcPct val="125000"/>
              </a:lnSpc>
              <a:spcBef>
                <a:spcPts val="0"/>
              </a:spcBef>
              <a:spcAft>
                <a:spcPts val="0"/>
              </a:spcAft>
              <a:buNone/>
            </a:pPr>
            <a:r>
              <a:rPr lang="en" sz="1100">
                <a:solidFill>
                  <a:schemeClr val="dk1"/>
                </a:solidFill>
                <a:latin typeface="Open Sans"/>
                <a:ea typeface="Open Sans"/>
                <a:cs typeface="Open Sans"/>
                <a:sym typeface="Open Sans"/>
              </a:rPr>
              <a:t>Title</a:t>
            </a:r>
            <a:endParaRPr sz="1100">
              <a:solidFill>
                <a:schemeClr val="dk1"/>
              </a:solidFill>
              <a:latin typeface="Open Sans"/>
              <a:ea typeface="Open Sans"/>
              <a:cs typeface="Open Sans"/>
              <a:sym typeface="Open Sans"/>
            </a:endParaRPr>
          </a:p>
          <a:p>
            <a:pPr indent="0" lvl="0" marL="0" rtl="0" algn="l">
              <a:lnSpc>
                <a:spcPct val="125000"/>
              </a:lnSpc>
              <a:spcBef>
                <a:spcPts val="0"/>
              </a:spcBef>
              <a:spcAft>
                <a:spcPts val="0"/>
              </a:spcAft>
              <a:buNone/>
            </a:pPr>
            <a:r>
              <a:rPr lang="en" sz="1100" u="sng">
                <a:solidFill>
                  <a:srgbClr val="5A99E6"/>
                </a:solidFill>
                <a:latin typeface="Open Sans"/>
                <a:ea typeface="Open Sans"/>
                <a:cs typeface="Open Sans"/>
                <a:sym typeface="Open Sans"/>
              </a:rPr>
              <a:t>jdoe@aquivalabs.com</a:t>
            </a:r>
            <a:endParaRPr sz="1100" u="sng">
              <a:solidFill>
                <a:srgbClr val="5A99E6"/>
              </a:solidFill>
              <a:latin typeface="Open Sans"/>
              <a:ea typeface="Open Sans"/>
              <a:cs typeface="Open Sans"/>
              <a:sym typeface="Open Sans"/>
            </a:endParaRPr>
          </a:p>
        </p:txBody>
      </p:sp>
      <p:pic>
        <p:nvPicPr>
          <p:cNvPr id="1318" name="Google Shape;1318;p73"/>
          <p:cNvPicPr preferRelativeResize="0"/>
          <p:nvPr/>
        </p:nvPicPr>
        <p:blipFill rotWithShape="1">
          <a:blip r:embed="rId3">
            <a:alphaModFix/>
          </a:blip>
          <a:srcRect b="12519" l="6264" r="6255" t="0"/>
          <a:stretch/>
        </p:blipFill>
        <p:spPr>
          <a:xfrm>
            <a:off x="771126" y="4042822"/>
            <a:ext cx="710400" cy="710400"/>
          </a:xfrm>
          <a:prstGeom prst="ellipse">
            <a:avLst/>
          </a:prstGeom>
          <a:noFill/>
          <a:ln>
            <a:noFill/>
          </a:ln>
        </p:spPr>
      </p:pic>
      <p:sp>
        <p:nvSpPr>
          <p:cNvPr id="1319" name="Google Shape;1319;p73"/>
          <p:cNvSpPr txBox="1"/>
          <p:nvPr/>
        </p:nvSpPr>
        <p:spPr>
          <a:xfrm>
            <a:off x="5332550" y="4097275"/>
            <a:ext cx="2869500" cy="601500"/>
          </a:xfrm>
          <a:prstGeom prst="rect">
            <a:avLst/>
          </a:prstGeom>
          <a:noFill/>
          <a:ln>
            <a:noFill/>
          </a:ln>
        </p:spPr>
        <p:txBody>
          <a:bodyPr anchorCtr="0" anchor="ctr" bIns="91425" lIns="91425" spcFirstLastPara="1" rIns="91425" wrap="square" tIns="91425">
            <a:noAutofit/>
          </a:bodyPr>
          <a:lstStyle/>
          <a:p>
            <a:pPr indent="0" lvl="0" marL="0" rtl="0" algn="l">
              <a:lnSpc>
                <a:spcPct val="125000"/>
              </a:lnSpc>
              <a:spcBef>
                <a:spcPts val="0"/>
              </a:spcBef>
              <a:spcAft>
                <a:spcPts val="0"/>
              </a:spcAft>
              <a:buNone/>
            </a:pPr>
            <a:r>
              <a:rPr lang="en" sz="1200">
                <a:solidFill>
                  <a:srgbClr val="352694"/>
                </a:solidFill>
                <a:latin typeface="Lexend Medium"/>
                <a:ea typeface="Lexend Medium"/>
                <a:cs typeface="Lexend Medium"/>
                <a:sym typeface="Lexend Medium"/>
              </a:rPr>
              <a:t>2ND PRESENTER’S NAME</a:t>
            </a:r>
            <a:endParaRPr sz="1200">
              <a:solidFill>
                <a:srgbClr val="352694"/>
              </a:solidFill>
              <a:latin typeface="Lexend Medium"/>
              <a:ea typeface="Lexend Medium"/>
              <a:cs typeface="Lexend Medium"/>
              <a:sym typeface="Lexend Medium"/>
            </a:endParaRPr>
          </a:p>
          <a:p>
            <a:pPr indent="0" lvl="0" marL="0" rtl="0" algn="l">
              <a:lnSpc>
                <a:spcPct val="125000"/>
              </a:lnSpc>
              <a:spcBef>
                <a:spcPts val="0"/>
              </a:spcBef>
              <a:spcAft>
                <a:spcPts val="0"/>
              </a:spcAft>
              <a:buNone/>
            </a:pPr>
            <a:r>
              <a:rPr lang="en" sz="1100">
                <a:solidFill>
                  <a:schemeClr val="dk1"/>
                </a:solidFill>
                <a:latin typeface="Open Sans"/>
                <a:ea typeface="Open Sans"/>
                <a:cs typeface="Open Sans"/>
                <a:sym typeface="Open Sans"/>
              </a:rPr>
              <a:t>Title</a:t>
            </a:r>
            <a:endParaRPr sz="1100">
              <a:solidFill>
                <a:schemeClr val="dk1"/>
              </a:solidFill>
              <a:latin typeface="Open Sans"/>
              <a:ea typeface="Open Sans"/>
              <a:cs typeface="Open Sans"/>
              <a:sym typeface="Open Sans"/>
            </a:endParaRPr>
          </a:p>
          <a:p>
            <a:pPr indent="0" lvl="0" marL="0" rtl="0" algn="l">
              <a:lnSpc>
                <a:spcPct val="125000"/>
              </a:lnSpc>
              <a:spcBef>
                <a:spcPts val="0"/>
              </a:spcBef>
              <a:spcAft>
                <a:spcPts val="0"/>
              </a:spcAft>
              <a:buNone/>
            </a:pPr>
            <a:r>
              <a:rPr lang="en" sz="1100" u="sng">
                <a:solidFill>
                  <a:srgbClr val="352694"/>
                </a:solidFill>
                <a:latin typeface="Open Sans"/>
                <a:ea typeface="Open Sans"/>
                <a:cs typeface="Open Sans"/>
                <a:sym typeface="Open Sans"/>
              </a:rPr>
              <a:t>jsmith@aquivalabs.com</a:t>
            </a:r>
            <a:endParaRPr sz="1100" u="sng">
              <a:solidFill>
                <a:srgbClr val="352694"/>
              </a:solidFill>
              <a:latin typeface="Open Sans"/>
              <a:ea typeface="Open Sans"/>
              <a:cs typeface="Open Sans"/>
              <a:sym typeface="Open Sans"/>
            </a:endParaRPr>
          </a:p>
        </p:txBody>
      </p:sp>
      <p:pic>
        <p:nvPicPr>
          <p:cNvPr id="1320" name="Google Shape;1320;p73"/>
          <p:cNvPicPr preferRelativeResize="0"/>
          <p:nvPr/>
        </p:nvPicPr>
        <p:blipFill rotWithShape="1">
          <a:blip r:embed="rId3">
            <a:alphaModFix/>
          </a:blip>
          <a:srcRect b="12519" l="6264" r="6255" t="0"/>
          <a:stretch/>
        </p:blipFill>
        <p:spPr>
          <a:xfrm>
            <a:off x="4521026" y="4042822"/>
            <a:ext cx="710400" cy="7104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quiva Labs">
  <a:themeElements>
    <a:clrScheme name="Simple Light">
      <a:dk1>
        <a:srgbClr val="423C4C"/>
      </a:dk1>
      <a:lt1>
        <a:srgbClr val="FFFFFF"/>
      </a:lt1>
      <a:dk2>
        <a:srgbClr val="F6F7F9"/>
      </a:dk2>
      <a:lt2>
        <a:srgbClr val="CEE0F8"/>
      </a:lt2>
      <a:accent1>
        <a:srgbClr val="5A99E6"/>
      </a:accent1>
      <a:accent2>
        <a:srgbClr val="352694"/>
      </a:accent2>
      <a:accent3>
        <a:srgbClr val="E01F6F"/>
      </a:accent3>
      <a:accent4>
        <a:srgbClr val="E3E8FF"/>
      </a:accent4>
      <a:accent5>
        <a:srgbClr val="9E9E9E"/>
      </a:accent5>
      <a:accent6>
        <a:srgbClr val="FFFFFF"/>
      </a:accent6>
      <a:hlink>
        <a:srgbClr val="5A99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